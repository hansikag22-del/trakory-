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Arial Bold" charset="1" panose="020B0704020202020204"/>
      <p:regular r:id="rId32"/>
    </p:embeddedFont>
    <p:embeddedFont>
      <p:font typeface="Calibri (MS)" charset="1" panose="020F0502020204030204"/>
      <p:regular r:id="rId33"/>
    </p:embeddedFont>
    <p:embeddedFont>
      <p:font typeface="Calibri (MS) Bold" charset="1" panose="020F0702030404030204"/>
      <p:regular r:id="rId34"/>
    </p:embeddedFont>
    <p:embeddedFont>
      <p:font typeface="Calibri (MS) Italics" charset="1" panose="020F05020202040A0204"/>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grpSp>
        <p:nvGrpSpPr>
          <p:cNvPr name="Group 2" id="2"/>
          <p:cNvGrpSpPr/>
          <p:nvPr/>
        </p:nvGrpSpPr>
        <p:grpSpPr>
          <a:xfrm rot="0">
            <a:off x="-1841497" y="-1841497"/>
            <a:ext cx="7340603" cy="7340603"/>
            <a:chOff x="0" y="0"/>
            <a:chExt cx="9787471" cy="9787471"/>
          </a:xfrm>
        </p:grpSpPr>
        <p:sp>
          <p:nvSpPr>
            <p:cNvPr name="Freeform 3" id="3"/>
            <p:cNvSpPr/>
            <p:nvPr/>
          </p:nvSpPr>
          <p:spPr>
            <a:xfrm flipH="false" flipV="false" rot="0">
              <a:off x="16891" y="16891"/>
              <a:ext cx="9753600" cy="9753600"/>
            </a:xfrm>
            <a:custGeom>
              <a:avLst/>
              <a:gdLst/>
              <a:ahLst/>
              <a:cxnLst/>
              <a:rect r="r" b="b" t="t" l="l"/>
              <a:pathLst>
                <a:path h="9753600" w="9753600">
                  <a:moveTo>
                    <a:pt x="0" y="4876800"/>
                  </a:moveTo>
                  <a:cubicBezTo>
                    <a:pt x="0" y="2183384"/>
                    <a:pt x="2183384" y="0"/>
                    <a:pt x="4876800" y="0"/>
                  </a:cubicBezTo>
                  <a:cubicBezTo>
                    <a:pt x="7570216" y="0"/>
                    <a:pt x="9753600" y="2183384"/>
                    <a:pt x="9753600" y="4876800"/>
                  </a:cubicBezTo>
                  <a:cubicBezTo>
                    <a:pt x="9753600" y="7570216"/>
                    <a:pt x="7570216" y="9753600"/>
                    <a:pt x="4876800" y="9753600"/>
                  </a:cubicBezTo>
                  <a:cubicBezTo>
                    <a:pt x="2183384" y="9753600"/>
                    <a:pt x="0" y="7570216"/>
                    <a:pt x="0" y="4876800"/>
                  </a:cubicBezTo>
                  <a:close/>
                </a:path>
              </a:pathLst>
            </a:custGeom>
            <a:solidFill>
              <a:srgbClr val="7C6AF7">
                <a:alpha val="1176"/>
              </a:srgbClr>
            </a:solidFill>
          </p:spPr>
        </p:sp>
        <p:sp>
          <p:nvSpPr>
            <p:cNvPr name="Freeform 4" id="4"/>
            <p:cNvSpPr/>
            <p:nvPr/>
          </p:nvSpPr>
          <p:spPr>
            <a:xfrm flipH="false" flipV="false" rot="0">
              <a:off x="0" y="0"/>
              <a:ext cx="9787509" cy="9787382"/>
            </a:xfrm>
            <a:custGeom>
              <a:avLst/>
              <a:gdLst/>
              <a:ahLst/>
              <a:cxnLst/>
              <a:rect r="r" b="b" t="t" l="l"/>
              <a:pathLst>
                <a:path h="9787382" w="9787509">
                  <a:moveTo>
                    <a:pt x="0" y="4893691"/>
                  </a:moveTo>
                  <a:cubicBezTo>
                    <a:pt x="0" y="2191004"/>
                    <a:pt x="2191004" y="0"/>
                    <a:pt x="4893691" y="0"/>
                  </a:cubicBezTo>
                  <a:lnTo>
                    <a:pt x="4893691" y="16891"/>
                  </a:lnTo>
                  <a:lnTo>
                    <a:pt x="4893691" y="0"/>
                  </a:lnTo>
                  <a:cubicBezTo>
                    <a:pt x="7596505" y="0"/>
                    <a:pt x="9787509" y="2191004"/>
                    <a:pt x="9787509" y="4893691"/>
                  </a:cubicBezTo>
                  <a:lnTo>
                    <a:pt x="9770618" y="4893691"/>
                  </a:lnTo>
                  <a:lnTo>
                    <a:pt x="9787509" y="4893691"/>
                  </a:lnTo>
                  <a:cubicBezTo>
                    <a:pt x="9787509" y="7596378"/>
                    <a:pt x="7596505" y="9787382"/>
                    <a:pt x="4893818" y="9787382"/>
                  </a:cubicBezTo>
                  <a:lnTo>
                    <a:pt x="4893818" y="9770490"/>
                  </a:lnTo>
                  <a:lnTo>
                    <a:pt x="4893818" y="9787382"/>
                  </a:lnTo>
                  <a:cubicBezTo>
                    <a:pt x="2191004" y="9787509"/>
                    <a:pt x="0" y="7596505"/>
                    <a:pt x="0" y="4893691"/>
                  </a:cubicBezTo>
                  <a:lnTo>
                    <a:pt x="16891" y="4893691"/>
                  </a:lnTo>
                  <a:lnTo>
                    <a:pt x="33909" y="4893691"/>
                  </a:lnTo>
                  <a:lnTo>
                    <a:pt x="16891" y="4893691"/>
                  </a:lnTo>
                  <a:lnTo>
                    <a:pt x="0" y="4893691"/>
                  </a:lnTo>
                  <a:moveTo>
                    <a:pt x="33909" y="4893691"/>
                  </a:moveTo>
                  <a:cubicBezTo>
                    <a:pt x="33909" y="4903089"/>
                    <a:pt x="26289" y="4910582"/>
                    <a:pt x="17018" y="4910582"/>
                  </a:cubicBezTo>
                  <a:cubicBezTo>
                    <a:pt x="7747" y="4910582"/>
                    <a:pt x="0" y="4903089"/>
                    <a:pt x="0" y="4893691"/>
                  </a:cubicBezTo>
                  <a:cubicBezTo>
                    <a:pt x="0" y="4884293"/>
                    <a:pt x="7620" y="4876800"/>
                    <a:pt x="16891" y="4876800"/>
                  </a:cubicBezTo>
                  <a:cubicBezTo>
                    <a:pt x="26162" y="4876800"/>
                    <a:pt x="33782" y="4884420"/>
                    <a:pt x="33782" y="4893691"/>
                  </a:cubicBezTo>
                  <a:cubicBezTo>
                    <a:pt x="33909" y="7577709"/>
                    <a:pt x="2209673" y="9753600"/>
                    <a:pt x="4893691" y="9753600"/>
                  </a:cubicBezTo>
                  <a:cubicBezTo>
                    <a:pt x="7577709" y="9753600"/>
                    <a:pt x="9753600" y="7577709"/>
                    <a:pt x="9753600" y="4893691"/>
                  </a:cubicBezTo>
                  <a:cubicBezTo>
                    <a:pt x="9753600" y="2209673"/>
                    <a:pt x="7577709" y="33909"/>
                    <a:pt x="4893691" y="33909"/>
                  </a:cubicBezTo>
                  <a:lnTo>
                    <a:pt x="4893691" y="16891"/>
                  </a:lnTo>
                  <a:lnTo>
                    <a:pt x="4893691" y="33909"/>
                  </a:lnTo>
                  <a:cubicBezTo>
                    <a:pt x="2209673" y="33909"/>
                    <a:pt x="33909" y="2209673"/>
                    <a:pt x="33909" y="4893691"/>
                  </a:cubicBezTo>
                  <a:close/>
                </a:path>
              </a:pathLst>
            </a:custGeom>
            <a:solidFill>
              <a:srgbClr val="7C6AF7"/>
            </a:solidFill>
          </p:spPr>
        </p:sp>
      </p:grpSp>
      <p:grpSp>
        <p:nvGrpSpPr>
          <p:cNvPr name="Group 5" id="5"/>
          <p:cNvGrpSpPr/>
          <p:nvPr/>
        </p:nvGrpSpPr>
        <p:grpSpPr>
          <a:xfrm rot="0">
            <a:off x="13703303" y="4559303"/>
            <a:ext cx="9169403" cy="9169403"/>
            <a:chOff x="0" y="0"/>
            <a:chExt cx="12225871" cy="12225871"/>
          </a:xfrm>
        </p:grpSpPr>
        <p:sp>
          <p:nvSpPr>
            <p:cNvPr name="Freeform 6" id="6"/>
            <p:cNvSpPr/>
            <p:nvPr/>
          </p:nvSpPr>
          <p:spPr>
            <a:xfrm flipH="false" flipV="false" rot="0">
              <a:off x="16891" y="16891"/>
              <a:ext cx="12192000" cy="12192000"/>
            </a:xfrm>
            <a:custGeom>
              <a:avLst/>
              <a:gdLst/>
              <a:ahLst/>
              <a:cxnLst/>
              <a:rect r="r" b="b" t="t" l="l"/>
              <a:pathLst>
                <a:path h="12192000" w="12192000">
                  <a:moveTo>
                    <a:pt x="0" y="6096000"/>
                  </a:moveTo>
                  <a:cubicBezTo>
                    <a:pt x="0" y="2729230"/>
                    <a:pt x="2729230" y="0"/>
                    <a:pt x="6096000" y="0"/>
                  </a:cubicBezTo>
                  <a:cubicBezTo>
                    <a:pt x="9462770" y="0"/>
                    <a:pt x="12192000" y="2729230"/>
                    <a:pt x="12192000" y="6096000"/>
                  </a:cubicBezTo>
                  <a:cubicBezTo>
                    <a:pt x="12192000" y="9462770"/>
                    <a:pt x="9462770" y="12192000"/>
                    <a:pt x="6096000" y="12192000"/>
                  </a:cubicBezTo>
                  <a:cubicBezTo>
                    <a:pt x="2729230" y="12192000"/>
                    <a:pt x="0" y="9462770"/>
                    <a:pt x="0" y="6096000"/>
                  </a:cubicBezTo>
                  <a:close/>
                </a:path>
              </a:pathLst>
            </a:custGeom>
            <a:solidFill>
              <a:srgbClr val="F76A6A">
                <a:alpha val="784"/>
              </a:srgbClr>
            </a:solidFill>
          </p:spPr>
        </p:sp>
        <p:sp>
          <p:nvSpPr>
            <p:cNvPr name="Freeform 7" id="7"/>
            <p:cNvSpPr/>
            <p:nvPr/>
          </p:nvSpPr>
          <p:spPr>
            <a:xfrm flipH="false" flipV="false" rot="0">
              <a:off x="0" y="0"/>
              <a:ext cx="12225909" cy="12225782"/>
            </a:xfrm>
            <a:custGeom>
              <a:avLst/>
              <a:gdLst/>
              <a:ahLst/>
              <a:cxnLst/>
              <a:rect r="r" b="b" t="t" l="l"/>
              <a:pathLst>
                <a:path h="12225782" w="12225909">
                  <a:moveTo>
                    <a:pt x="0" y="6112891"/>
                  </a:moveTo>
                  <a:cubicBezTo>
                    <a:pt x="0" y="2736850"/>
                    <a:pt x="2736850" y="0"/>
                    <a:pt x="6112891" y="0"/>
                  </a:cubicBezTo>
                  <a:lnTo>
                    <a:pt x="6112891" y="16891"/>
                  </a:lnTo>
                  <a:lnTo>
                    <a:pt x="6112891" y="0"/>
                  </a:lnTo>
                  <a:cubicBezTo>
                    <a:pt x="9489059" y="0"/>
                    <a:pt x="12225909" y="2736850"/>
                    <a:pt x="12225909" y="6112891"/>
                  </a:cubicBezTo>
                  <a:cubicBezTo>
                    <a:pt x="12225909" y="9488932"/>
                    <a:pt x="9489059" y="12225782"/>
                    <a:pt x="6113018" y="12225782"/>
                  </a:cubicBezTo>
                  <a:lnTo>
                    <a:pt x="6113018" y="12208890"/>
                  </a:lnTo>
                  <a:lnTo>
                    <a:pt x="6113018" y="12225782"/>
                  </a:lnTo>
                  <a:cubicBezTo>
                    <a:pt x="2736850" y="12225909"/>
                    <a:pt x="0" y="9489059"/>
                    <a:pt x="0" y="6112891"/>
                  </a:cubicBezTo>
                  <a:lnTo>
                    <a:pt x="16891" y="6112891"/>
                  </a:lnTo>
                  <a:lnTo>
                    <a:pt x="31115" y="6122035"/>
                  </a:lnTo>
                  <a:cubicBezTo>
                    <a:pt x="27051" y="6128385"/>
                    <a:pt x="19304" y="6131179"/>
                    <a:pt x="12065" y="6129147"/>
                  </a:cubicBezTo>
                  <a:cubicBezTo>
                    <a:pt x="4826" y="6127115"/>
                    <a:pt x="0" y="6120384"/>
                    <a:pt x="0" y="6112891"/>
                  </a:cubicBezTo>
                  <a:moveTo>
                    <a:pt x="33909" y="6112891"/>
                  </a:moveTo>
                  <a:lnTo>
                    <a:pt x="16891" y="6112891"/>
                  </a:lnTo>
                  <a:lnTo>
                    <a:pt x="2667" y="6103747"/>
                  </a:lnTo>
                  <a:cubicBezTo>
                    <a:pt x="6731" y="6097397"/>
                    <a:pt x="14478" y="6094603"/>
                    <a:pt x="21717" y="6096635"/>
                  </a:cubicBezTo>
                  <a:cubicBezTo>
                    <a:pt x="28956" y="6098667"/>
                    <a:pt x="33909" y="6105398"/>
                    <a:pt x="33909" y="6112891"/>
                  </a:cubicBezTo>
                  <a:cubicBezTo>
                    <a:pt x="33909" y="9470263"/>
                    <a:pt x="2755519" y="12192000"/>
                    <a:pt x="6112891" y="12192000"/>
                  </a:cubicBezTo>
                  <a:cubicBezTo>
                    <a:pt x="9470263" y="12192000"/>
                    <a:pt x="12192000" y="9470263"/>
                    <a:pt x="12192000" y="6112891"/>
                  </a:cubicBezTo>
                  <a:lnTo>
                    <a:pt x="12208891" y="6112891"/>
                  </a:lnTo>
                  <a:lnTo>
                    <a:pt x="12192000" y="6112891"/>
                  </a:lnTo>
                  <a:cubicBezTo>
                    <a:pt x="12192000" y="2755519"/>
                    <a:pt x="9470263" y="33909"/>
                    <a:pt x="6112891" y="33909"/>
                  </a:cubicBezTo>
                  <a:lnTo>
                    <a:pt x="6112891" y="16891"/>
                  </a:lnTo>
                  <a:lnTo>
                    <a:pt x="6112891" y="33909"/>
                  </a:lnTo>
                  <a:cubicBezTo>
                    <a:pt x="2755519" y="33909"/>
                    <a:pt x="33909" y="2755519"/>
                    <a:pt x="33909" y="6112891"/>
                  </a:cubicBezTo>
                  <a:close/>
                </a:path>
              </a:pathLst>
            </a:custGeom>
            <a:solidFill>
              <a:srgbClr val="F76A6A"/>
            </a:solidFill>
          </p:spPr>
        </p:sp>
      </p:grpSp>
      <p:grpSp>
        <p:nvGrpSpPr>
          <p:cNvPr name="Group 8" id="8"/>
          <p:cNvGrpSpPr/>
          <p:nvPr/>
        </p:nvGrpSpPr>
        <p:grpSpPr>
          <a:xfrm rot="0">
            <a:off x="7302503" y="7302503"/>
            <a:ext cx="5511803" cy="5511803"/>
            <a:chOff x="0" y="0"/>
            <a:chExt cx="7349071" cy="7349071"/>
          </a:xfrm>
        </p:grpSpPr>
        <p:sp>
          <p:nvSpPr>
            <p:cNvPr name="Freeform 9" id="9"/>
            <p:cNvSpPr/>
            <p:nvPr/>
          </p:nvSpPr>
          <p:spPr>
            <a:xfrm flipH="false" flipV="false" rot="0">
              <a:off x="16891" y="16891"/>
              <a:ext cx="7315200" cy="7315200"/>
            </a:xfrm>
            <a:custGeom>
              <a:avLst/>
              <a:gdLst/>
              <a:ahLst/>
              <a:cxnLst/>
              <a:rect r="r" b="b" t="t" l="l"/>
              <a:pathLst>
                <a:path h="7315200" w="7315200">
                  <a:moveTo>
                    <a:pt x="0" y="3657600"/>
                  </a:moveTo>
                  <a:cubicBezTo>
                    <a:pt x="0" y="1637538"/>
                    <a:pt x="1637538" y="0"/>
                    <a:pt x="3657600" y="0"/>
                  </a:cubicBezTo>
                  <a:cubicBezTo>
                    <a:pt x="5677662" y="0"/>
                    <a:pt x="7315200" y="1637538"/>
                    <a:pt x="7315200" y="3657600"/>
                  </a:cubicBezTo>
                  <a:cubicBezTo>
                    <a:pt x="7315200" y="5677662"/>
                    <a:pt x="5677662" y="7315200"/>
                    <a:pt x="3657600" y="7315200"/>
                  </a:cubicBezTo>
                  <a:cubicBezTo>
                    <a:pt x="1637538" y="7315200"/>
                    <a:pt x="0" y="5677662"/>
                    <a:pt x="0" y="3657600"/>
                  </a:cubicBezTo>
                  <a:close/>
                </a:path>
              </a:pathLst>
            </a:custGeom>
            <a:solidFill>
              <a:srgbClr val="6AF7C4">
                <a:alpha val="392"/>
              </a:srgbClr>
            </a:solidFill>
          </p:spPr>
        </p:sp>
        <p:sp>
          <p:nvSpPr>
            <p:cNvPr name="Freeform 10" id="10"/>
            <p:cNvSpPr/>
            <p:nvPr/>
          </p:nvSpPr>
          <p:spPr>
            <a:xfrm flipH="false" flipV="false" rot="0">
              <a:off x="0" y="0"/>
              <a:ext cx="7349109" cy="7348982"/>
            </a:xfrm>
            <a:custGeom>
              <a:avLst/>
              <a:gdLst/>
              <a:ahLst/>
              <a:cxnLst/>
              <a:rect r="r" b="b" t="t" l="l"/>
              <a:pathLst>
                <a:path h="7348982" w="7349109">
                  <a:moveTo>
                    <a:pt x="0" y="3674491"/>
                  </a:moveTo>
                  <a:cubicBezTo>
                    <a:pt x="0" y="1645158"/>
                    <a:pt x="1645158" y="0"/>
                    <a:pt x="3674491" y="0"/>
                  </a:cubicBezTo>
                  <a:lnTo>
                    <a:pt x="3674491" y="16891"/>
                  </a:lnTo>
                  <a:lnTo>
                    <a:pt x="3674491" y="0"/>
                  </a:lnTo>
                  <a:cubicBezTo>
                    <a:pt x="5703951" y="0"/>
                    <a:pt x="7349109" y="1645158"/>
                    <a:pt x="7349109" y="3674491"/>
                  </a:cubicBezTo>
                  <a:cubicBezTo>
                    <a:pt x="7349109" y="5703824"/>
                    <a:pt x="5703951" y="7348982"/>
                    <a:pt x="3674618" y="7348982"/>
                  </a:cubicBezTo>
                  <a:lnTo>
                    <a:pt x="3674618" y="7332090"/>
                  </a:lnTo>
                  <a:lnTo>
                    <a:pt x="3674618" y="7348982"/>
                  </a:lnTo>
                  <a:cubicBezTo>
                    <a:pt x="1645158" y="7349109"/>
                    <a:pt x="0" y="5703951"/>
                    <a:pt x="0" y="3674491"/>
                  </a:cubicBezTo>
                  <a:lnTo>
                    <a:pt x="16891" y="3674491"/>
                  </a:lnTo>
                  <a:lnTo>
                    <a:pt x="31115" y="3683635"/>
                  </a:lnTo>
                  <a:cubicBezTo>
                    <a:pt x="27051" y="3689985"/>
                    <a:pt x="19304" y="3692906"/>
                    <a:pt x="12065" y="3690747"/>
                  </a:cubicBezTo>
                  <a:cubicBezTo>
                    <a:pt x="4826" y="3688588"/>
                    <a:pt x="0" y="3682111"/>
                    <a:pt x="0" y="3674491"/>
                  </a:cubicBezTo>
                  <a:moveTo>
                    <a:pt x="33909" y="3674491"/>
                  </a:moveTo>
                  <a:lnTo>
                    <a:pt x="16891" y="3674491"/>
                  </a:lnTo>
                  <a:lnTo>
                    <a:pt x="2667" y="3665347"/>
                  </a:lnTo>
                  <a:cubicBezTo>
                    <a:pt x="6731" y="3658997"/>
                    <a:pt x="14478" y="3656076"/>
                    <a:pt x="21717" y="3658235"/>
                  </a:cubicBezTo>
                  <a:cubicBezTo>
                    <a:pt x="28956" y="3660394"/>
                    <a:pt x="33909" y="3666998"/>
                    <a:pt x="33909" y="3674491"/>
                  </a:cubicBezTo>
                  <a:cubicBezTo>
                    <a:pt x="33909" y="5685155"/>
                    <a:pt x="1663827" y="7315200"/>
                    <a:pt x="3674491" y="7315200"/>
                  </a:cubicBezTo>
                  <a:cubicBezTo>
                    <a:pt x="5685155" y="7315200"/>
                    <a:pt x="7315200" y="5685155"/>
                    <a:pt x="7315200" y="3674491"/>
                  </a:cubicBezTo>
                  <a:lnTo>
                    <a:pt x="7332091" y="3674491"/>
                  </a:lnTo>
                  <a:lnTo>
                    <a:pt x="7315200" y="3674491"/>
                  </a:lnTo>
                  <a:cubicBezTo>
                    <a:pt x="7315200" y="1663827"/>
                    <a:pt x="5685155" y="33909"/>
                    <a:pt x="3674491" y="33909"/>
                  </a:cubicBezTo>
                  <a:lnTo>
                    <a:pt x="3674491" y="16891"/>
                  </a:lnTo>
                  <a:lnTo>
                    <a:pt x="3674491" y="33909"/>
                  </a:lnTo>
                  <a:cubicBezTo>
                    <a:pt x="1663827" y="33909"/>
                    <a:pt x="33909" y="1663827"/>
                    <a:pt x="33909" y="3674491"/>
                  </a:cubicBezTo>
                  <a:close/>
                </a:path>
              </a:pathLst>
            </a:custGeom>
            <a:solidFill>
              <a:srgbClr val="6AF7C4"/>
            </a:solidFill>
          </p:spPr>
        </p:sp>
      </p:grpSp>
      <p:grpSp>
        <p:nvGrpSpPr>
          <p:cNvPr name="Group 11" id="11"/>
          <p:cNvGrpSpPr/>
          <p:nvPr/>
        </p:nvGrpSpPr>
        <p:grpSpPr>
          <a:xfrm rot="0">
            <a:off x="1097280" y="1828800"/>
            <a:ext cx="16093440" cy="2560320"/>
            <a:chOff x="0" y="0"/>
            <a:chExt cx="21457920" cy="3413760"/>
          </a:xfrm>
        </p:grpSpPr>
        <p:sp>
          <p:nvSpPr>
            <p:cNvPr name="Freeform 12" id="12"/>
            <p:cNvSpPr/>
            <p:nvPr/>
          </p:nvSpPr>
          <p:spPr>
            <a:xfrm flipH="false" flipV="false" rot="0">
              <a:off x="0" y="0"/>
              <a:ext cx="21457920" cy="3413760"/>
            </a:xfrm>
            <a:custGeom>
              <a:avLst/>
              <a:gdLst/>
              <a:ahLst/>
              <a:cxnLst/>
              <a:rect r="r" b="b" t="t" l="l"/>
              <a:pathLst>
                <a:path h="3413760" w="21457920">
                  <a:moveTo>
                    <a:pt x="0" y="0"/>
                  </a:moveTo>
                  <a:lnTo>
                    <a:pt x="21457920" y="0"/>
                  </a:lnTo>
                  <a:lnTo>
                    <a:pt x="21457920" y="3413760"/>
                  </a:lnTo>
                  <a:lnTo>
                    <a:pt x="0" y="3413760"/>
                  </a:lnTo>
                  <a:close/>
                </a:path>
              </a:pathLst>
            </a:custGeom>
            <a:blipFill>
              <a:blip r:embed="rId2">
                <a:alphaModFix amt="0"/>
              </a:blip>
              <a:stretch>
                <a:fillRect l="0" t="-72477" r="0" b="-72477"/>
              </a:stretch>
            </a:blipFill>
          </p:spPr>
        </p:sp>
        <p:sp>
          <p:nvSpPr>
            <p:cNvPr name="TextBox 13" id="13"/>
            <p:cNvSpPr txBox="true"/>
            <p:nvPr/>
          </p:nvSpPr>
          <p:spPr>
            <a:xfrm>
              <a:off x="0" y="-47625"/>
              <a:ext cx="21457920" cy="3461385"/>
            </a:xfrm>
            <a:prstGeom prst="rect">
              <a:avLst/>
            </a:prstGeom>
          </p:spPr>
          <p:txBody>
            <a:bodyPr anchor="ctr" rtlCol="false" tIns="0" lIns="0" bIns="0" rIns="0"/>
            <a:lstStyle/>
            <a:p>
              <a:pPr algn="ctr">
                <a:lnSpc>
                  <a:spcPts val="17280"/>
                </a:lnSpc>
              </a:pPr>
              <a:r>
                <a:rPr lang="en-US" b="true" sz="14400" spc="2399">
                  <a:solidFill>
                    <a:srgbClr val="FFFFFF"/>
                  </a:solidFill>
                  <a:latin typeface="Arial Bold"/>
                  <a:ea typeface="Arial Bold"/>
                  <a:cs typeface="Arial Bold"/>
                  <a:sym typeface="Arial Bold"/>
                </a:rPr>
                <a:t>TRAKORY</a:t>
              </a:r>
            </a:p>
          </p:txBody>
        </p:sp>
      </p:grpSp>
      <p:grpSp>
        <p:nvGrpSpPr>
          <p:cNvPr name="Group 14" id="14"/>
          <p:cNvGrpSpPr/>
          <p:nvPr/>
        </p:nvGrpSpPr>
        <p:grpSpPr>
          <a:xfrm rot="0">
            <a:off x="5839463" y="4284983"/>
            <a:ext cx="2219963" cy="171707"/>
            <a:chOff x="0" y="0"/>
            <a:chExt cx="2959951" cy="228943"/>
          </a:xfrm>
        </p:grpSpPr>
        <p:sp>
          <p:nvSpPr>
            <p:cNvPr name="Freeform 15" id="15"/>
            <p:cNvSpPr/>
            <p:nvPr/>
          </p:nvSpPr>
          <p:spPr>
            <a:xfrm flipH="false" flipV="false" rot="0">
              <a:off x="16891" y="16891"/>
              <a:ext cx="2926080" cy="195072"/>
            </a:xfrm>
            <a:custGeom>
              <a:avLst/>
              <a:gdLst/>
              <a:ahLst/>
              <a:cxnLst/>
              <a:rect r="r" b="b" t="t" l="l"/>
              <a:pathLst>
                <a:path h="195072" w="2926080">
                  <a:moveTo>
                    <a:pt x="0" y="0"/>
                  </a:moveTo>
                  <a:lnTo>
                    <a:pt x="2926080" y="0"/>
                  </a:lnTo>
                  <a:lnTo>
                    <a:pt x="2926080" y="195072"/>
                  </a:lnTo>
                  <a:lnTo>
                    <a:pt x="0" y="195072"/>
                  </a:lnTo>
                  <a:close/>
                </a:path>
              </a:pathLst>
            </a:custGeom>
            <a:solidFill>
              <a:srgbClr val="7C6AF7"/>
            </a:solidFill>
          </p:spPr>
        </p:sp>
        <p:sp>
          <p:nvSpPr>
            <p:cNvPr name="Freeform 16" id="16"/>
            <p:cNvSpPr/>
            <p:nvPr/>
          </p:nvSpPr>
          <p:spPr>
            <a:xfrm flipH="false" flipV="false" rot="0">
              <a:off x="0" y="0"/>
              <a:ext cx="2959862" cy="228856"/>
            </a:xfrm>
            <a:custGeom>
              <a:avLst/>
              <a:gdLst/>
              <a:ahLst/>
              <a:cxnLst/>
              <a:rect r="r" b="b" t="t" l="l"/>
              <a:pathLst>
                <a:path h="228856" w="2959862">
                  <a:moveTo>
                    <a:pt x="16891" y="0"/>
                  </a:moveTo>
                  <a:lnTo>
                    <a:pt x="2942971" y="0"/>
                  </a:lnTo>
                  <a:cubicBezTo>
                    <a:pt x="2952369" y="0"/>
                    <a:pt x="2959862" y="7620"/>
                    <a:pt x="2959862" y="16891"/>
                  </a:cubicBezTo>
                  <a:lnTo>
                    <a:pt x="2959862" y="211963"/>
                  </a:lnTo>
                  <a:cubicBezTo>
                    <a:pt x="2959862" y="221361"/>
                    <a:pt x="2952242" y="228854"/>
                    <a:pt x="294297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2942971" y="195072"/>
                  </a:lnTo>
                  <a:lnTo>
                    <a:pt x="2942971" y="211963"/>
                  </a:lnTo>
                  <a:lnTo>
                    <a:pt x="2926080" y="211963"/>
                  </a:lnTo>
                  <a:lnTo>
                    <a:pt x="2926080" y="16891"/>
                  </a:lnTo>
                  <a:lnTo>
                    <a:pt x="2942971" y="16891"/>
                  </a:lnTo>
                  <a:lnTo>
                    <a:pt x="2942971" y="33909"/>
                  </a:lnTo>
                  <a:lnTo>
                    <a:pt x="16891" y="33909"/>
                  </a:lnTo>
                  <a:close/>
                </a:path>
              </a:pathLst>
            </a:custGeom>
            <a:solidFill>
              <a:srgbClr val="7C6AF7"/>
            </a:solidFill>
          </p:spPr>
        </p:sp>
      </p:grpSp>
      <p:grpSp>
        <p:nvGrpSpPr>
          <p:cNvPr name="Group 17" id="17"/>
          <p:cNvGrpSpPr/>
          <p:nvPr/>
        </p:nvGrpSpPr>
        <p:grpSpPr>
          <a:xfrm rot="0">
            <a:off x="8216903" y="4284983"/>
            <a:ext cx="1488443" cy="171707"/>
            <a:chOff x="0" y="0"/>
            <a:chExt cx="1984591" cy="228943"/>
          </a:xfrm>
        </p:grpSpPr>
        <p:sp>
          <p:nvSpPr>
            <p:cNvPr name="Freeform 18" id="18"/>
            <p:cNvSpPr/>
            <p:nvPr/>
          </p:nvSpPr>
          <p:spPr>
            <a:xfrm flipH="false" flipV="false" rot="0">
              <a:off x="16891" y="16891"/>
              <a:ext cx="1950720" cy="195072"/>
            </a:xfrm>
            <a:custGeom>
              <a:avLst/>
              <a:gdLst/>
              <a:ahLst/>
              <a:cxnLst/>
              <a:rect r="r" b="b" t="t" l="l"/>
              <a:pathLst>
                <a:path h="195072" w="1950720">
                  <a:moveTo>
                    <a:pt x="0" y="0"/>
                  </a:moveTo>
                  <a:lnTo>
                    <a:pt x="1950720" y="0"/>
                  </a:lnTo>
                  <a:lnTo>
                    <a:pt x="1950720" y="195072"/>
                  </a:lnTo>
                  <a:lnTo>
                    <a:pt x="0" y="195072"/>
                  </a:lnTo>
                  <a:close/>
                </a:path>
              </a:pathLst>
            </a:custGeom>
            <a:solidFill>
              <a:srgbClr val="F76A6A"/>
            </a:solidFill>
          </p:spPr>
        </p:sp>
        <p:sp>
          <p:nvSpPr>
            <p:cNvPr name="Freeform 19" id="19"/>
            <p:cNvSpPr/>
            <p:nvPr/>
          </p:nvSpPr>
          <p:spPr>
            <a:xfrm flipH="false" flipV="false" rot="0">
              <a:off x="0" y="0"/>
              <a:ext cx="1984502" cy="228856"/>
            </a:xfrm>
            <a:custGeom>
              <a:avLst/>
              <a:gdLst/>
              <a:ahLst/>
              <a:cxnLst/>
              <a:rect r="r" b="b" t="t" l="l"/>
              <a:pathLst>
                <a:path h="228856" w="1984502">
                  <a:moveTo>
                    <a:pt x="16891" y="0"/>
                  </a:moveTo>
                  <a:lnTo>
                    <a:pt x="1967611" y="0"/>
                  </a:lnTo>
                  <a:cubicBezTo>
                    <a:pt x="1977009" y="0"/>
                    <a:pt x="1984502" y="7620"/>
                    <a:pt x="1984502" y="16891"/>
                  </a:cubicBezTo>
                  <a:lnTo>
                    <a:pt x="1984502" y="211963"/>
                  </a:lnTo>
                  <a:cubicBezTo>
                    <a:pt x="1984502" y="221361"/>
                    <a:pt x="1976882" y="228854"/>
                    <a:pt x="196761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1967611" y="195072"/>
                  </a:lnTo>
                  <a:lnTo>
                    <a:pt x="1967611" y="211963"/>
                  </a:lnTo>
                  <a:lnTo>
                    <a:pt x="1950720" y="211963"/>
                  </a:lnTo>
                  <a:lnTo>
                    <a:pt x="1950720" y="16891"/>
                  </a:lnTo>
                  <a:lnTo>
                    <a:pt x="1967611" y="16891"/>
                  </a:lnTo>
                  <a:lnTo>
                    <a:pt x="1967611" y="33909"/>
                  </a:lnTo>
                  <a:lnTo>
                    <a:pt x="16891" y="33909"/>
                  </a:lnTo>
                  <a:close/>
                </a:path>
              </a:pathLst>
            </a:custGeom>
            <a:solidFill>
              <a:srgbClr val="F76A6A"/>
            </a:solidFill>
          </p:spPr>
        </p:sp>
      </p:grpSp>
      <p:grpSp>
        <p:nvGrpSpPr>
          <p:cNvPr name="Group 20" id="20"/>
          <p:cNvGrpSpPr/>
          <p:nvPr/>
        </p:nvGrpSpPr>
        <p:grpSpPr>
          <a:xfrm rot="0">
            <a:off x="9862823" y="4284983"/>
            <a:ext cx="2219963" cy="171707"/>
            <a:chOff x="0" y="0"/>
            <a:chExt cx="2959951" cy="228943"/>
          </a:xfrm>
        </p:grpSpPr>
        <p:sp>
          <p:nvSpPr>
            <p:cNvPr name="Freeform 21" id="21"/>
            <p:cNvSpPr/>
            <p:nvPr/>
          </p:nvSpPr>
          <p:spPr>
            <a:xfrm flipH="false" flipV="false" rot="0">
              <a:off x="16891" y="16891"/>
              <a:ext cx="2926080" cy="195072"/>
            </a:xfrm>
            <a:custGeom>
              <a:avLst/>
              <a:gdLst/>
              <a:ahLst/>
              <a:cxnLst/>
              <a:rect r="r" b="b" t="t" l="l"/>
              <a:pathLst>
                <a:path h="195072" w="2926080">
                  <a:moveTo>
                    <a:pt x="0" y="0"/>
                  </a:moveTo>
                  <a:lnTo>
                    <a:pt x="2926080" y="0"/>
                  </a:lnTo>
                  <a:lnTo>
                    <a:pt x="2926080" y="195072"/>
                  </a:lnTo>
                  <a:lnTo>
                    <a:pt x="0" y="195072"/>
                  </a:lnTo>
                  <a:close/>
                </a:path>
              </a:pathLst>
            </a:custGeom>
            <a:solidFill>
              <a:srgbClr val="6AF7C4"/>
            </a:solidFill>
          </p:spPr>
        </p:sp>
        <p:sp>
          <p:nvSpPr>
            <p:cNvPr name="Freeform 22" id="22"/>
            <p:cNvSpPr/>
            <p:nvPr/>
          </p:nvSpPr>
          <p:spPr>
            <a:xfrm flipH="false" flipV="false" rot="0">
              <a:off x="0" y="0"/>
              <a:ext cx="2959862" cy="228856"/>
            </a:xfrm>
            <a:custGeom>
              <a:avLst/>
              <a:gdLst/>
              <a:ahLst/>
              <a:cxnLst/>
              <a:rect r="r" b="b" t="t" l="l"/>
              <a:pathLst>
                <a:path h="228856" w="2959862">
                  <a:moveTo>
                    <a:pt x="16891" y="0"/>
                  </a:moveTo>
                  <a:lnTo>
                    <a:pt x="2942971" y="0"/>
                  </a:lnTo>
                  <a:cubicBezTo>
                    <a:pt x="2952369" y="0"/>
                    <a:pt x="2959862" y="7620"/>
                    <a:pt x="2959862" y="16891"/>
                  </a:cubicBezTo>
                  <a:lnTo>
                    <a:pt x="2959862" y="211963"/>
                  </a:lnTo>
                  <a:cubicBezTo>
                    <a:pt x="2959862" y="221361"/>
                    <a:pt x="2952242" y="228854"/>
                    <a:pt x="294297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2942971" y="195072"/>
                  </a:lnTo>
                  <a:lnTo>
                    <a:pt x="2942971" y="211963"/>
                  </a:lnTo>
                  <a:lnTo>
                    <a:pt x="2926080" y="211963"/>
                  </a:lnTo>
                  <a:lnTo>
                    <a:pt x="2926080" y="16891"/>
                  </a:lnTo>
                  <a:lnTo>
                    <a:pt x="2942971" y="16891"/>
                  </a:lnTo>
                  <a:lnTo>
                    <a:pt x="2942971" y="33909"/>
                  </a:lnTo>
                  <a:lnTo>
                    <a:pt x="16891" y="33909"/>
                  </a:lnTo>
                  <a:close/>
                </a:path>
              </a:pathLst>
            </a:custGeom>
            <a:solidFill>
              <a:srgbClr val="6AF7C4"/>
            </a:solidFill>
          </p:spPr>
        </p:sp>
      </p:grpSp>
      <p:grpSp>
        <p:nvGrpSpPr>
          <p:cNvPr name="Group 23" id="23"/>
          <p:cNvGrpSpPr/>
          <p:nvPr/>
        </p:nvGrpSpPr>
        <p:grpSpPr>
          <a:xfrm rot="0">
            <a:off x="914400" y="4663440"/>
            <a:ext cx="16459200" cy="914400"/>
            <a:chOff x="0" y="0"/>
            <a:chExt cx="21945600" cy="1219200"/>
          </a:xfrm>
        </p:grpSpPr>
        <p:sp>
          <p:nvSpPr>
            <p:cNvPr name="Freeform 24" id="24"/>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2">
                <a:alphaModFix amt="0"/>
              </a:blip>
              <a:stretch>
                <a:fillRect l="0" t="-300730" r="0" b="-300730"/>
              </a:stretch>
            </a:blipFill>
          </p:spPr>
        </p:sp>
        <p:sp>
          <p:nvSpPr>
            <p:cNvPr name="TextBox 25" id="25"/>
            <p:cNvSpPr txBox="true"/>
            <p:nvPr/>
          </p:nvSpPr>
          <p:spPr>
            <a:xfrm>
              <a:off x="0" y="-66675"/>
              <a:ext cx="21945600" cy="1285875"/>
            </a:xfrm>
            <a:prstGeom prst="rect">
              <a:avLst/>
            </a:prstGeom>
          </p:spPr>
          <p:txBody>
            <a:bodyPr anchor="ctr" rtlCol="false" tIns="0" lIns="0" bIns="0" rIns="0"/>
            <a:lstStyle/>
            <a:p>
              <a:pPr algn="ctr">
                <a:lnSpc>
                  <a:spcPts val="4320"/>
                </a:lnSpc>
              </a:pPr>
              <a:r>
                <a:rPr lang="en-US" sz="3600" spc="1199">
                  <a:solidFill>
                    <a:srgbClr val="6AF7C4"/>
                  </a:solidFill>
                  <a:latin typeface="Calibri (MS)"/>
                  <a:ea typeface="Calibri (MS)"/>
                  <a:cs typeface="Calibri (MS)"/>
                  <a:sym typeface="Calibri (MS)"/>
                </a:rPr>
                <a:t>A UNIVERSAL TFRACKING SYSTEM</a:t>
              </a:r>
            </a:p>
          </p:txBody>
        </p:sp>
      </p:grpSp>
      <p:grpSp>
        <p:nvGrpSpPr>
          <p:cNvPr name="Group 26" id="26"/>
          <p:cNvGrpSpPr/>
          <p:nvPr/>
        </p:nvGrpSpPr>
        <p:grpSpPr>
          <a:xfrm rot="0">
            <a:off x="914400" y="5760720"/>
            <a:ext cx="16459200" cy="731520"/>
            <a:chOff x="0" y="0"/>
            <a:chExt cx="21945600" cy="975360"/>
          </a:xfrm>
        </p:grpSpPr>
        <p:sp>
          <p:nvSpPr>
            <p:cNvPr name="Freeform 27" id="27"/>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2">
                <a:alphaModFix amt="0"/>
              </a:blip>
              <a:stretch>
                <a:fillRect l="0" t="-388413" r="0" b="-388413"/>
              </a:stretch>
            </a:blipFill>
          </p:spPr>
        </p:sp>
        <p:sp>
          <p:nvSpPr>
            <p:cNvPr name="TextBox 28" id="28"/>
            <p:cNvSpPr txBox="true"/>
            <p:nvPr/>
          </p:nvSpPr>
          <p:spPr>
            <a:xfrm>
              <a:off x="0" y="-57150"/>
              <a:ext cx="21945600" cy="1032510"/>
            </a:xfrm>
            <a:prstGeom prst="rect">
              <a:avLst/>
            </a:prstGeom>
          </p:spPr>
          <p:txBody>
            <a:bodyPr anchor="ctr" rtlCol="false" tIns="0" lIns="0" bIns="0" rIns="0"/>
            <a:lstStyle/>
            <a:p>
              <a:pPr algn="ctr">
                <a:lnSpc>
                  <a:spcPts val="3120"/>
                </a:lnSpc>
              </a:pPr>
              <a:r>
                <a:rPr lang="en-US" sz="2600">
                  <a:solidFill>
                    <a:srgbClr val="8888A8"/>
                  </a:solidFill>
                  <a:latin typeface="Calibri (MS)"/>
                  <a:ea typeface="Calibri (MS)"/>
                  <a:cs typeface="Calibri (MS)"/>
                  <a:sym typeface="Calibri (MS)"/>
                </a:rPr>
                <a:t>Track Movies · Series · Anime · Books · Games — All in One Place</a:t>
              </a:r>
            </a:p>
          </p:txBody>
        </p:sp>
      </p:grpSp>
      <p:grpSp>
        <p:nvGrpSpPr>
          <p:cNvPr name="Group 29" id="29"/>
          <p:cNvGrpSpPr/>
          <p:nvPr/>
        </p:nvGrpSpPr>
        <p:grpSpPr>
          <a:xfrm rot="0">
            <a:off x="-12697" y="8765543"/>
            <a:ext cx="18313403" cy="1534163"/>
            <a:chOff x="0" y="0"/>
            <a:chExt cx="24417871" cy="2045551"/>
          </a:xfrm>
        </p:grpSpPr>
        <p:sp>
          <p:nvSpPr>
            <p:cNvPr name="Freeform 30" id="30"/>
            <p:cNvSpPr/>
            <p:nvPr/>
          </p:nvSpPr>
          <p:spPr>
            <a:xfrm flipH="false" flipV="false" rot="0">
              <a:off x="16891" y="16891"/>
              <a:ext cx="24383999" cy="2011680"/>
            </a:xfrm>
            <a:custGeom>
              <a:avLst/>
              <a:gdLst/>
              <a:ahLst/>
              <a:cxnLst/>
              <a:rect r="r" b="b" t="t" l="l"/>
              <a:pathLst>
                <a:path h="2011680" w="24383999">
                  <a:moveTo>
                    <a:pt x="0" y="0"/>
                  </a:moveTo>
                  <a:lnTo>
                    <a:pt x="24383999" y="0"/>
                  </a:lnTo>
                  <a:lnTo>
                    <a:pt x="24383999" y="2011680"/>
                  </a:lnTo>
                  <a:lnTo>
                    <a:pt x="0" y="2011680"/>
                  </a:lnTo>
                  <a:close/>
                </a:path>
              </a:pathLst>
            </a:custGeom>
            <a:solidFill>
              <a:srgbClr val="1A1A35"/>
            </a:solidFill>
          </p:spPr>
        </p:sp>
        <p:sp>
          <p:nvSpPr>
            <p:cNvPr name="Freeform 31" id="31"/>
            <p:cNvSpPr/>
            <p:nvPr/>
          </p:nvSpPr>
          <p:spPr>
            <a:xfrm flipH="false" flipV="false" rot="0">
              <a:off x="0" y="0"/>
              <a:ext cx="24417782" cy="2045462"/>
            </a:xfrm>
            <a:custGeom>
              <a:avLst/>
              <a:gdLst/>
              <a:ahLst/>
              <a:cxnLst/>
              <a:rect r="r" b="b" t="t" l="l"/>
              <a:pathLst>
                <a:path h="2045462" w="24417782">
                  <a:moveTo>
                    <a:pt x="16891" y="0"/>
                  </a:moveTo>
                  <a:lnTo>
                    <a:pt x="24400890" y="0"/>
                  </a:lnTo>
                  <a:cubicBezTo>
                    <a:pt x="24410290" y="0"/>
                    <a:pt x="24417782" y="7620"/>
                    <a:pt x="24417782" y="16891"/>
                  </a:cubicBezTo>
                  <a:lnTo>
                    <a:pt x="24417782" y="2028571"/>
                  </a:lnTo>
                  <a:cubicBezTo>
                    <a:pt x="24417782" y="2037969"/>
                    <a:pt x="24410163" y="2045462"/>
                    <a:pt x="24400890" y="2045462"/>
                  </a:cubicBezTo>
                  <a:lnTo>
                    <a:pt x="16891" y="2045462"/>
                  </a:lnTo>
                  <a:cubicBezTo>
                    <a:pt x="7493" y="2045462"/>
                    <a:pt x="0" y="2037842"/>
                    <a:pt x="0" y="2028571"/>
                  </a:cubicBezTo>
                  <a:lnTo>
                    <a:pt x="0" y="16891"/>
                  </a:lnTo>
                  <a:cubicBezTo>
                    <a:pt x="0" y="7620"/>
                    <a:pt x="7620" y="0"/>
                    <a:pt x="16891" y="0"/>
                  </a:cubicBezTo>
                  <a:moveTo>
                    <a:pt x="16891" y="33909"/>
                  </a:moveTo>
                  <a:lnTo>
                    <a:pt x="16891" y="16891"/>
                  </a:lnTo>
                  <a:lnTo>
                    <a:pt x="33909" y="16891"/>
                  </a:lnTo>
                  <a:lnTo>
                    <a:pt x="33909" y="2028571"/>
                  </a:lnTo>
                  <a:lnTo>
                    <a:pt x="16891" y="2028571"/>
                  </a:lnTo>
                  <a:lnTo>
                    <a:pt x="16891" y="2011680"/>
                  </a:lnTo>
                  <a:lnTo>
                    <a:pt x="24400890" y="2011680"/>
                  </a:lnTo>
                  <a:lnTo>
                    <a:pt x="24400890" y="2028571"/>
                  </a:lnTo>
                  <a:lnTo>
                    <a:pt x="24384000" y="2028571"/>
                  </a:lnTo>
                  <a:lnTo>
                    <a:pt x="24384000" y="16891"/>
                  </a:lnTo>
                  <a:lnTo>
                    <a:pt x="24400890" y="16891"/>
                  </a:lnTo>
                  <a:lnTo>
                    <a:pt x="24400890" y="33909"/>
                  </a:lnTo>
                  <a:lnTo>
                    <a:pt x="16891" y="33909"/>
                  </a:lnTo>
                  <a:close/>
                </a:path>
              </a:pathLst>
            </a:custGeom>
            <a:solidFill>
              <a:srgbClr val="1A1A35"/>
            </a:solidFill>
          </p:spPr>
        </p:sp>
      </p:grpSp>
      <p:grpSp>
        <p:nvGrpSpPr>
          <p:cNvPr name="Group 32" id="32"/>
          <p:cNvGrpSpPr/>
          <p:nvPr/>
        </p:nvGrpSpPr>
        <p:grpSpPr>
          <a:xfrm rot="0">
            <a:off x="914400" y="8961120"/>
            <a:ext cx="16459200" cy="731520"/>
            <a:chOff x="0" y="0"/>
            <a:chExt cx="21945600" cy="975360"/>
          </a:xfrm>
        </p:grpSpPr>
        <p:sp>
          <p:nvSpPr>
            <p:cNvPr name="Freeform 33" id="33"/>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2">
                <a:alphaModFix amt="0"/>
              </a:blip>
              <a:stretch>
                <a:fillRect l="0" t="-388413" r="0" b="-388413"/>
              </a:stretch>
            </a:blipFill>
          </p:spPr>
        </p:sp>
        <p:sp>
          <p:nvSpPr>
            <p:cNvPr name="TextBox 34" id="34"/>
            <p:cNvSpPr txBox="true"/>
            <p:nvPr/>
          </p:nvSpPr>
          <p:spPr>
            <a:xfrm>
              <a:off x="0" y="-47625"/>
              <a:ext cx="21945600" cy="1022985"/>
            </a:xfrm>
            <a:prstGeom prst="rect">
              <a:avLst/>
            </a:prstGeom>
          </p:spPr>
          <p:txBody>
            <a:bodyPr anchor="ctr" rtlCol="false" tIns="0" lIns="0" bIns="0" rIns="0"/>
            <a:lstStyle/>
            <a:p>
              <a:pPr algn="ctr">
                <a:lnSpc>
                  <a:spcPts val="2640"/>
                </a:lnSpc>
              </a:pPr>
              <a:r>
                <a:rPr lang="en-US" sz="2200">
                  <a:solidFill>
                    <a:srgbClr val="8888A8"/>
                  </a:solidFill>
                  <a:latin typeface="Calibri (MS)"/>
                  <a:ea typeface="Calibri (MS)"/>
                  <a:cs typeface="Calibri (MS)"/>
                  <a:sym typeface="Calibri (MS)"/>
                </a:rPr>
                <a:t>By: Hansika Gupta  |  SAP ID: 590023988  |  Under the Guidance of: Arti Ma'am</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16891" y="16891"/>
              <a:ext cx="292608" cy="13715999"/>
            </a:xfrm>
            <a:custGeom>
              <a:avLst/>
              <a:gdLst/>
              <a:ahLst/>
              <a:cxnLst/>
              <a:rect r="r" b="b" t="t" l="l"/>
              <a:pathLst>
                <a:path h="13715999" w="292608">
                  <a:moveTo>
                    <a:pt x="0" y="0"/>
                  </a:moveTo>
                  <a:lnTo>
                    <a:pt x="292608" y="0"/>
                  </a:lnTo>
                  <a:lnTo>
                    <a:pt x="292608" y="13715999"/>
                  </a:lnTo>
                  <a:lnTo>
                    <a:pt x="0" y="13715999"/>
                  </a:lnTo>
                  <a:close/>
                </a:path>
              </a:pathLst>
            </a:custGeom>
            <a:solidFill>
              <a:srgbClr val="7C6AF7"/>
            </a:solidFill>
          </p:spPr>
        </p:sp>
        <p:sp>
          <p:nvSpPr>
            <p:cNvPr name="Freeform 4" id="4"/>
            <p:cNvSpPr/>
            <p:nvPr/>
          </p:nvSpPr>
          <p:spPr>
            <a:xfrm flipH="false" flipV="false" rot="0">
              <a:off x="0" y="0"/>
              <a:ext cx="326390" cy="13749782"/>
            </a:xfrm>
            <a:custGeom>
              <a:avLst/>
              <a:gdLst/>
              <a:ahLst/>
              <a:cxnLst/>
              <a:rect r="r" b="b" t="t" l="l"/>
              <a:pathLst>
                <a:path h="13749782" w="326390">
                  <a:moveTo>
                    <a:pt x="16891" y="0"/>
                  </a:moveTo>
                  <a:lnTo>
                    <a:pt x="309499" y="0"/>
                  </a:lnTo>
                  <a:cubicBezTo>
                    <a:pt x="318897" y="0"/>
                    <a:pt x="326390" y="7620"/>
                    <a:pt x="326390" y="16891"/>
                  </a:cubicBezTo>
                  <a:lnTo>
                    <a:pt x="326390" y="13732890"/>
                  </a:lnTo>
                  <a:cubicBezTo>
                    <a:pt x="326390" y="13742290"/>
                    <a:pt x="318770" y="13749782"/>
                    <a:pt x="309499"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09499" y="13716000"/>
                  </a:lnTo>
                  <a:lnTo>
                    <a:pt x="309499" y="13732890"/>
                  </a:lnTo>
                  <a:lnTo>
                    <a:pt x="292608" y="13732890"/>
                  </a:lnTo>
                  <a:lnTo>
                    <a:pt x="292608" y="16891"/>
                  </a:lnTo>
                  <a:lnTo>
                    <a:pt x="309499" y="16891"/>
                  </a:lnTo>
                  <a:lnTo>
                    <a:pt x="309499" y="33909"/>
                  </a:lnTo>
                  <a:lnTo>
                    <a:pt x="16891" y="33909"/>
                  </a:lnTo>
                  <a:close/>
                </a:path>
              </a:pathLst>
            </a:custGeom>
            <a:solidFill>
              <a:srgbClr val="7C6AF7"/>
            </a:solidFill>
          </p:spPr>
        </p:sp>
      </p:grpSp>
      <p:grpSp>
        <p:nvGrpSpPr>
          <p:cNvPr name="Group 5" id="5"/>
          <p:cNvGrpSpPr/>
          <p:nvPr/>
        </p:nvGrpSpPr>
        <p:grpSpPr>
          <a:xfrm rot="0">
            <a:off x="548640" y="457200"/>
            <a:ext cx="2194560" cy="1463040"/>
            <a:chOff x="0" y="0"/>
            <a:chExt cx="2926080" cy="1950720"/>
          </a:xfrm>
        </p:grpSpPr>
        <p:sp>
          <p:nvSpPr>
            <p:cNvPr name="Freeform 6" id="6"/>
            <p:cNvSpPr/>
            <p:nvPr/>
          </p:nvSpPr>
          <p:spPr>
            <a:xfrm flipH="false" flipV="false" rot="0">
              <a:off x="0" y="0"/>
              <a:ext cx="2926080" cy="1950720"/>
            </a:xfrm>
            <a:custGeom>
              <a:avLst/>
              <a:gdLst/>
              <a:ahLst/>
              <a:cxnLst/>
              <a:rect r="r" b="b" t="t" l="l"/>
              <a:pathLst>
                <a:path h="1950720" w="2926080">
                  <a:moveTo>
                    <a:pt x="0" y="0"/>
                  </a:moveTo>
                  <a:lnTo>
                    <a:pt x="2926080" y="0"/>
                  </a:lnTo>
                  <a:lnTo>
                    <a:pt x="2926080" y="1950720"/>
                  </a:lnTo>
                  <a:lnTo>
                    <a:pt x="0" y="1950720"/>
                  </a:lnTo>
                  <a:close/>
                </a:path>
              </a:pathLst>
            </a:custGeom>
            <a:blipFill>
              <a:blip r:embed="rId2">
                <a:alphaModFix amt="0"/>
              </a:blip>
              <a:stretch>
                <a:fillRect l="-35535" t="0" r="-35535" b="0"/>
              </a:stretch>
            </a:blipFill>
          </p:spPr>
        </p:sp>
        <p:sp>
          <p:nvSpPr>
            <p:cNvPr name="TextBox 7" id="7"/>
            <p:cNvSpPr txBox="true"/>
            <p:nvPr/>
          </p:nvSpPr>
          <p:spPr>
            <a:xfrm>
              <a:off x="0" y="-47625"/>
              <a:ext cx="2926080" cy="1998345"/>
            </a:xfrm>
            <a:prstGeom prst="rect">
              <a:avLst/>
            </a:prstGeom>
          </p:spPr>
          <p:txBody>
            <a:bodyPr anchor="ctr" rtlCol="false" tIns="0" lIns="0" bIns="0" rIns="0"/>
            <a:lstStyle/>
            <a:p>
              <a:pPr algn="l">
                <a:lnSpc>
                  <a:spcPts val="11519"/>
                </a:lnSpc>
              </a:pPr>
              <a:r>
                <a:rPr lang="en-US" sz="9600" b="true">
                  <a:solidFill>
                    <a:srgbClr val="7C6AF7"/>
                  </a:solidFill>
                  <a:latin typeface="Arial Bold"/>
                  <a:ea typeface="Arial Bold"/>
                  <a:cs typeface="Arial Bold"/>
                  <a:sym typeface="Arial Bold"/>
                </a:rPr>
                <a:t>01</a:t>
              </a:r>
            </a:p>
          </p:txBody>
        </p:sp>
      </p:grpSp>
      <p:grpSp>
        <p:nvGrpSpPr>
          <p:cNvPr name="Group 8" id="8"/>
          <p:cNvGrpSpPr/>
          <p:nvPr/>
        </p:nvGrpSpPr>
        <p:grpSpPr>
          <a:xfrm rot="0">
            <a:off x="548640" y="1645920"/>
            <a:ext cx="9144000" cy="1097280"/>
            <a:chOff x="0" y="0"/>
            <a:chExt cx="12192000" cy="1463040"/>
          </a:xfrm>
        </p:grpSpPr>
        <p:sp>
          <p:nvSpPr>
            <p:cNvPr name="Freeform 9" id="9"/>
            <p:cNvSpPr/>
            <p:nvPr/>
          </p:nvSpPr>
          <p:spPr>
            <a:xfrm flipH="false" flipV="false" rot="0">
              <a:off x="0" y="0"/>
              <a:ext cx="12192000" cy="1463040"/>
            </a:xfrm>
            <a:custGeom>
              <a:avLst/>
              <a:gdLst/>
              <a:ahLst/>
              <a:cxnLst/>
              <a:rect r="r" b="b" t="t" l="l"/>
              <a:pathLst>
                <a:path h="1463040" w="12192000">
                  <a:moveTo>
                    <a:pt x="0" y="0"/>
                  </a:moveTo>
                  <a:lnTo>
                    <a:pt x="12192000" y="0"/>
                  </a:lnTo>
                  <a:lnTo>
                    <a:pt x="12192000" y="1463040"/>
                  </a:lnTo>
                  <a:lnTo>
                    <a:pt x="0" y="1463040"/>
                  </a:lnTo>
                  <a:close/>
                </a:path>
              </a:pathLst>
            </a:custGeom>
            <a:blipFill>
              <a:blip r:embed="rId2">
                <a:alphaModFix amt="0"/>
              </a:blip>
              <a:stretch>
                <a:fillRect l="0" t="-112375" r="0" b="-112375"/>
              </a:stretch>
            </a:blipFill>
          </p:spPr>
        </p:sp>
        <p:sp>
          <p:nvSpPr>
            <p:cNvPr name="TextBox 10" id="10"/>
            <p:cNvSpPr txBox="true"/>
            <p:nvPr/>
          </p:nvSpPr>
          <p:spPr>
            <a:xfrm>
              <a:off x="0" y="-28575"/>
              <a:ext cx="12192000" cy="1491615"/>
            </a:xfrm>
            <a:prstGeom prst="rect">
              <a:avLst/>
            </a:prstGeom>
          </p:spPr>
          <p:txBody>
            <a:bodyPr anchor="ctr" rtlCol="false" tIns="0" lIns="0" bIns="0" rIns="0"/>
            <a:lstStyle/>
            <a:p>
              <a:pPr algn="l">
                <a:lnSpc>
                  <a:spcPts val="7680"/>
                </a:lnSpc>
              </a:pPr>
              <a:r>
                <a:rPr lang="en-US" sz="6400" b="true">
                  <a:solidFill>
                    <a:srgbClr val="FFFFFF"/>
                  </a:solidFill>
                  <a:latin typeface="Arial Bold"/>
                  <a:ea typeface="Arial Bold"/>
                  <a:cs typeface="Arial Bold"/>
                  <a:sym typeface="Arial Bold"/>
                </a:rPr>
                <a:t>Overview</a:t>
              </a:r>
            </a:p>
          </p:txBody>
        </p:sp>
      </p:grpSp>
      <p:grpSp>
        <p:nvGrpSpPr>
          <p:cNvPr name="Group 11" id="11"/>
          <p:cNvGrpSpPr/>
          <p:nvPr/>
        </p:nvGrpSpPr>
        <p:grpSpPr>
          <a:xfrm rot="0">
            <a:off x="548640" y="3017520"/>
            <a:ext cx="9692640" cy="2560320"/>
            <a:chOff x="0" y="0"/>
            <a:chExt cx="12923520" cy="3413760"/>
          </a:xfrm>
        </p:grpSpPr>
        <p:sp>
          <p:nvSpPr>
            <p:cNvPr name="Freeform 12" id="12"/>
            <p:cNvSpPr/>
            <p:nvPr/>
          </p:nvSpPr>
          <p:spPr>
            <a:xfrm flipH="false" flipV="false" rot="0">
              <a:off x="0" y="0"/>
              <a:ext cx="12923520" cy="3413760"/>
            </a:xfrm>
            <a:custGeom>
              <a:avLst/>
              <a:gdLst/>
              <a:ahLst/>
              <a:cxnLst/>
              <a:rect r="r" b="b" t="t" l="l"/>
              <a:pathLst>
                <a:path h="3413760" w="12923520">
                  <a:moveTo>
                    <a:pt x="0" y="0"/>
                  </a:moveTo>
                  <a:lnTo>
                    <a:pt x="12923520" y="0"/>
                  </a:lnTo>
                  <a:lnTo>
                    <a:pt x="12923520" y="3413760"/>
                  </a:lnTo>
                  <a:lnTo>
                    <a:pt x="0" y="3413760"/>
                  </a:lnTo>
                  <a:close/>
                </a:path>
              </a:pathLst>
            </a:custGeom>
            <a:blipFill>
              <a:blip r:embed="rId2">
                <a:alphaModFix amt="0"/>
              </a:blip>
              <a:stretch>
                <a:fillRect l="0" t="-23764" r="0" b="-23764"/>
              </a:stretch>
            </a:blipFill>
          </p:spPr>
        </p:sp>
        <p:sp>
          <p:nvSpPr>
            <p:cNvPr name="TextBox 13" id="13"/>
            <p:cNvSpPr txBox="true"/>
            <p:nvPr/>
          </p:nvSpPr>
          <p:spPr>
            <a:xfrm>
              <a:off x="0" y="-38100"/>
              <a:ext cx="12923520" cy="3451860"/>
            </a:xfrm>
            <a:prstGeom prst="rect">
              <a:avLst/>
            </a:prstGeom>
          </p:spPr>
          <p:txBody>
            <a:bodyPr anchor="ctr" rtlCol="false" tIns="0" lIns="0" bIns="0" rIns="0"/>
            <a:lstStyle/>
            <a:p>
              <a:pPr algn="l">
                <a:lnSpc>
                  <a:spcPts val="2879"/>
                </a:lnSpc>
              </a:pPr>
              <a:r>
                <a:rPr lang="en-US" sz="2400">
                  <a:solidFill>
                    <a:srgbClr val="8888A8"/>
                  </a:solidFill>
                  <a:latin typeface="Calibri (MS)"/>
                  <a:ea typeface="Calibri (MS)"/>
                  <a:cs typeface="Calibri (MS)"/>
                  <a:sym typeface="Calibri (MS)"/>
                </a:rPr>
                <a:t>In today's digital world, users consume content from multiple platforms such as movies, web series, books, anime, and games. However, there is no single platform where users can efficiently track and manage all types of content in one place.</a:t>
              </a:r>
            </a:p>
          </p:txBody>
        </p:sp>
      </p:grpSp>
      <p:grpSp>
        <p:nvGrpSpPr>
          <p:cNvPr name="Group 14" id="14"/>
          <p:cNvGrpSpPr/>
          <p:nvPr/>
        </p:nvGrpSpPr>
        <p:grpSpPr>
          <a:xfrm rot="0">
            <a:off x="548640" y="5669280"/>
            <a:ext cx="9692640" cy="2560320"/>
            <a:chOff x="0" y="0"/>
            <a:chExt cx="12923520" cy="3413760"/>
          </a:xfrm>
        </p:grpSpPr>
        <p:sp>
          <p:nvSpPr>
            <p:cNvPr name="Freeform 15" id="15"/>
            <p:cNvSpPr/>
            <p:nvPr/>
          </p:nvSpPr>
          <p:spPr>
            <a:xfrm flipH="false" flipV="false" rot="0">
              <a:off x="0" y="0"/>
              <a:ext cx="12923520" cy="3413760"/>
            </a:xfrm>
            <a:custGeom>
              <a:avLst/>
              <a:gdLst/>
              <a:ahLst/>
              <a:cxnLst/>
              <a:rect r="r" b="b" t="t" l="l"/>
              <a:pathLst>
                <a:path h="3413760" w="12923520">
                  <a:moveTo>
                    <a:pt x="0" y="0"/>
                  </a:moveTo>
                  <a:lnTo>
                    <a:pt x="12923520" y="0"/>
                  </a:lnTo>
                  <a:lnTo>
                    <a:pt x="12923520" y="3413760"/>
                  </a:lnTo>
                  <a:lnTo>
                    <a:pt x="0" y="3413760"/>
                  </a:lnTo>
                  <a:close/>
                </a:path>
              </a:pathLst>
            </a:custGeom>
            <a:blipFill>
              <a:blip r:embed="rId2">
                <a:alphaModFix amt="0"/>
              </a:blip>
              <a:stretch>
                <a:fillRect l="0" t="-23764" r="0" b="-23764"/>
              </a:stretch>
            </a:blipFill>
          </p:spPr>
        </p:sp>
        <p:sp>
          <p:nvSpPr>
            <p:cNvPr name="TextBox 16" id="16"/>
            <p:cNvSpPr txBox="true"/>
            <p:nvPr/>
          </p:nvSpPr>
          <p:spPr>
            <a:xfrm>
              <a:off x="0" y="-38100"/>
              <a:ext cx="12923520" cy="3451860"/>
            </a:xfrm>
            <a:prstGeom prst="rect">
              <a:avLst/>
            </a:prstGeom>
          </p:spPr>
          <p:txBody>
            <a:bodyPr anchor="ctr" rtlCol="false" tIns="0" lIns="0" bIns="0" rIns="0"/>
            <a:lstStyle/>
            <a:p>
              <a:pPr algn="l">
                <a:lnSpc>
                  <a:spcPts val="2879"/>
                </a:lnSpc>
              </a:pPr>
              <a:r>
                <a:rPr lang="en-US" sz="2400">
                  <a:solidFill>
                    <a:srgbClr val="E8E8F0"/>
                  </a:solidFill>
                  <a:latin typeface="Calibri (MS)"/>
                  <a:ea typeface="Calibri (MS)"/>
                  <a:cs typeface="Calibri (MS)"/>
                  <a:sym typeface="Calibri (MS)"/>
                </a:rPr>
                <a:t>TRAKORY is a full-stack Django web application that provides a centralized platform to track, organize, and manage all types of entertainment content with features like real-time API data, status tracking, rating system, mood-based recommendations, and personalized dashboards.</a:t>
              </a:r>
            </a:p>
          </p:txBody>
        </p:sp>
      </p:grpSp>
      <p:grpSp>
        <p:nvGrpSpPr>
          <p:cNvPr name="Group 17" id="17"/>
          <p:cNvGrpSpPr/>
          <p:nvPr/>
        </p:nvGrpSpPr>
        <p:grpSpPr>
          <a:xfrm rot="0">
            <a:off x="10953750" y="1443990"/>
            <a:ext cx="3512820" cy="3512820"/>
            <a:chOff x="0" y="0"/>
            <a:chExt cx="4683760" cy="4683760"/>
          </a:xfrm>
        </p:grpSpPr>
        <p:sp>
          <p:nvSpPr>
            <p:cNvPr name="Freeform 18" id="18"/>
            <p:cNvSpPr/>
            <p:nvPr/>
          </p:nvSpPr>
          <p:spPr>
            <a:xfrm flipH="false" flipV="false" rot="0">
              <a:off x="25400" y="25400"/>
              <a:ext cx="4632960" cy="4632960"/>
            </a:xfrm>
            <a:custGeom>
              <a:avLst/>
              <a:gdLst/>
              <a:ahLst/>
              <a:cxnLst/>
              <a:rect r="r" b="b" t="t" l="l"/>
              <a:pathLst>
                <a:path h="4632960" w="4632960">
                  <a:moveTo>
                    <a:pt x="0" y="0"/>
                  </a:moveTo>
                  <a:lnTo>
                    <a:pt x="4632960" y="0"/>
                  </a:lnTo>
                  <a:lnTo>
                    <a:pt x="4632960" y="4632960"/>
                  </a:lnTo>
                  <a:lnTo>
                    <a:pt x="0" y="4632960"/>
                  </a:lnTo>
                  <a:close/>
                </a:path>
              </a:pathLst>
            </a:custGeom>
            <a:solidFill>
              <a:srgbClr val="1A1A35"/>
            </a:solidFill>
          </p:spPr>
        </p:sp>
        <p:sp>
          <p:nvSpPr>
            <p:cNvPr name="Freeform 19" id="19"/>
            <p:cNvSpPr/>
            <p:nvPr/>
          </p:nvSpPr>
          <p:spPr>
            <a:xfrm flipH="false" flipV="false" rot="0">
              <a:off x="0" y="0"/>
              <a:ext cx="4683760" cy="4683760"/>
            </a:xfrm>
            <a:custGeom>
              <a:avLst/>
              <a:gdLst/>
              <a:ahLst/>
              <a:cxnLst/>
              <a:rect r="r" b="b" t="t" l="l"/>
              <a:pathLst>
                <a:path h="4683760" w="4683760">
                  <a:moveTo>
                    <a:pt x="25400" y="0"/>
                  </a:moveTo>
                  <a:lnTo>
                    <a:pt x="4658360" y="0"/>
                  </a:lnTo>
                  <a:cubicBezTo>
                    <a:pt x="4672330" y="0"/>
                    <a:pt x="4683760" y="11430"/>
                    <a:pt x="4683760" y="25400"/>
                  </a:cubicBezTo>
                  <a:lnTo>
                    <a:pt x="4683760" y="4658360"/>
                  </a:lnTo>
                  <a:cubicBezTo>
                    <a:pt x="4683760" y="4672330"/>
                    <a:pt x="4672330" y="4683760"/>
                    <a:pt x="4658360" y="4683760"/>
                  </a:cubicBezTo>
                  <a:lnTo>
                    <a:pt x="25400" y="4683760"/>
                  </a:lnTo>
                  <a:cubicBezTo>
                    <a:pt x="11430" y="4683760"/>
                    <a:pt x="0" y="4672330"/>
                    <a:pt x="0" y="4658360"/>
                  </a:cubicBezTo>
                  <a:lnTo>
                    <a:pt x="0" y="25400"/>
                  </a:lnTo>
                  <a:cubicBezTo>
                    <a:pt x="0" y="11430"/>
                    <a:pt x="11430" y="0"/>
                    <a:pt x="25400" y="0"/>
                  </a:cubicBezTo>
                  <a:moveTo>
                    <a:pt x="25400" y="50800"/>
                  </a:moveTo>
                  <a:lnTo>
                    <a:pt x="25400" y="25400"/>
                  </a:lnTo>
                  <a:lnTo>
                    <a:pt x="50800" y="25400"/>
                  </a:lnTo>
                  <a:lnTo>
                    <a:pt x="50800" y="4658360"/>
                  </a:lnTo>
                  <a:lnTo>
                    <a:pt x="25400" y="4658360"/>
                  </a:lnTo>
                  <a:lnTo>
                    <a:pt x="25400" y="4632960"/>
                  </a:lnTo>
                  <a:lnTo>
                    <a:pt x="4658360" y="4632960"/>
                  </a:lnTo>
                  <a:lnTo>
                    <a:pt x="4658360" y="4658360"/>
                  </a:lnTo>
                  <a:lnTo>
                    <a:pt x="4632960" y="4658360"/>
                  </a:lnTo>
                  <a:lnTo>
                    <a:pt x="4632960" y="25400"/>
                  </a:lnTo>
                  <a:lnTo>
                    <a:pt x="4658360" y="25400"/>
                  </a:lnTo>
                  <a:lnTo>
                    <a:pt x="4658360" y="50800"/>
                  </a:lnTo>
                  <a:lnTo>
                    <a:pt x="25400" y="50800"/>
                  </a:lnTo>
                  <a:close/>
                </a:path>
              </a:pathLst>
            </a:custGeom>
            <a:solidFill>
              <a:srgbClr val="7C6AF7"/>
            </a:solidFill>
          </p:spPr>
        </p:sp>
      </p:grpSp>
      <p:grpSp>
        <p:nvGrpSpPr>
          <p:cNvPr name="Group 20" id="20"/>
          <p:cNvGrpSpPr/>
          <p:nvPr/>
        </p:nvGrpSpPr>
        <p:grpSpPr>
          <a:xfrm rot="0">
            <a:off x="10972800" y="2011680"/>
            <a:ext cx="3474720" cy="1463040"/>
            <a:chOff x="0" y="0"/>
            <a:chExt cx="4632960" cy="1950720"/>
          </a:xfrm>
        </p:grpSpPr>
        <p:sp>
          <p:nvSpPr>
            <p:cNvPr name="Freeform 21" id="21"/>
            <p:cNvSpPr/>
            <p:nvPr/>
          </p:nvSpPr>
          <p:spPr>
            <a:xfrm flipH="false" flipV="false" rot="0">
              <a:off x="0" y="0"/>
              <a:ext cx="4632960" cy="1950720"/>
            </a:xfrm>
            <a:custGeom>
              <a:avLst/>
              <a:gdLst/>
              <a:ahLst/>
              <a:cxnLst/>
              <a:rect r="r" b="b" t="t" l="l"/>
              <a:pathLst>
                <a:path h="1950720" w="4632960">
                  <a:moveTo>
                    <a:pt x="0" y="0"/>
                  </a:moveTo>
                  <a:lnTo>
                    <a:pt x="4632960" y="0"/>
                  </a:lnTo>
                  <a:lnTo>
                    <a:pt x="4632960" y="1950720"/>
                  </a:lnTo>
                  <a:lnTo>
                    <a:pt x="0" y="1950720"/>
                  </a:lnTo>
                  <a:close/>
                </a:path>
              </a:pathLst>
            </a:custGeom>
            <a:blipFill>
              <a:blip r:embed="rId2">
                <a:alphaModFix amt="0"/>
              </a:blip>
              <a:stretch>
                <a:fillRect l="-4022" t="0" r="-4022" b="0"/>
              </a:stretch>
            </a:blipFill>
          </p:spPr>
        </p:sp>
        <p:sp>
          <p:nvSpPr>
            <p:cNvPr name="TextBox 22" id="22"/>
            <p:cNvSpPr txBox="true"/>
            <p:nvPr/>
          </p:nvSpPr>
          <p:spPr>
            <a:xfrm>
              <a:off x="0" y="-28575"/>
              <a:ext cx="4632960" cy="1979295"/>
            </a:xfrm>
            <a:prstGeom prst="rect">
              <a:avLst/>
            </a:prstGeom>
          </p:spPr>
          <p:txBody>
            <a:bodyPr anchor="ctr" rtlCol="false" tIns="0" lIns="0" bIns="0" rIns="0"/>
            <a:lstStyle/>
            <a:p>
              <a:pPr algn="ctr">
                <a:lnSpc>
                  <a:spcPts val="8640"/>
                </a:lnSpc>
              </a:pPr>
              <a:r>
                <a:rPr lang="en-US" sz="7200" b="true">
                  <a:solidFill>
                    <a:srgbClr val="7C6AF7"/>
                  </a:solidFill>
                  <a:latin typeface="Arial Bold"/>
                  <a:ea typeface="Arial Bold"/>
                  <a:cs typeface="Arial Bold"/>
                  <a:sym typeface="Arial Bold"/>
                </a:rPr>
                <a:t>5</a:t>
              </a:r>
            </a:p>
          </p:txBody>
        </p:sp>
      </p:grpSp>
      <p:grpSp>
        <p:nvGrpSpPr>
          <p:cNvPr name="Group 23" id="23"/>
          <p:cNvGrpSpPr/>
          <p:nvPr/>
        </p:nvGrpSpPr>
        <p:grpSpPr>
          <a:xfrm rot="0">
            <a:off x="10972800" y="3474720"/>
            <a:ext cx="3474720" cy="914400"/>
            <a:chOff x="0" y="0"/>
            <a:chExt cx="4632960" cy="1219200"/>
          </a:xfrm>
        </p:grpSpPr>
        <p:sp>
          <p:nvSpPr>
            <p:cNvPr name="Freeform 24" id="24"/>
            <p:cNvSpPr/>
            <p:nvPr/>
          </p:nvSpPr>
          <p:spPr>
            <a:xfrm flipH="false" flipV="false" rot="0">
              <a:off x="0" y="0"/>
              <a:ext cx="4632960" cy="1219200"/>
            </a:xfrm>
            <a:custGeom>
              <a:avLst/>
              <a:gdLst/>
              <a:ahLst/>
              <a:cxnLst/>
              <a:rect r="r" b="b" t="t" l="l"/>
              <a:pathLst>
                <a:path h="1219200" w="4632960">
                  <a:moveTo>
                    <a:pt x="0" y="0"/>
                  </a:moveTo>
                  <a:lnTo>
                    <a:pt x="4632960" y="0"/>
                  </a:lnTo>
                  <a:lnTo>
                    <a:pt x="4632960" y="1219200"/>
                  </a:lnTo>
                  <a:lnTo>
                    <a:pt x="0" y="1219200"/>
                  </a:lnTo>
                  <a:close/>
                </a:path>
              </a:pathLst>
            </a:custGeom>
            <a:blipFill>
              <a:blip r:embed="rId2">
                <a:alphaModFix amt="0"/>
              </a:blip>
              <a:stretch>
                <a:fillRect l="0" t="-24043" r="0" b="-24043"/>
              </a:stretch>
            </a:blipFill>
          </p:spPr>
        </p:sp>
        <p:sp>
          <p:nvSpPr>
            <p:cNvPr name="TextBox 25" id="25"/>
            <p:cNvSpPr txBox="true"/>
            <p:nvPr/>
          </p:nvSpPr>
          <p:spPr>
            <a:xfrm>
              <a:off x="0" y="-38100"/>
              <a:ext cx="4632960" cy="1257300"/>
            </a:xfrm>
            <a:prstGeom prst="rect">
              <a:avLst/>
            </a:prstGeom>
          </p:spPr>
          <p:txBody>
            <a:bodyPr anchor="ctr" rtlCol="false" tIns="0" lIns="0" bIns="0" rIns="0"/>
            <a:lstStyle/>
            <a:p>
              <a:pPr algn="ctr">
                <a:lnSpc>
                  <a:spcPts val="2400"/>
                </a:lnSpc>
              </a:pPr>
              <a:r>
                <a:rPr lang="en-US" sz="2000">
                  <a:solidFill>
                    <a:srgbClr val="8888A8"/>
                  </a:solidFill>
                  <a:latin typeface="Calibri (MS)"/>
                  <a:ea typeface="Calibri (MS)"/>
                  <a:cs typeface="Calibri (MS)"/>
                  <a:sym typeface="Calibri (MS)"/>
                </a:rPr>
                <a:t>Content Types</a:t>
              </a:r>
            </a:p>
          </p:txBody>
        </p:sp>
      </p:grpSp>
      <p:grpSp>
        <p:nvGrpSpPr>
          <p:cNvPr name="Group 26" id="26"/>
          <p:cNvGrpSpPr/>
          <p:nvPr/>
        </p:nvGrpSpPr>
        <p:grpSpPr>
          <a:xfrm rot="0">
            <a:off x="14794230" y="1443990"/>
            <a:ext cx="3512820" cy="3512820"/>
            <a:chOff x="0" y="0"/>
            <a:chExt cx="4683760" cy="4683760"/>
          </a:xfrm>
        </p:grpSpPr>
        <p:sp>
          <p:nvSpPr>
            <p:cNvPr name="Freeform 27" id="27"/>
            <p:cNvSpPr/>
            <p:nvPr/>
          </p:nvSpPr>
          <p:spPr>
            <a:xfrm flipH="false" flipV="false" rot="0">
              <a:off x="25400" y="25400"/>
              <a:ext cx="4632960" cy="4632960"/>
            </a:xfrm>
            <a:custGeom>
              <a:avLst/>
              <a:gdLst/>
              <a:ahLst/>
              <a:cxnLst/>
              <a:rect r="r" b="b" t="t" l="l"/>
              <a:pathLst>
                <a:path h="4632960" w="4632960">
                  <a:moveTo>
                    <a:pt x="0" y="0"/>
                  </a:moveTo>
                  <a:lnTo>
                    <a:pt x="4632960" y="0"/>
                  </a:lnTo>
                  <a:lnTo>
                    <a:pt x="4632960" y="4632960"/>
                  </a:lnTo>
                  <a:lnTo>
                    <a:pt x="0" y="4632960"/>
                  </a:lnTo>
                  <a:close/>
                </a:path>
              </a:pathLst>
            </a:custGeom>
            <a:solidFill>
              <a:srgbClr val="1A1A35"/>
            </a:solidFill>
          </p:spPr>
        </p:sp>
        <p:sp>
          <p:nvSpPr>
            <p:cNvPr name="Freeform 28" id="28"/>
            <p:cNvSpPr/>
            <p:nvPr/>
          </p:nvSpPr>
          <p:spPr>
            <a:xfrm flipH="false" flipV="false" rot="0">
              <a:off x="0" y="0"/>
              <a:ext cx="4683760" cy="4683760"/>
            </a:xfrm>
            <a:custGeom>
              <a:avLst/>
              <a:gdLst/>
              <a:ahLst/>
              <a:cxnLst/>
              <a:rect r="r" b="b" t="t" l="l"/>
              <a:pathLst>
                <a:path h="4683760" w="4683760">
                  <a:moveTo>
                    <a:pt x="25400" y="0"/>
                  </a:moveTo>
                  <a:lnTo>
                    <a:pt x="4658360" y="0"/>
                  </a:lnTo>
                  <a:cubicBezTo>
                    <a:pt x="4672330" y="0"/>
                    <a:pt x="4683760" y="11430"/>
                    <a:pt x="4683760" y="25400"/>
                  </a:cubicBezTo>
                  <a:lnTo>
                    <a:pt x="4683760" y="4658360"/>
                  </a:lnTo>
                  <a:cubicBezTo>
                    <a:pt x="4683760" y="4672330"/>
                    <a:pt x="4672330" y="4683760"/>
                    <a:pt x="4658360" y="4683760"/>
                  </a:cubicBezTo>
                  <a:lnTo>
                    <a:pt x="25400" y="4683760"/>
                  </a:lnTo>
                  <a:cubicBezTo>
                    <a:pt x="11430" y="4683760"/>
                    <a:pt x="0" y="4672330"/>
                    <a:pt x="0" y="4658360"/>
                  </a:cubicBezTo>
                  <a:lnTo>
                    <a:pt x="0" y="25400"/>
                  </a:lnTo>
                  <a:cubicBezTo>
                    <a:pt x="0" y="11430"/>
                    <a:pt x="11430" y="0"/>
                    <a:pt x="25400" y="0"/>
                  </a:cubicBezTo>
                  <a:moveTo>
                    <a:pt x="25400" y="50800"/>
                  </a:moveTo>
                  <a:lnTo>
                    <a:pt x="25400" y="25400"/>
                  </a:lnTo>
                  <a:lnTo>
                    <a:pt x="50800" y="25400"/>
                  </a:lnTo>
                  <a:lnTo>
                    <a:pt x="50800" y="4658360"/>
                  </a:lnTo>
                  <a:lnTo>
                    <a:pt x="25400" y="4658360"/>
                  </a:lnTo>
                  <a:lnTo>
                    <a:pt x="25400" y="4632960"/>
                  </a:lnTo>
                  <a:lnTo>
                    <a:pt x="4658360" y="4632960"/>
                  </a:lnTo>
                  <a:lnTo>
                    <a:pt x="4658360" y="4658360"/>
                  </a:lnTo>
                  <a:lnTo>
                    <a:pt x="4632960" y="4658360"/>
                  </a:lnTo>
                  <a:lnTo>
                    <a:pt x="4632960" y="25400"/>
                  </a:lnTo>
                  <a:lnTo>
                    <a:pt x="4658360" y="25400"/>
                  </a:lnTo>
                  <a:lnTo>
                    <a:pt x="4658360" y="50800"/>
                  </a:lnTo>
                  <a:lnTo>
                    <a:pt x="25400" y="50800"/>
                  </a:lnTo>
                  <a:close/>
                </a:path>
              </a:pathLst>
            </a:custGeom>
            <a:solidFill>
              <a:srgbClr val="F76A6A"/>
            </a:solidFill>
          </p:spPr>
        </p:sp>
      </p:grpSp>
      <p:grpSp>
        <p:nvGrpSpPr>
          <p:cNvPr name="Group 29" id="29"/>
          <p:cNvGrpSpPr/>
          <p:nvPr/>
        </p:nvGrpSpPr>
        <p:grpSpPr>
          <a:xfrm rot="0">
            <a:off x="14813280" y="2011680"/>
            <a:ext cx="3474720" cy="1463040"/>
            <a:chOff x="0" y="0"/>
            <a:chExt cx="4632960" cy="1950720"/>
          </a:xfrm>
        </p:grpSpPr>
        <p:sp>
          <p:nvSpPr>
            <p:cNvPr name="Freeform 30" id="30"/>
            <p:cNvSpPr/>
            <p:nvPr/>
          </p:nvSpPr>
          <p:spPr>
            <a:xfrm flipH="false" flipV="false" rot="0">
              <a:off x="0" y="0"/>
              <a:ext cx="4632960" cy="1950720"/>
            </a:xfrm>
            <a:custGeom>
              <a:avLst/>
              <a:gdLst/>
              <a:ahLst/>
              <a:cxnLst/>
              <a:rect r="r" b="b" t="t" l="l"/>
              <a:pathLst>
                <a:path h="1950720" w="4632960">
                  <a:moveTo>
                    <a:pt x="0" y="0"/>
                  </a:moveTo>
                  <a:lnTo>
                    <a:pt x="4632960" y="0"/>
                  </a:lnTo>
                  <a:lnTo>
                    <a:pt x="4632960" y="1950720"/>
                  </a:lnTo>
                  <a:lnTo>
                    <a:pt x="0" y="1950720"/>
                  </a:lnTo>
                  <a:close/>
                </a:path>
              </a:pathLst>
            </a:custGeom>
            <a:blipFill>
              <a:blip r:embed="rId2">
                <a:alphaModFix amt="0"/>
              </a:blip>
              <a:stretch>
                <a:fillRect l="-4022" t="0" r="-4022" b="0"/>
              </a:stretch>
            </a:blipFill>
          </p:spPr>
        </p:sp>
        <p:sp>
          <p:nvSpPr>
            <p:cNvPr name="TextBox 31" id="31"/>
            <p:cNvSpPr txBox="true"/>
            <p:nvPr/>
          </p:nvSpPr>
          <p:spPr>
            <a:xfrm>
              <a:off x="0" y="-28575"/>
              <a:ext cx="4632960" cy="1979295"/>
            </a:xfrm>
            <a:prstGeom prst="rect">
              <a:avLst/>
            </a:prstGeom>
          </p:spPr>
          <p:txBody>
            <a:bodyPr anchor="ctr" rtlCol="false" tIns="0" lIns="0" bIns="0" rIns="0"/>
            <a:lstStyle/>
            <a:p>
              <a:pPr algn="ctr">
                <a:lnSpc>
                  <a:spcPts val="8640"/>
                </a:lnSpc>
              </a:pPr>
              <a:r>
                <a:rPr lang="en-US" sz="7200" b="true">
                  <a:solidFill>
                    <a:srgbClr val="F76A6A"/>
                  </a:solidFill>
                  <a:latin typeface="Arial Bold"/>
                  <a:ea typeface="Arial Bold"/>
                  <a:cs typeface="Arial Bold"/>
                  <a:sym typeface="Arial Bold"/>
                </a:rPr>
                <a:t>3</a:t>
              </a:r>
            </a:p>
          </p:txBody>
        </p:sp>
      </p:grpSp>
      <p:grpSp>
        <p:nvGrpSpPr>
          <p:cNvPr name="Group 32" id="32"/>
          <p:cNvGrpSpPr/>
          <p:nvPr/>
        </p:nvGrpSpPr>
        <p:grpSpPr>
          <a:xfrm rot="0">
            <a:off x="14813280" y="3474720"/>
            <a:ext cx="3474720" cy="914400"/>
            <a:chOff x="0" y="0"/>
            <a:chExt cx="4632960" cy="1219200"/>
          </a:xfrm>
        </p:grpSpPr>
        <p:sp>
          <p:nvSpPr>
            <p:cNvPr name="Freeform 33" id="33"/>
            <p:cNvSpPr/>
            <p:nvPr/>
          </p:nvSpPr>
          <p:spPr>
            <a:xfrm flipH="false" flipV="false" rot="0">
              <a:off x="0" y="0"/>
              <a:ext cx="4632960" cy="1219200"/>
            </a:xfrm>
            <a:custGeom>
              <a:avLst/>
              <a:gdLst/>
              <a:ahLst/>
              <a:cxnLst/>
              <a:rect r="r" b="b" t="t" l="l"/>
              <a:pathLst>
                <a:path h="1219200" w="4632960">
                  <a:moveTo>
                    <a:pt x="0" y="0"/>
                  </a:moveTo>
                  <a:lnTo>
                    <a:pt x="4632960" y="0"/>
                  </a:lnTo>
                  <a:lnTo>
                    <a:pt x="4632960" y="1219200"/>
                  </a:lnTo>
                  <a:lnTo>
                    <a:pt x="0" y="1219200"/>
                  </a:lnTo>
                  <a:close/>
                </a:path>
              </a:pathLst>
            </a:custGeom>
            <a:blipFill>
              <a:blip r:embed="rId2">
                <a:alphaModFix amt="0"/>
              </a:blip>
              <a:stretch>
                <a:fillRect l="0" t="-24043" r="0" b="-24043"/>
              </a:stretch>
            </a:blipFill>
          </p:spPr>
        </p:sp>
        <p:sp>
          <p:nvSpPr>
            <p:cNvPr name="TextBox 34" id="34"/>
            <p:cNvSpPr txBox="true"/>
            <p:nvPr/>
          </p:nvSpPr>
          <p:spPr>
            <a:xfrm>
              <a:off x="0" y="-38100"/>
              <a:ext cx="4632960" cy="1257300"/>
            </a:xfrm>
            <a:prstGeom prst="rect">
              <a:avLst/>
            </a:prstGeom>
          </p:spPr>
          <p:txBody>
            <a:bodyPr anchor="ctr" rtlCol="false" tIns="0" lIns="0" bIns="0" rIns="0"/>
            <a:lstStyle/>
            <a:p>
              <a:pPr algn="ctr">
                <a:lnSpc>
                  <a:spcPts val="2400"/>
                </a:lnSpc>
              </a:pPr>
              <a:r>
                <a:rPr lang="en-US" sz="2000">
                  <a:solidFill>
                    <a:srgbClr val="8888A8"/>
                  </a:solidFill>
                  <a:latin typeface="Calibri (MS)"/>
                  <a:ea typeface="Calibri (MS)"/>
                  <a:cs typeface="Calibri (MS)"/>
                  <a:sym typeface="Calibri (MS)"/>
                </a:rPr>
                <a:t>Live APIs</a:t>
              </a:r>
            </a:p>
          </p:txBody>
        </p:sp>
      </p:grpSp>
      <p:grpSp>
        <p:nvGrpSpPr>
          <p:cNvPr name="Group 35" id="35"/>
          <p:cNvGrpSpPr/>
          <p:nvPr/>
        </p:nvGrpSpPr>
        <p:grpSpPr>
          <a:xfrm rot="0">
            <a:off x="10953750" y="5467350"/>
            <a:ext cx="3512820" cy="3512820"/>
            <a:chOff x="0" y="0"/>
            <a:chExt cx="4683760" cy="4683760"/>
          </a:xfrm>
        </p:grpSpPr>
        <p:sp>
          <p:nvSpPr>
            <p:cNvPr name="Freeform 36" id="36"/>
            <p:cNvSpPr/>
            <p:nvPr/>
          </p:nvSpPr>
          <p:spPr>
            <a:xfrm flipH="false" flipV="false" rot="0">
              <a:off x="25400" y="25400"/>
              <a:ext cx="4632960" cy="4632960"/>
            </a:xfrm>
            <a:custGeom>
              <a:avLst/>
              <a:gdLst/>
              <a:ahLst/>
              <a:cxnLst/>
              <a:rect r="r" b="b" t="t" l="l"/>
              <a:pathLst>
                <a:path h="4632960" w="4632960">
                  <a:moveTo>
                    <a:pt x="0" y="0"/>
                  </a:moveTo>
                  <a:lnTo>
                    <a:pt x="4632960" y="0"/>
                  </a:lnTo>
                  <a:lnTo>
                    <a:pt x="4632960" y="4632960"/>
                  </a:lnTo>
                  <a:lnTo>
                    <a:pt x="0" y="4632960"/>
                  </a:lnTo>
                  <a:close/>
                </a:path>
              </a:pathLst>
            </a:custGeom>
            <a:solidFill>
              <a:srgbClr val="1A1A35"/>
            </a:solidFill>
          </p:spPr>
        </p:sp>
        <p:sp>
          <p:nvSpPr>
            <p:cNvPr name="Freeform 37" id="37"/>
            <p:cNvSpPr/>
            <p:nvPr/>
          </p:nvSpPr>
          <p:spPr>
            <a:xfrm flipH="false" flipV="false" rot="0">
              <a:off x="0" y="0"/>
              <a:ext cx="4683760" cy="4683760"/>
            </a:xfrm>
            <a:custGeom>
              <a:avLst/>
              <a:gdLst/>
              <a:ahLst/>
              <a:cxnLst/>
              <a:rect r="r" b="b" t="t" l="l"/>
              <a:pathLst>
                <a:path h="4683760" w="4683760">
                  <a:moveTo>
                    <a:pt x="25400" y="0"/>
                  </a:moveTo>
                  <a:lnTo>
                    <a:pt x="4658360" y="0"/>
                  </a:lnTo>
                  <a:cubicBezTo>
                    <a:pt x="4672330" y="0"/>
                    <a:pt x="4683760" y="11430"/>
                    <a:pt x="4683760" y="25400"/>
                  </a:cubicBezTo>
                  <a:lnTo>
                    <a:pt x="4683760" y="4658360"/>
                  </a:lnTo>
                  <a:cubicBezTo>
                    <a:pt x="4683760" y="4672330"/>
                    <a:pt x="4672330" y="4683760"/>
                    <a:pt x="4658360" y="4683760"/>
                  </a:cubicBezTo>
                  <a:lnTo>
                    <a:pt x="25400" y="4683760"/>
                  </a:lnTo>
                  <a:cubicBezTo>
                    <a:pt x="11430" y="4683760"/>
                    <a:pt x="0" y="4672330"/>
                    <a:pt x="0" y="4658360"/>
                  </a:cubicBezTo>
                  <a:lnTo>
                    <a:pt x="0" y="25400"/>
                  </a:lnTo>
                  <a:cubicBezTo>
                    <a:pt x="0" y="11430"/>
                    <a:pt x="11430" y="0"/>
                    <a:pt x="25400" y="0"/>
                  </a:cubicBezTo>
                  <a:moveTo>
                    <a:pt x="25400" y="50800"/>
                  </a:moveTo>
                  <a:lnTo>
                    <a:pt x="25400" y="25400"/>
                  </a:lnTo>
                  <a:lnTo>
                    <a:pt x="50800" y="25400"/>
                  </a:lnTo>
                  <a:lnTo>
                    <a:pt x="50800" y="4658360"/>
                  </a:lnTo>
                  <a:lnTo>
                    <a:pt x="25400" y="4658360"/>
                  </a:lnTo>
                  <a:lnTo>
                    <a:pt x="25400" y="4632960"/>
                  </a:lnTo>
                  <a:lnTo>
                    <a:pt x="4658360" y="4632960"/>
                  </a:lnTo>
                  <a:lnTo>
                    <a:pt x="4658360" y="4658360"/>
                  </a:lnTo>
                  <a:lnTo>
                    <a:pt x="4632960" y="4658360"/>
                  </a:lnTo>
                  <a:lnTo>
                    <a:pt x="4632960" y="25400"/>
                  </a:lnTo>
                  <a:lnTo>
                    <a:pt x="4658360" y="25400"/>
                  </a:lnTo>
                  <a:lnTo>
                    <a:pt x="4658360" y="50800"/>
                  </a:lnTo>
                  <a:lnTo>
                    <a:pt x="25400" y="50800"/>
                  </a:lnTo>
                  <a:close/>
                </a:path>
              </a:pathLst>
            </a:custGeom>
            <a:solidFill>
              <a:srgbClr val="6AF7C4"/>
            </a:solidFill>
          </p:spPr>
        </p:sp>
      </p:grpSp>
      <p:grpSp>
        <p:nvGrpSpPr>
          <p:cNvPr name="Group 38" id="38"/>
          <p:cNvGrpSpPr/>
          <p:nvPr/>
        </p:nvGrpSpPr>
        <p:grpSpPr>
          <a:xfrm rot="0">
            <a:off x="10972800" y="6035040"/>
            <a:ext cx="3474720" cy="1463040"/>
            <a:chOff x="0" y="0"/>
            <a:chExt cx="4632960" cy="1950720"/>
          </a:xfrm>
        </p:grpSpPr>
        <p:sp>
          <p:nvSpPr>
            <p:cNvPr name="Freeform 39" id="39"/>
            <p:cNvSpPr/>
            <p:nvPr/>
          </p:nvSpPr>
          <p:spPr>
            <a:xfrm flipH="false" flipV="false" rot="0">
              <a:off x="0" y="0"/>
              <a:ext cx="4632960" cy="1950720"/>
            </a:xfrm>
            <a:custGeom>
              <a:avLst/>
              <a:gdLst/>
              <a:ahLst/>
              <a:cxnLst/>
              <a:rect r="r" b="b" t="t" l="l"/>
              <a:pathLst>
                <a:path h="1950720" w="4632960">
                  <a:moveTo>
                    <a:pt x="0" y="0"/>
                  </a:moveTo>
                  <a:lnTo>
                    <a:pt x="4632960" y="0"/>
                  </a:lnTo>
                  <a:lnTo>
                    <a:pt x="4632960" y="1950720"/>
                  </a:lnTo>
                  <a:lnTo>
                    <a:pt x="0" y="1950720"/>
                  </a:lnTo>
                  <a:close/>
                </a:path>
              </a:pathLst>
            </a:custGeom>
            <a:blipFill>
              <a:blip r:embed="rId2">
                <a:alphaModFix amt="0"/>
              </a:blip>
              <a:stretch>
                <a:fillRect l="-4022" t="0" r="-4022" b="0"/>
              </a:stretch>
            </a:blipFill>
          </p:spPr>
        </p:sp>
        <p:sp>
          <p:nvSpPr>
            <p:cNvPr name="TextBox 40" id="40"/>
            <p:cNvSpPr txBox="true"/>
            <p:nvPr/>
          </p:nvSpPr>
          <p:spPr>
            <a:xfrm>
              <a:off x="0" y="-28575"/>
              <a:ext cx="4632960" cy="1979295"/>
            </a:xfrm>
            <a:prstGeom prst="rect">
              <a:avLst/>
            </a:prstGeom>
          </p:spPr>
          <p:txBody>
            <a:bodyPr anchor="ctr" rtlCol="false" tIns="0" lIns="0" bIns="0" rIns="0"/>
            <a:lstStyle/>
            <a:p>
              <a:pPr algn="ctr">
                <a:lnSpc>
                  <a:spcPts val="8640"/>
                </a:lnSpc>
              </a:pPr>
              <a:r>
                <a:rPr lang="en-US" sz="7200" b="true">
                  <a:solidFill>
                    <a:srgbClr val="6AF7C4"/>
                  </a:solidFill>
                  <a:latin typeface="Arial Bold"/>
                  <a:ea typeface="Arial Bold"/>
                  <a:cs typeface="Arial Bold"/>
                  <a:sym typeface="Arial Bold"/>
                </a:rPr>
                <a:t>8</a:t>
              </a:r>
            </a:p>
          </p:txBody>
        </p:sp>
      </p:grpSp>
      <p:grpSp>
        <p:nvGrpSpPr>
          <p:cNvPr name="Group 41" id="41"/>
          <p:cNvGrpSpPr/>
          <p:nvPr/>
        </p:nvGrpSpPr>
        <p:grpSpPr>
          <a:xfrm rot="0">
            <a:off x="10972800" y="7498080"/>
            <a:ext cx="3474720" cy="914400"/>
            <a:chOff x="0" y="0"/>
            <a:chExt cx="4632960" cy="1219200"/>
          </a:xfrm>
        </p:grpSpPr>
        <p:sp>
          <p:nvSpPr>
            <p:cNvPr name="Freeform 42" id="42"/>
            <p:cNvSpPr/>
            <p:nvPr/>
          </p:nvSpPr>
          <p:spPr>
            <a:xfrm flipH="false" flipV="false" rot="0">
              <a:off x="0" y="0"/>
              <a:ext cx="4632960" cy="1219200"/>
            </a:xfrm>
            <a:custGeom>
              <a:avLst/>
              <a:gdLst/>
              <a:ahLst/>
              <a:cxnLst/>
              <a:rect r="r" b="b" t="t" l="l"/>
              <a:pathLst>
                <a:path h="1219200" w="4632960">
                  <a:moveTo>
                    <a:pt x="0" y="0"/>
                  </a:moveTo>
                  <a:lnTo>
                    <a:pt x="4632960" y="0"/>
                  </a:lnTo>
                  <a:lnTo>
                    <a:pt x="4632960" y="1219200"/>
                  </a:lnTo>
                  <a:lnTo>
                    <a:pt x="0" y="1219200"/>
                  </a:lnTo>
                  <a:close/>
                </a:path>
              </a:pathLst>
            </a:custGeom>
            <a:blipFill>
              <a:blip r:embed="rId2">
                <a:alphaModFix amt="0"/>
              </a:blip>
              <a:stretch>
                <a:fillRect l="0" t="-24043" r="0" b="-24043"/>
              </a:stretch>
            </a:blipFill>
          </p:spPr>
        </p:sp>
        <p:sp>
          <p:nvSpPr>
            <p:cNvPr name="TextBox 43" id="43"/>
            <p:cNvSpPr txBox="true"/>
            <p:nvPr/>
          </p:nvSpPr>
          <p:spPr>
            <a:xfrm>
              <a:off x="0" y="-38100"/>
              <a:ext cx="4632960" cy="1257300"/>
            </a:xfrm>
            <a:prstGeom prst="rect">
              <a:avLst/>
            </a:prstGeom>
          </p:spPr>
          <p:txBody>
            <a:bodyPr anchor="ctr" rtlCol="false" tIns="0" lIns="0" bIns="0" rIns="0"/>
            <a:lstStyle/>
            <a:p>
              <a:pPr algn="ctr">
                <a:lnSpc>
                  <a:spcPts val="2400"/>
                </a:lnSpc>
              </a:pPr>
              <a:r>
                <a:rPr lang="en-US" sz="2000">
                  <a:solidFill>
                    <a:srgbClr val="8888A8"/>
                  </a:solidFill>
                  <a:latin typeface="Calibri (MS)"/>
                  <a:ea typeface="Calibri (MS)"/>
                  <a:cs typeface="Calibri (MS)"/>
                  <a:sym typeface="Calibri (MS)"/>
                </a:rPr>
                <a:t>Mood Filters</a:t>
              </a:r>
            </a:p>
          </p:txBody>
        </p:sp>
      </p:grpSp>
      <p:grpSp>
        <p:nvGrpSpPr>
          <p:cNvPr name="Group 44" id="44"/>
          <p:cNvGrpSpPr/>
          <p:nvPr/>
        </p:nvGrpSpPr>
        <p:grpSpPr>
          <a:xfrm rot="0">
            <a:off x="14794230" y="5467350"/>
            <a:ext cx="3512820" cy="3512820"/>
            <a:chOff x="0" y="0"/>
            <a:chExt cx="4683760" cy="4683760"/>
          </a:xfrm>
        </p:grpSpPr>
        <p:sp>
          <p:nvSpPr>
            <p:cNvPr name="Freeform 45" id="45"/>
            <p:cNvSpPr/>
            <p:nvPr/>
          </p:nvSpPr>
          <p:spPr>
            <a:xfrm flipH="false" flipV="false" rot="0">
              <a:off x="25400" y="25400"/>
              <a:ext cx="4632960" cy="4632960"/>
            </a:xfrm>
            <a:custGeom>
              <a:avLst/>
              <a:gdLst/>
              <a:ahLst/>
              <a:cxnLst/>
              <a:rect r="r" b="b" t="t" l="l"/>
              <a:pathLst>
                <a:path h="4632960" w="4632960">
                  <a:moveTo>
                    <a:pt x="0" y="0"/>
                  </a:moveTo>
                  <a:lnTo>
                    <a:pt x="4632960" y="0"/>
                  </a:lnTo>
                  <a:lnTo>
                    <a:pt x="4632960" y="4632960"/>
                  </a:lnTo>
                  <a:lnTo>
                    <a:pt x="0" y="4632960"/>
                  </a:lnTo>
                  <a:close/>
                </a:path>
              </a:pathLst>
            </a:custGeom>
            <a:solidFill>
              <a:srgbClr val="1A1A35"/>
            </a:solidFill>
          </p:spPr>
        </p:sp>
        <p:sp>
          <p:nvSpPr>
            <p:cNvPr name="Freeform 46" id="46"/>
            <p:cNvSpPr/>
            <p:nvPr/>
          </p:nvSpPr>
          <p:spPr>
            <a:xfrm flipH="false" flipV="false" rot="0">
              <a:off x="0" y="0"/>
              <a:ext cx="4683760" cy="4683760"/>
            </a:xfrm>
            <a:custGeom>
              <a:avLst/>
              <a:gdLst/>
              <a:ahLst/>
              <a:cxnLst/>
              <a:rect r="r" b="b" t="t" l="l"/>
              <a:pathLst>
                <a:path h="4683760" w="4683760">
                  <a:moveTo>
                    <a:pt x="25400" y="0"/>
                  </a:moveTo>
                  <a:lnTo>
                    <a:pt x="4658360" y="0"/>
                  </a:lnTo>
                  <a:cubicBezTo>
                    <a:pt x="4672330" y="0"/>
                    <a:pt x="4683760" y="11430"/>
                    <a:pt x="4683760" y="25400"/>
                  </a:cubicBezTo>
                  <a:lnTo>
                    <a:pt x="4683760" y="4658360"/>
                  </a:lnTo>
                  <a:cubicBezTo>
                    <a:pt x="4683760" y="4672330"/>
                    <a:pt x="4672330" y="4683760"/>
                    <a:pt x="4658360" y="4683760"/>
                  </a:cubicBezTo>
                  <a:lnTo>
                    <a:pt x="25400" y="4683760"/>
                  </a:lnTo>
                  <a:cubicBezTo>
                    <a:pt x="11430" y="4683760"/>
                    <a:pt x="0" y="4672330"/>
                    <a:pt x="0" y="4658360"/>
                  </a:cubicBezTo>
                  <a:lnTo>
                    <a:pt x="0" y="25400"/>
                  </a:lnTo>
                  <a:cubicBezTo>
                    <a:pt x="0" y="11430"/>
                    <a:pt x="11430" y="0"/>
                    <a:pt x="25400" y="0"/>
                  </a:cubicBezTo>
                  <a:moveTo>
                    <a:pt x="25400" y="50800"/>
                  </a:moveTo>
                  <a:lnTo>
                    <a:pt x="25400" y="25400"/>
                  </a:lnTo>
                  <a:lnTo>
                    <a:pt x="50800" y="25400"/>
                  </a:lnTo>
                  <a:lnTo>
                    <a:pt x="50800" y="4658360"/>
                  </a:lnTo>
                  <a:lnTo>
                    <a:pt x="25400" y="4658360"/>
                  </a:lnTo>
                  <a:lnTo>
                    <a:pt x="25400" y="4632960"/>
                  </a:lnTo>
                  <a:lnTo>
                    <a:pt x="4658360" y="4632960"/>
                  </a:lnTo>
                  <a:lnTo>
                    <a:pt x="4658360" y="4658360"/>
                  </a:lnTo>
                  <a:lnTo>
                    <a:pt x="4632960" y="4658360"/>
                  </a:lnTo>
                  <a:lnTo>
                    <a:pt x="4632960" y="25400"/>
                  </a:lnTo>
                  <a:lnTo>
                    <a:pt x="4658360" y="25400"/>
                  </a:lnTo>
                  <a:lnTo>
                    <a:pt x="4658360" y="50800"/>
                  </a:lnTo>
                  <a:lnTo>
                    <a:pt x="25400" y="50800"/>
                  </a:lnTo>
                  <a:close/>
                </a:path>
              </a:pathLst>
            </a:custGeom>
            <a:solidFill>
              <a:srgbClr val="F7C46A"/>
            </a:solidFill>
          </p:spPr>
        </p:sp>
      </p:grpSp>
      <p:grpSp>
        <p:nvGrpSpPr>
          <p:cNvPr name="Group 47" id="47"/>
          <p:cNvGrpSpPr/>
          <p:nvPr/>
        </p:nvGrpSpPr>
        <p:grpSpPr>
          <a:xfrm rot="0">
            <a:off x="14813280" y="6035040"/>
            <a:ext cx="3474720" cy="1463040"/>
            <a:chOff x="0" y="0"/>
            <a:chExt cx="4632960" cy="1950720"/>
          </a:xfrm>
        </p:grpSpPr>
        <p:sp>
          <p:nvSpPr>
            <p:cNvPr name="Freeform 48" id="48"/>
            <p:cNvSpPr/>
            <p:nvPr/>
          </p:nvSpPr>
          <p:spPr>
            <a:xfrm flipH="false" flipV="false" rot="0">
              <a:off x="0" y="0"/>
              <a:ext cx="4632960" cy="1950720"/>
            </a:xfrm>
            <a:custGeom>
              <a:avLst/>
              <a:gdLst/>
              <a:ahLst/>
              <a:cxnLst/>
              <a:rect r="r" b="b" t="t" l="l"/>
              <a:pathLst>
                <a:path h="1950720" w="4632960">
                  <a:moveTo>
                    <a:pt x="0" y="0"/>
                  </a:moveTo>
                  <a:lnTo>
                    <a:pt x="4632960" y="0"/>
                  </a:lnTo>
                  <a:lnTo>
                    <a:pt x="4632960" y="1950720"/>
                  </a:lnTo>
                  <a:lnTo>
                    <a:pt x="0" y="1950720"/>
                  </a:lnTo>
                  <a:close/>
                </a:path>
              </a:pathLst>
            </a:custGeom>
            <a:blipFill>
              <a:blip r:embed="rId2">
                <a:alphaModFix amt="0"/>
              </a:blip>
              <a:stretch>
                <a:fillRect l="-4022" t="0" r="-4022" b="0"/>
              </a:stretch>
            </a:blipFill>
          </p:spPr>
        </p:sp>
        <p:sp>
          <p:nvSpPr>
            <p:cNvPr name="TextBox 49" id="49"/>
            <p:cNvSpPr txBox="true"/>
            <p:nvPr/>
          </p:nvSpPr>
          <p:spPr>
            <a:xfrm>
              <a:off x="0" y="-28575"/>
              <a:ext cx="4632960" cy="1979295"/>
            </a:xfrm>
            <a:prstGeom prst="rect">
              <a:avLst/>
            </a:prstGeom>
          </p:spPr>
          <p:txBody>
            <a:bodyPr anchor="ctr" rtlCol="false" tIns="0" lIns="0" bIns="0" rIns="0"/>
            <a:lstStyle/>
            <a:p>
              <a:pPr algn="ctr">
                <a:lnSpc>
                  <a:spcPts val="8640"/>
                </a:lnSpc>
              </a:pPr>
              <a:r>
                <a:rPr lang="en-US" sz="7200" b="true">
                  <a:solidFill>
                    <a:srgbClr val="F7C46A"/>
                  </a:solidFill>
                  <a:latin typeface="Arial Bold"/>
                  <a:ea typeface="Arial Bold"/>
                  <a:cs typeface="Arial Bold"/>
                  <a:sym typeface="Arial Bold"/>
                </a:rPr>
                <a:t>∞</a:t>
              </a:r>
            </a:p>
          </p:txBody>
        </p:sp>
      </p:grpSp>
      <p:grpSp>
        <p:nvGrpSpPr>
          <p:cNvPr name="Group 50" id="50"/>
          <p:cNvGrpSpPr/>
          <p:nvPr/>
        </p:nvGrpSpPr>
        <p:grpSpPr>
          <a:xfrm rot="0">
            <a:off x="14813280" y="7498080"/>
            <a:ext cx="3474720" cy="914400"/>
            <a:chOff x="0" y="0"/>
            <a:chExt cx="4632960" cy="1219200"/>
          </a:xfrm>
        </p:grpSpPr>
        <p:sp>
          <p:nvSpPr>
            <p:cNvPr name="Freeform 51" id="51"/>
            <p:cNvSpPr/>
            <p:nvPr/>
          </p:nvSpPr>
          <p:spPr>
            <a:xfrm flipH="false" flipV="false" rot="0">
              <a:off x="0" y="0"/>
              <a:ext cx="4632960" cy="1219200"/>
            </a:xfrm>
            <a:custGeom>
              <a:avLst/>
              <a:gdLst/>
              <a:ahLst/>
              <a:cxnLst/>
              <a:rect r="r" b="b" t="t" l="l"/>
              <a:pathLst>
                <a:path h="1219200" w="4632960">
                  <a:moveTo>
                    <a:pt x="0" y="0"/>
                  </a:moveTo>
                  <a:lnTo>
                    <a:pt x="4632960" y="0"/>
                  </a:lnTo>
                  <a:lnTo>
                    <a:pt x="4632960" y="1219200"/>
                  </a:lnTo>
                  <a:lnTo>
                    <a:pt x="0" y="1219200"/>
                  </a:lnTo>
                  <a:close/>
                </a:path>
              </a:pathLst>
            </a:custGeom>
            <a:blipFill>
              <a:blip r:embed="rId2">
                <a:alphaModFix amt="0"/>
              </a:blip>
              <a:stretch>
                <a:fillRect l="0" t="-24043" r="0" b="-24043"/>
              </a:stretch>
            </a:blipFill>
          </p:spPr>
        </p:sp>
        <p:sp>
          <p:nvSpPr>
            <p:cNvPr name="TextBox 52" id="52"/>
            <p:cNvSpPr txBox="true"/>
            <p:nvPr/>
          </p:nvSpPr>
          <p:spPr>
            <a:xfrm>
              <a:off x="0" y="-38100"/>
              <a:ext cx="4632960" cy="1257300"/>
            </a:xfrm>
            <a:prstGeom prst="rect">
              <a:avLst/>
            </a:prstGeom>
          </p:spPr>
          <p:txBody>
            <a:bodyPr anchor="ctr" rtlCol="false" tIns="0" lIns="0" bIns="0" rIns="0"/>
            <a:lstStyle/>
            <a:p>
              <a:pPr algn="ctr">
                <a:lnSpc>
                  <a:spcPts val="2400"/>
                </a:lnSpc>
              </a:pPr>
              <a:r>
                <a:rPr lang="en-US" sz="2000">
                  <a:solidFill>
                    <a:srgbClr val="8888A8"/>
                  </a:solidFill>
                  <a:latin typeface="Calibri (MS)"/>
                  <a:ea typeface="Calibri (MS)"/>
                  <a:cs typeface="Calibri (MS)"/>
                  <a:sym typeface="Calibri (MS)"/>
                </a:rPr>
                <a:t>Users Supported</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16891" y="16891"/>
              <a:ext cx="292608" cy="13715999"/>
            </a:xfrm>
            <a:custGeom>
              <a:avLst/>
              <a:gdLst/>
              <a:ahLst/>
              <a:cxnLst/>
              <a:rect r="r" b="b" t="t" l="l"/>
              <a:pathLst>
                <a:path h="13715999" w="292608">
                  <a:moveTo>
                    <a:pt x="0" y="0"/>
                  </a:moveTo>
                  <a:lnTo>
                    <a:pt x="292608" y="0"/>
                  </a:lnTo>
                  <a:lnTo>
                    <a:pt x="292608" y="13715999"/>
                  </a:lnTo>
                  <a:lnTo>
                    <a:pt x="0" y="13715999"/>
                  </a:lnTo>
                  <a:close/>
                </a:path>
              </a:pathLst>
            </a:custGeom>
            <a:solidFill>
              <a:srgbClr val="F76A6A"/>
            </a:solidFill>
          </p:spPr>
        </p:sp>
        <p:sp>
          <p:nvSpPr>
            <p:cNvPr name="Freeform 4" id="4"/>
            <p:cNvSpPr/>
            <p:nvPr/>
          </p:nvSpPr>
          <p:spPr>
            <a:xfrm flipH="false" flipV="false" rot="0">
              <a:off x="0" y="0"/>
              <a:ext cx="326390" cy="13749782"/>
            </a:xfrm>
            <a:custGeom>
              <a:avLst/>
              <a:gdLst/>
              <a:ahLst/>
              <a:cxnLst/>
              <a:rect r="r" b="b" t="t" l="l"/>
              <a:pathLst>
                <a:path h="13749782" w="326390">
                  <a:moveTo>
                    <a:pt x="16891" y="0"/>
                  </a:moveTo>
                  <a:lnTo>
                    <a:pt x="309499" y="0"/>
                  </a:lnTo>
                  <a:cubicBezTo>
                    <a:pt x="318897" y="0"/>
                    <a:pt x="326390" y="7620"/>
                    <a:pt x="326390" y="16891"/>
                  </a:cubicBezTo>
                  <a:lnTo>
                    <a:pt x="326390" y="13732890"/>
                  </a:lnTo>
                  <a:cubicBezTo>
                    <a:pt x="326390" y="13742290"/>
                    <a:pt x="318770" y="13749782"/>
                    <a:pt x="309499"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09499" y="13716000"/>
                  </a:lnTo>
                  <a:lnTo>
                    <a:pt x="309499" y="13732890"/>
                  </a:lnTo>
                  <a:lnTo>
                    <a:pt x="292608" y="13732890"/>
                  </a:lnTo>
                  <a:lnTo>
                    <a:pt x="292608" y="16891"/>
                  </a:lnTo>
                  <a:lnTo>
                    <a:pt x="309499" y="16891"/>
                  </a:lnTo>
                  <a:lnTo>
                    <a:pt x="309499" y="33909"/>
                  </a:lnTo>
                  <a:lnTo>
                    <a:pt x="16891" y="33909"/>
                  </a:lnTo>
                  <a:close/>
                </a:path>
              </a:pathLst>
            </a:custGeom>
            <a:solidFill>
              <a:srgbClr val="F76A6A"/>
            </a:solidFill>
          </p:spPr>
        </p:sp>
      </p:grpSp>
      <p:grpSp>
        <p:nvGrpSpPr>
          <p:cNvPr name="Group 5" id="5"/>
          <p:cNvGrpSpPr/>
          <p:nvPr/>
        </p:nvGrpSpPr>
        <p:grpSpPr>
          <a:xfrm rot="0">
            <a:off x="548640" y="457200"/>
            <a:ext cx="2194560" cy="1463040"/>
            <a:chOff x="0" y="0"/>
            <a:chExt cx="2926080" cy="1950720"/>
          </a:xfrm>
        </p:grpSpPr>
        <p:sp>
          <p:nvSpPr>
            <p:cNvPr name="Freeform 6" id="6"/>
            <p:cNvSpPr/>
            <p:nvPr/>
          </p:nvSpPr>
          <p:spPr>
            <a:xfrm flipH="false" flipV="false" rot="0">
              <a:off x="0" y="0"/>
              <a:ext cx="2926080" cy="1950720"/>
            </a:xfrm>
            <a:custGeom>
              <a:avLst/>
              <a:gdLst/>
              <a:ahLst/>
              <a:cxnLst/>
              <a:rect r="r" b="b" t="t" l="l"/>
              <a:pathLst>
                <a:path h="1950720" w="2926080">
                  <a:moveTo>
                    <a:pt x="0" y="0"/>
                  </a:moveTo>
                  <a:lnTo>
                    <a:pt x="2926080" y="0"/>
                  </a:lnTo>
                  <a:lnTo>
                    <a:pt x="2926080" y="1950720"/>
                  </a:lnTo>
                  <a:lnTo>
                    <a:pt x="0" y="1950720"/>
                  </a:lnTo>
                  <a:close/>
                </a:path>
              </a:pathLst>
            </a:custGeom>
            <a:blipFill>
              <a:blip r:embed="rId2">
                <a:alphaModFix amt="0"/>
              </a:blip>
              <a:stretch>
                <a:fillRect l="-35535" t="0" r="-35535" b="0"/>
              </a:stretch>
            </a:blipFill>
          </p:spPr>
        </p:sp>
        <p:sp>
          <p:nvSpPr>
            <p:cNvPr name="TextBox 7" id="7"/>
            <p:cNvSpPr txBox="true"/>
            <p:nvPr/>
          </p:nvSpPr>
          <p:spPr>
            <a:xfrm>
              <a:off x="0" y="-47625"/>
              <a:ext cx="2926080" cy="1998345"/>
            </a:xfrm>
            <a:prstGeom prst="rect">
              <a:avLst/>
            </a:prstGeom>
          </p:spPr>
          <p:txBody>
            <a:bodyPr anchor="ctr" rtlCol="false" tIns="0" lIns="0" bIns="0" rIns="0"/>
            <a:lstStyle/>
            <a:p>
              <a:pPr algn="l">
                <a:lnSpc>
                  <a:spcPts val="11519"/>
                </a:lnSpc>
              </a:pPr>
              <a:r>
                <a:rPr lang="en-US" sz="9600" b="true">
                  <a:solidFill>
                    <a:srgbClr val="F76A6A"/>
                  </a:solidFill>
                  <a:latin typeface="Arial Bold"/>
                  <a:ea typeface="Arial Bold"/>
                  <a:cs typeface="Arial Bold"/>
                  <a:sym typeface="Arial Bold"/>
                </a:rPr>
                <a:t>02</a:t>
              </a:r>
            </a:p>
          </p:txBody>
        </p:sp>
      </p:grpSp>
      <p:grpSp>
        <p:nvGrpSpPr>
          <p:cNvPr name="Group 8" id="8"/>
          <p:cNvGrpSpPr/>
          <p:nvPr/>
        </p:nvGrpSpPr>
        <p:grpSpPr>
          <a:xfrm rot="0">
            <a:off x="548640" y="1645920"/>
            <a:ext cx="16459200" cy="1097280"/>
            <a:chOff x="0" y="0"/>
            <a:chExt cx="21945600" cy="1463040"/>
          </a:xfrm>
        </p:grpSpPr>
        <p:sp>
          <p:nvSpPr>
            <p:cNvPr name="Freeform 9" id="9"/>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2">
                <a:alphaModFix amt="0"/>
              </a:blip>
              <a:stretch>
                <a:fillRect l="0" t="-242275" r="0" b="-242275"/>
              </a:stretch>
            </a:blipFill>
          </p:spPr>
        </p:sp>
        <p:sp>
          <p:nvSpPr>
            <p:cNvPr name="TextBox 10" id="10"/>
            <p:cNvSpPr txBox="true"/>
            <p:nvPr/>
          </p:nvSpPr>
          <p:spPr>
            <a:xfrm>
              <a:off x="0" y="-28575"/>
              <a:ext cx="21945600" cy="1491615"/>
            </a:xfrm>
            <a:prstGeom prst="rect">
              <a:avLst/>
            </a:prstGeom>
          </p:spPr>
          <p:txBody>
            <a:bodyPr anchor="ctr" rtlCol="false" tIns="0" lIns="0" bIns="0" rIns="0"/>
            <a:lstStyle/>
            <a:p>
              <a:pPr algn="l">
                <a:lnSpc>
                  <a:spcPts val="7680"/>
                </a:lnSpc>
              </a:pPr>
              <a:r>
                <a:rPr lang="en-US" sz="6400" b="true">
                  <a:solidFill>
                    <a:srgbClr val="FFFFFF"/>
                  </a:solidFill>
                  <a:latin typeface="Arial Bold"/>
                  <a:ea typeface="Arial Bold"/>
                  <a:cs typeface="Arial Bold"/>
                  <a:sym typeface="Arial Bold"/>
                </a:rPr>
                <a:t>Problem Statement</a:t>
              </a:r>
            </a:p>
          </p:txBody>
        </p:sp>
      </p:grpSp>
      <p:grpSp>
        <p:nvGrpSpPr>
          <p:cNvPr name="Group 11" id="11"/>
          <p:cNvGrpSpPr/>
          <p:nvPr/>
        </p:nvGrpSpPr>
        <p:grpSpPr>
          <a:xfrm rot="0">
            <a:off x="542287" y="3194047"/>
            <a:ext cx="8425177" cy="1658617"/>
            <a:chOff x="0" y="0"/>
            <a:chExt cx="11233569" cy="2211489"/>
          </a:xfrm>
        </p:grpSpPr>
        <p:sp>
          <p:nvSpPr>
            <p:cNvPr name="Freeform 12" id="12"/>
            <p:cNvSpPr/>
            <p:nvPr/>
          </p:nvSpPr>
          <p:spPr>
            <a:xfrm flipH="false" flipV="false" rot="0">
              <a:off x="8509" y="8509"/>
              <a:ext cx="11216640" cy="2194560"/>
            </a:xfrm>
            <a:custGeom>
              <a:avLst/>
              <a:gdLst/>
              <a:ahLst/>
              <a:cxnLst/>
              <a:rect r="r" b="b" t="t" l="l"/>
              <a:pathLst>
                <a:path h="2194560" w="11216640">
                  <a:moveTo>
                    <a:pt x="0" y="0"/>
                  </a:moveTo>
                  <a:lnTo>
                    <a:pt x="11216640" y="0"/>
                  </a:lnTo>
                  <a:lnTo>
                    <a:pt x="11216640" y="2194560"/>
                  </a:lnTo>
                  <a:lnTo>
                    <a:pt x="0" y="2194560"/>
                  </a:lnTo>
                  <a:close/>
                </a:path>
              </a:pathLst>
            </a:custGeom>
            <a:solidFill>
              <a:srgbClr val="1A1A35"/>
            </a:solidFill>
          </p:spPr>
        </p:sp>
        <p:sp>
          <p:nvSpPr>
            <p:cNvPr name="Freeform 13" id="13"/>
            <p:cNvSpPr/>
            <p:nvPr/>
          </p:nvSpPr>
          <p:spPr>
            <a:xfrm flipH="false" flipV="false" rot="0">
              <a:off x="0" y="0"/>
              <a:ext cx="11233658" cy="2211578"/>
            </a:xfrm>
            <a:custGeom>
              <a:avLst/>
              <a:gdLst/>
              <a:ahLst/>
              <a:cxnLst/>
              <a:rect r="r" b="b" t="t" l="l"/>
              <a:pathLst>
                <a:path h="2211578" w="11233658">
                  <a:moveTo>
                    <a:pt x="8509" y="0"/>
                  </a:moveTo>
                  <a:lnTo>
                    <a:pt x="11225149" y="0"/>
                  </a:lnTo>
                  <a:cubicBezTo>
                    <a:pt x="11229848" y="0"/>
                    <a:pt x="11233658" y="3810"/>
                    <a:pt x="11233658" y="8509"/>
                  </a:cubicBezTo>
                  <a:lnTo>
                    <a:pt x="11233658" y="2203069"/>
                  </a:lnTo>
                  <a:cubicBezTo>
                    <a:pt x="11233658" y="2207768"/>
                    <a:pt x="11229848" y="2211578"/>
                    <a:pt x="11225149" y="2211578"/>
                  </a:cubicBezTo>
                  <a:lnTo>
                    <a:pt x="8509" y="2211578"/>
                  </a:lnTo>
                  <a:cubicBezTo>
                    <a:pt x="3810" y="2211578"/>
                    <a:pt x="0" y="2207768"/>
                    <a:pt x="0" y="2203069"/>
                  </a:cubicBezTo>
                  <a:lnTo>
                    <a:pt x="0" y="8509"/>
                  </a:lnTo>
                  <a:cubicBezTo>
                    <a:pt x="0" y="3810"/>
                    <a:pt x="3810" y="0"/>
                    <a:pt x="8509" y="0"/>
                  </a:cubicBezTo>
                  <a:moveTo>
                    <a:pt x="8509" y="16891"/>
                  </a:moveTo>
                  <a:lnTo>
                    <a:pt x="8509" y="8509"/>
                  </a:lnTo>
                  <a:lnTo>
                    <a:pt x="17018" y="8509"/>
                  </a:lnTo>
                  <a:lnTo>
                    <a:pt x="17018" y="2203069"/>
                  </a:lnTo>
                  <a:lnTo>
                    <a:pt x="8509" y="2203069"/>
                  </a:lnTo>
                  <a:lnTo>
                    <a:pt x="8509" y="2194560"/>
                  </a:lnTo>
                  <a:lnTo>
                    <a:pt x="11225149" y="2194560"/>
                  </a:lnTo>
                  <a:lnTo>
                    <a:pt x="11225149" y="2203069"/>
                  </a:lnTo>
                  <a:lnTo>
                    <a:pt x="11216640" y="2203069"/>
                  </a:lnTo>
                  <a:lnTo>
                    <a:pt x="11216640" y="8509"/>
                  </a:lnTo>
                  <a:lnTo>
                    <a:pt x="11225149" y="8509"/>
                  </a:lnTo>
                  <a:lnTo>
                    <a:pt x="11225149" y="17018"/>
                  </a:lnTo>
                  <a:lnTo>
                    <a:pt x="8509" y="17018"/>
                  </a:lnTo>
                  <a:close/>
                </a:path>
              </a:pathLst>
            </a:custGeom>
            <a:solidFill>
              <a:srgbClr val="F76A6A"/>
            </a:solidFill>
          </p:spPr>
        </p:sp>
      </p:grpSp>
      <p:grpSp>
        <p:nvGrpSpPr>
          <p:cNvPr name="Group 14" id="14"/>
          <p:cNvGrpSpPr/>
          <p:nvPr/>
        </p:nvGrpSpPr>
        <p:grpSpPr>
          <a:xfrm rot="0">
            <a:off x="731520" y="3383280"/>
            <a:ext cx="731520" cy="1280160"/>
            <a:chOff x="0" y="0"/>
            <a:chExt cx="975360" cy="1706880"/>
          </a:xfrm>
        </p:grpSpPr>
        <p:sp>
          <p:nvSpPr>
            <p:cNvPr name="Freeform 15" id="15"/>
            <p:cNvSpPr/>
            <p:nvPr/>
          </p:nvSpPr>
          <p:spPr>
            <a:xfrm flipH="false" flipV="false" rot="0">
              <a:off x="0" y="0"/>
              <a:ext cx="975360" cy="1706880"/>
            </a:xfrm>
            <a:custGeom>
              <a:avLst/>
              <a:gdLst/>
              <a:ahLst/>
              <a:cxnLst/>
              <a:rect r="r" b="b" t="t" l="l"/>
              <a:pathLst>
                <a:path h="1706880" w="975360">
                  <a:moveTo>
                    <a:pt x="0" y="0"/>
                  </a:moveTo>
                  <a:lnTo>
                    <a:pt x="975360" y="0"/>
                  </a:lnTo>
                  <a:lnTo>
                    <a:pt x="975360" y="1706880"/>
                  </a:lnTo>
                  <a:lnTo>
                    <a:pt x="0" y="1706880"/>
                  </a:lnTo>
                  <a:close/>
                </a:path>
              </a:pathLst>
            </a:custGeom>
            <a:blipFill>
              <a:blip r:embed="rId2">
                <a:alphaModFix amt="0"/>
              </a:blip>
              <a:stretch>
                <a:fillRect l="-174531" t="0" r="-174531" b="0"/>
              </a:stretch>
            </a:blipFill>
          </p:spPr>
        </p:sp>
        <p:sp>
          <p:nvSpPr>
            <p:cNvPr name="TextBox 16" id="16"/>
            <p:cNvSpPr txBox="true"/>
            <p:nvPr/>
          </p:nvSpPr>
          <p:spPr>
            <a:xfrm>
              <a:off x="0" y="-66675"/>
              <a:ext cx="975360" cy="1773555"/>
            </a:xfrm>
            <a:prstGeom prst="rect">
              <a:avLst/>
            </a:prstGeom>
          </p:spPr>
          <p:txBody>
            <a:bodyPr anchor="ctr" rtlCol="false" tIns="0" lIns="0" bIns="0" rIns="0"/>
            <a:lstStyle/>
            <a:p>
              <a:pPr algn="ctr">
                <a:lnSpc>
                  <a:spcPts val="4320"/>
                </a:lnSpc>
              </a:pPr>
              <a:r>
                <a:rPr lang="en-US" sz="3600" b="true">
                  <a:solidFill>
                    <a:srgbClr val="F76A6A"/>
                  </a:solidFill>
                  <a:latin typeface="Calibri (MS) Bold"/>
                  <a:ea typeface="Calibri (MS) Bold"/>
                  <a:cs typeface="Calibri (MS) Bold"/>
                  <a:sym typeface="Calibri (MS) Bold"/>
                </a:rPr>
                <a:t>✗</a:t>
              </a:r>
            </a:p>
          </p:txBody>
        </p:sp>
      </p:grpSp>
      <p:grpSp>
        <p:nvGrpSpPr>
          <p:cNvPr name="Group 17" id="17"/>
          <p:cNvGrpSpPr/>
          <p:nvPr/>
        </p:nvGrpSpPr>
        <p:grpSpPr>
          <a:xfrm rot="0">
            <a:off x="1554480" y="3383280"/>
            <a:ext cx="7132320" cy="1280160"/>
            <a:chOff x="0" y="0"/>
            <a:chExt cx="9509760" cy="1706880"/>
          </a:xfrm>
        </p:grpSpPr>
        <p:sp>
          <p:nvSpPr>
            <p:cNvPr name="Freeform 18" id="18"/>
            <p:cNvSpPr/>
            <p:nvPr/>
          </p:nvSpPr>
          <p:spPr>
            <a:xfrm flipH="false" flipV="false" rot="0">
              <a:off x="0" y="0"/>
              <a:ext cx="9509760" cy="1706880"/>
            </a:xfrm>
            <a:custGeom>
              <a:avLst/>
              <a:gdLst/>
              <a:ahLst/>
              <a:cxnLst/>
              <a:rect r="r" b="b" t="t" l="l"/>
              <a:pathLst>
                <a:path h="1706880" w="9509760">
                  <a:moveTo>
                    <a:pt x="0" y="0"/>
                  </a:moveTo>
                  <a:lnTo>
                    <a:pt x="9509760" y="0"/>
                  </a:lnTo>
                  <a:lnTo>
                    <a:pt x="9509760" y="1706880"/>
                  </a:lnTo>
                  <a:lnTo>
                    <a:pt x="0" y="1706880"/>
                  </a:lnTo>
                  <a:close/>
                </a:path>
              </a:pathLst>
            </a:custGeom>
            <a:blipFill>
              <a:blip r:embed="rId2">
                <a:alphaModFix amt="0"/>
              </a:blip>
              <a:stretch>
                <a:fillRect l="0" t="-58559" r="0" b="-58559"/>
              </a:stretch>
            </a:blipFill>
          </p:spPr>
        </p:sp>
        <p:sp>
          <p:nvSpPr>
            <p:cNvPr name="TextBox 19" id="19"/>
            <p:cNvSpPr txBox="true"/>
            <p:nvPr/>
          </p:nvSpPr>
          <p:spPr>
            <a:xfrm>
              <a:off x="0" y="-47625"/>
              <a:ext cx="9509760" cy="1754505"/>
            </a:xfrm>
            <a:prstGeom prst="rect">
              <a:avLst/>
            </a:prstGeom>
          </p:spPr>
          <p:txBody>
            <a:bodyPr anchor="ctr" rtlCol="false" tIns="0" lIns="0" bIns="0" rIns="0"/>
            <a:lstStyle/>
            <a:p>
              <a:pPr algn="l">
                <a:lnSpc>
                  <a:spcPts val="2640"/>
                </a:lnSpc>
              </a:pPr>
              <a:r>
                <a:rPr lang="en-US" sz="2200">
                  <a:solidFill>
                    <a:srgbClr val="E8E8F0"/>
                  </a:solidFill>
                  <a:latin typeface="Calibri (MS)"/>
                  <a:ea typeface="Calibri (MS)"/>
                  <a:cs typeface="Calibri (MS)"/>
                  <a:sym typeface="Calibri (MS)"/>
                </a:rPr>
                <a:t>No centralized system to track all content types together</a:t>
              </a:r>
            </a:p>
          </p:txBody>
        </p:sp>
      </p:grpSp>
      <p:grpSp>
        <p:nvGrpSpPr>
          <p:cNvPr name="Group 20" id="20"/>
          <p:cNvGrpSpPr/>
          <p:nvPr/>
        </p:nvGrpSpPr>
        <p:grpSpPr>
          <a:xfrm rot="0">
            <a:off x="542287" y="5205727"/>
            <a:ext cx="8425177" cy="1658617"/>
            <a:chOff x="0" y="0"/>
            <a:chExt cx="11233569" cy="2211489"/>
          </a:xfrm>
        </p:grpSpPr>
        <p:sp>
          <p:nvSpPr>
            <p:cNvPr name="Freeform 21" id="21"/>
            <p:cNvSpPr/>
            <p:nvPr/>
          </p:nvSpPr>
          <p:spPr>
            <a:xfrm flipH="false" flipV="false" rot="0">
              <a:off x="8509" y="8509"/>
              <a:ext cx="11216640" cy="2194560"/>
            </a:xfrm>
            <a:custGeom>
              <a:avLst/>
              <a:gdLst/>
              <a:ahLst/>
              <a:cxnLst/>
              <a:rect r="r" b="b" t="t" l="l"/>
              <a:pathLst>
                <a:path h="2194560" w="11216640">
                  <a:moveTo>
                    <a:pt x="0" y="0"/>
                  </a:moveTo>
                  <a:lnTo>
                    <a:pt x="11216640" y="0"/>
                  </a:lnTo>
                  <a:lnTo>
                    <a:pt x="11216640" y="2194560"/>
                  </a:lnTo>
                  <a:lnTo>
                    <a:pt x="0" y="2194560"/>
                  </a:lnTo>
                  <a:close/>
                </a:path>
              </a:pathLst>
            </a:custGeom>
            <a:solidFill>
              <a:srgbClr val="1A1A35"/>
            </a:solidFill>
          </p:spPr>
        </p:sp>
        <p:sp>
          <p:nvSpPr>
            <p:cNvPr name="Freeform 22" id="22"/>
            <p:cNvSpPr/>
            <p:nvPr/>
          </p:nvSpPr>
          <p:spPr>
            <a:xfrm flipH="false" flipV="false" rot="0">
              <a:off x="0" y="0"/>
              <a:ext cx="11233658" cy="2211578"/>
            </a:xfrm>
            <a:custGeom>
              <a:avLst/>
              <a:gdLst/>
              <a:ahLst/>
              <a:cxnLst/>
              <a:rect r="r" b="b" t="t" l="l"/>
              <a:pathLst>
                <a:path h="2211578" w="11233658">
                  <a:moveTo>
                    <a:pt x="8509" y="0"/>
                  </a:moveTo>
                  <a:lnTo>
                    <a:pt x="11225149" y="0"/>
                  </a:lnTo>
                  <a:cubicBezTo>
                    <a:pt x="11229848" y="0"/>
                    <a:pt x="11233658" y="3810"/>
                    <a:pt x="11233658" y="8509"/>
                  </a:cubicBezTo>
                  <a:lnTo>
                    <a:pt x="11233658" y="2203069"/>
                  </a:lnTo>
                  <a:cubicBezTo>
                    <a:pt x="11233658" y="2207768"/>
                    <a:pt x="11229848" y="2211578"/>
                    <a:pt x="11225149" y="2211578"/>
                  </a:cubicBezTo>
                  <a:lnTo>
                    <a:pt x="8509" y="2211578"/>
                  </a:lnTo>
                  <a:cubicBezTo>
                    <a:pt x="3810" y="2211578"/>
                    <a:pt x="0" y="2207768"/>
                    <a:pt x="0" y="2203069"/>
                  </a:cubicBezTo>
                  <a:lnTo>
                    <a:pt x="0" y="8509"/>
                  </a:lnTo>
                  <a:cubicBezTo>
                    <a:pt x="0" y="3810"/>
                    <a:pt x="3810" y="0"/>
                    <a:pt x="8509" y="0"/>
                  </a:cubicBezTo>
                  <a:moveTo>
                    <a:pt x="8509" y="16891"/>
                  </a:moveTo>
                  <a:lnTo>
                    <a:pt x="8509" y="8509"/>
                  </a:lnTo>
                  <a:lnTo>
                    <a:pt x="17018" y="8509"/>
                  </a:lnTo>
                  <a:lnTo>
                    <a:pt x="17018" y="2203069"/>
                  </a:lnTo>
                  <a:lnTo>
                    <a:pt x="8509" y="2203069"/>
                  </a:lnTo>
                  <a:lnTo>
                    <a:pt x="8509" y="2194560"/>
                  </a:lnTo>
                  <a:lnTo>
                    <a:pt x="11225149" y="2194560"/>
                  </a:lnTo>
                  <a:lnTo>
                    <a:pt x="11225149" y="2203069"/>
                  </a:lnTo>
                  <a:lnTo>
                    <a:pt x="11216640" y="2203069"/>
                  </a:lnTo>
                  <a:lnTo>
                    <a:pt x="11216640" y="8509"/>
                  </a:lnTo>
                  <a:lnTo>
                    <a:pt x="11225149" y="8509"/>
                  </a:lnTo>
                  <a:lnTo>
                    <a:pt x="11225149" y="17018"/>
                  </a:lnTo>
                  <a:lnTo>
                    <a:pt x="8509" y="17018"/>
                  </a:lnTo>
                  <a:close/>
                </a:path>
              </a:pathLst>
            </a:custGeom>
            <a:solidFill>
              <a:srgbClr val="F76A6A"/>
            </a:solidFill>
          </p:spPr>
        </p:sp>
      </p:grpSp>
      <p:grpSp>
        <p:nvGrpSpPr>
          <p:cNvPr name="Group 23" id="23"/>
          <p:cNvGrpSpPr/>
          <p:nvPr/>
        </p:nvGrpSpPr>
        <p:grpSpPr>
          <a:xfrm rot="0">
            <a:off x="731520" y="5394960"/>
            <a:ext cx="731520" cy="1280160"/>
            <a:chOff x="0" y="0"/>
            <a:chExt cx="975360" cy="1706880"/>
          </a:xfrm>
        </p:grpSpPr>
        <p:sp>
          <p:nvSpPr>
            <p:cNvPr name="Freeform 24" id="24"/>
            <p:cNvSpPr/>
            <p:nvPr/>
          </p:nvSpPr>
          <p:spPr>
            <a:xfrm flipH="false" flipV="false" rot="0">
              <a:off x="0" y="0"/>
              <a:ext cx="975360" cy="1706880"/>
            </a:xfrm>
            <a:custGeom>
              <a:avLst/>
              <a:gdLst/>
              <a:ahLst/>
              <a:cxnLst/>
              <a:rect r="r" b="b" t="t" l="l"/>
              <a:pathLst>
                <a:path h="1706880" w="975360">
                  <a:moveTo>
                    <a:pt x="0" y="0"/>
                  </a:moveTo>
                  <a:lnTo>
                    <a:pt x="975360" y="0"/>
                  </a:lnTo>
                  <a:lnTo>
                    <a:pt x="975360" y="1706880"/>
                  </a:lnTo>
                  <a:lnTo>
                    <a:pt x="0" y="1706880"/>
                  </a:lnTo>
                  <a:close/>
                </a:path>
              </a:pathLst>
            </a:custGeom>
            <a:blipFill>
              <a:blip r:embed="rId2">
                <a:alphaModFix amt="0"/>
              </a:blip>
              <a:stretch>
                <a:fillRect l="-174531" t="0" r="-174531" b="0"/>
              </a:stretch>
            </a:blipFill>
          </p:spPr>
        </p:sp>
        <p:sp>
          <p:nvSpPr>
            <p:cNvPr name="TextBox 25" id="25"/>
            <p:cNvSpPr txBox="true"/>
            <p:nvPr/>
          </p:nvSpPr>
          <p:spPr>
            <a:xfrm>
              <a:off x="0" y="-66675"/>
              <a:ext cx="975360" cy="1773555"/>
            </a:xfrm>
            <a:prstGeom prst="rect">
              <a:avLst/>
            </a:prstGeom>
          </p:spPr>
          <p:txBody>
            <a:bodyPr anchor="ctr" rtlCol="false" tIns="0" lIns="0" bIns="0" rIns="0"/>
            <a:lstStyle/>
            <a:p>
              <a:pPr algn="ctr">
                <a:lnSpc>
                  <a:spcPts val="4320"/>
                </a:lnSpc>
              </a:pPr>
              <a:r>
                <a:rPr lang="en-US" sz="3600" b="true">
                  <a:solidFill>
                    <a:srgbClr val="F76A6A"/>
                  </a:solidFill>
                  <a:latin typeface="Calibri (MS) Bold"/>
                  <a:ea typeface="Calibri (MS) Bold"/>
                  <a:cs typeface="Calibri (MS) Bold"/>
                  <a:sym typeface="Calibri (MS) Bold"/>
                </a:rPr>
                <a:t>✗</a:t>
              </a:r>
            </a:p>
          </p:txBody>
        </p:sp>
      </p:grpSp>
      <p:grpSp>
        <p:nvGrpSpPr>
          <p:cNvPr name="Group 26" id="26"/>
          <p:cNvGrpSpPr/>
          <p:nvPr/>
        </p:nvGrpSpPr>
        <p:grpSpPr>
          <a:xfrm rot="0">
            <a:off x="1554480" y="5394960"/>
            <a:ext cx="7132320" cy="1280160"/>
            <a:chOff x="0" y="0"/>
            <a:chExt cx="9509760" cy="1706880"/>
          </a:xfrm>
        </p:grpSpPr>
        <p:sp>
          <p:nvSpPr>
            <p:cNvPr name="Freeform 27" id="27"/>
            <p:cNvSpPr/>
            <p:nvPr/>
          </p:nvSpPr>
          <p:spPr>
            <a:xfrm flipH="false" flipV="false" rot="0">
              <a:off x="0" y="0"/>
              <a:ext cx="9509760" cy="1706880"/>
            </a:xfrm>
            <a:custGeom>
              <a:avLst/>
              <a:gdLst/>
              <a:ahLst/>
              <a:cxnLst/>
              <a:rect r="r" b="b" t="t" l="l"/>
              <a:pathLst>
                <a:path h="1706880" w="9509760">
                  <a:moveTo>
                    <a:pt x="0" y="0"/>
                  </a:moveTo>
                  <a:lnTo>
                    <a:pt x="9509760" y="0"/>
                  </a:lnTo>
                  <a:lnTo>
                    <a:pt x="9509760" y="1706880"/>
                  </a:lnTo>
                  <a:lnTo>
                    <a:pt x="0" y="1706880"/>
                  </a:lnTo>
                  <a:close/>
                </a:path>
              </a:pathLst>
            </a:custGeom>
            <a:blipFill>
              <a:blip r:embed="rId2">
                <a:alphaModFix amt="0"/>
              </a:blip>
              <a:stretch>
                <a:fillRect l="0" t="-58559" r="0" b="-58559"/>
              </a:stretch>
            </a:blipFill>
          </p:spPr>
        </p:sp>
        <p:sp>
          <p:nvSpPr>
            <p:cNvPr name="TextBox 28" id="28"/>
            <p:cNvSpPr txBox="true"/>
            <p:nvPr/>
          </p:nvSpPr>
          <p:spPr>
            <a:xfrm>
              <a:off x="0" y="-47625"/>
              <a:ext cx="9509760" cy="1754505"/>
            </a:xfrm>
            <a:prstGeom prst="rect">
              <a:avLst/>
            </a:prstGeom>
          </p:spPr>
          <p:txBody>
            <a:bodyPr anchor="ctr" rtlCol="false" tIns="0" lIns="0" bIns="0" rIns="0"/>
            <a:lstStyle/>
            <a:p>
              <a:pPr algn="l">
                <a:lnSpc>
                  <a:spcPts val="2640"/>
                </a:lnSpc>
              </a:pPr>
              <a:r>
                <a:rPr lang="en-US" sz="2200">
                  <a:solidFill>
                    <a:srgbClr val="E8E8F0"/>
                  </a:solidFill>
                  <a:latin typeface="Calibri (MS)"/>
                  <a:ea typeface="Calibri (MS)"/>
                  <a:cs typeface="Calibri (MS)"/>
                  <a:sym typeface="Calibri (MS)"/>
                </a:rPr>
                <a:t>Difficulty remembering what was watched, read, or played</a:t>
              </a:r>
            </a:p>
          </p:txBody>
        </p:sp>
      </p:grpSp>
      <p:grpSp>
        <p:nvGrpSpPr>
          <p:cNvPr name="Group 29" id="29"/>
          <p:cNvGrpSpPr/>
          <p:nvPr/>
        </p:nvGrpSpPr>
        <p:grpSpPr>
          <a:xfrm rot="0">
            <a:off x="542287" y="7217407"/>
            <a:ext cx="8425177" cy="1658617"/>
            <a:chOff x="0" y="0"/>
            <a:chExt cx="11233569" cy="2211489"/>
          </a:xfrm>
        </p:grpSpPr>
        <p:sp>
          <p:nvSpPr>
            <p:cNvPr name="Freeform 30" id="30"/>
            <p:cNvSpPr/>
            <p:nvPr/>
          </p:nvSpPr>
          <p:spPr>
            <a:xfrm flipH="false" flipV="false" rot="0">
              <a:off x="8509" y="8509"/>
              <a:ext cx="11216640" cy="2194560"/>
            </a:xfrm>
            <a:custGeom>
              <a:avLst/>
              <a:gdLst/>
              <a:ahLst/>
              <a:cxnLst/>
              <a:rect r="r" b="b" t="t" l="l"/>
              <a:pathLst>
                <a:path h="2194560" w="11216640">
                  <a:moveTo>
                    <a:pt x="0" y="0"/>
                  </a:moveTo>
                  <a:lnTo>
                    <a:pt x="11216640" y="0"/>
                  </a:lnTo>
                  <a:lnTo>
                    <a:pt x="11216640" y="2194560"/>
                  </a:lnTo>
                  <a:lnTo>
                    <a:pt x="0" y="2194560"/>
                  </a:lnTo>
                  <a:close/>
                </a:path>
              </a:pathLst>
            </a:custGeom>
            <a:solidFill>
              <a:srgbClr val="1A1A35"/>
            </a:solidFill>
          </p:spPr>
        </p:sp>
        <p:sp>
          <p:nvSpPr>
            <p:cNvPr name="Freeform 31" id="31"/>
            <p:cNvSpPr/>
            <p:nvPr/>
          </p:nvSpPr>
          <p:spPr>
            <a:xfrm flipH="false" flipV="false" rot="0">
              <a:off x="0" y="0"/>
              <a:ext cx="11233658" cy="2211578"/>
            </a:xfrm>
            <a:custGeom>
              <a:avLst/>
              <a:gdLst/>
              <a:ahLst/>
              <a:cxnLst/>
              <a:rect r="r" b="b" t="t" l="l"/>
              <a:pathLst>
                <a:path h="2211578" w="11233658">
                  <a:moveTo>
                    <a:pt x="8509" y="0"/>
                  </a:moveTo>
                  <a:lnTo>
                    <a:pt x="11225149" y="0"/>
                  </a:lnTo>
                  <a:cubicBezTo>
                    <a:pt x="11229848" y="0"/>
                    <a:pt x="11233658" y="3810"/>
                    <a:pt x="11233658" y="8509"/>
                  </a:cubicBezTo>
                  <a:lnTo>
                    <a:pt x="11233658" y="2203069"/>
                  </a:lnTo>
                  <a:cubicBezTo>
                    <a:pt x="11233658" y="2207768"/>
                    <a:pt x="11229848" y="2211578"/>
                    <a:pt x="11225149" y="2211578"/>
                  </a:cubicBezTo>
                  <a:lnTo>
                    <a:pt x="8509" y="2211578"/>
                  </a:lnTo>
                  <a:cubicBezTo>
                    <a:pt x="3810" y="2211578"/>
                    <a:pt x="0" y="2207768"/>
                    <a:pt x="0" y="2203069"/>
                  </a:cubicBezTo>
                  <a:lnTo>
                    <a:pt x="0" y="8509"/>
                  </a:lnTo>
                  <a:cubicBezTo>
                    <a:pt x="0" y="3810"/>
                    <a:pt x="3810" y="0"/>
                    <a:pt x="8509" y="0"/>
                  </a:cubicBezTo>
                  <a:moveTo>
                    <a:pt x="8509" y="16891"/>
                  </a:moveTo>
                  <a:lnTo>
                    <a:pt x="8509" y="8509"/>
                  </a:lnTo>
                  <a:lnTo>
                    <a:pt x="17018" y="8509"/>
                  </a:lnTo>
                  <a:lnTo>
                    <a:pt x="17018" y="2203069"/>
                  </a:lnTo>
                  <a:lnTo>
                    <a:pt x="8509" y="2203069"/>
                  </a:lnTo>
                  <a:lnTo>
                    <a:pt x="8509" y="2194560"/>
                  </a:lnTo>
                  <a:lnTo>
                    <a:pt x="11225149" y="2194560"/>
                  </a:lnTo>
                  <a:lnTo>
                    <a:pt x="11225149" y="2203069"/>
                  </a:lnTo>
                  <a:lnTo>
                    <a:pt x="11216640" y="2203069"/>
                  </a:lnTo>
                  <a:lnTo>
                    <a:pt x="11216640" y="8509"/>
                  </a:lnTo>
                  <a:lnTo>
                    <a:pt x="11225149" y="8509"/>
                  </a:lnTo>
                  <a:lnTo>
                    <a:pt x="11225149" y="17018"/>
                  </a:lnTo>
                  <a:lnTo>
                    <a:pt x="8509" y="17018"/>
                  </a:lnTo>
                  <a:close/>
                </a:path>
              </a:pathLst>
            </a:custGeom>
            <a:solidFill>
              <a:srgbClr val="F76A6A"/>
            </a:solidFill>
          </p:spPr>
        </p:sp>
      </p:grpSp>
      <p:grpSp>
        <p:nvGrpSpPr>
          <p:cNvPr name="Group 32" id="32"/>
          <p:cNvGrpSpPr/>
          <p:nvPr/>
        </p:nvGrpSpPr>
        <p:grpSpPr>
          <a:xfrm rot="0">
            <a:off x="731520" y="7406640"/>
            <a:ext cx="731520" cy="1280160"/>
            <a:chOff x="0" y="0"/>
            <a:chExt cx="975360" cy="1706880"/>
          </a:xfrm>
        </p:grpSpPr>
        <p:sp>
          <p:nvSpPr>
            <p:cNvPr name="Freeform 33" id="33"/>
            <p:cNvSpPr/>
            <p:nvPr/>
          </p:nvSpPr>
          <p:spPr>
            <a:xfrm flipH="false" flipV="false" rot="0">
              <a:off x="0" y="0"/>
              <a:ext cx="975360" cy="1706880"/>
            </a:xfrm>
            <a:custGeom>
              <a:avLst/>
              <a:gdLst/>
              <a:ahLst/>
              <a:cxnLst/>
              <a:rect r="r" b="b" t="t" l="l"/>
              <a:pathLst>
                <a:path h="1706880" w="975360">
                  <a:moveTo>
                    <a:pt x="0" y="0"/>
                  </a:moveTo>
                  <a:lnTo>
                    <a:pt x="975360" y="0"/>
                  </a:lnTo>
                  <a:lnTo>
                    <a:pt x="975360" y="1706880"/>
                  </a:lnTo>
                  <a:lnTo>
                    <a:pt x="0" y="1706880"/>
                  </a:lnTo>
                  <a:close/>
                </a:path>
              </a:pathLst>
            </a:custGeom>
            <a:blipFill>
              <a:blip r:embed="rId2">
                <a:alphaModFix amt="0"/>
              </a:blip>
              <a:stretch>
                <a:fillRect l="-174531" t="0" r="-174531" b="0"/>
              </a:stretch>
            </a:blipFill>
          </p:spPr>
        </p:sp>
        <p:sp>
          <p:nvSpPr>
            <p:cNvPr name="TextBox 34" id="34"/>
            <p:cNvSpPr txBox="true"/>
            <p:nvPr/>
          </p:nvSpPr>
          <p:spPr>
            <a:xfrm>
              <a:off x="0" y="-66675"/>
              <a:ext cx="975360" cy="1773555"/>
            </a:xfrm>
            <a:prstGeom prst="rect">
              <a:avLst/>
            </a:prstGeom>
          </p:spPr>
          <p:txBody>
            <a:bodyPr anchor="ctr" rtlCol="false" tIns="0" lIns="0" bIns="0" rIns="0"/>
            <a:lstStyle/>
            <a:p>
              <a:pPr algn="ctr">
                <a:lnSpc>
                  <a:spcPts val="4320"/>
                </a:lnSpc>
              </a:pPr>
              <a:r>
                <a:rPr lang="en-US" sz="3600" b="true">
                  <a:solidFill>
                    <a:srgbClr val="F76A6A"/>
                  </a:solidFill>
                  <a:latin typeface="Calibri (MS) Bold"/>
                  <a:ea typeface="Calibri (MS) Bold"/>
                  <a:cs typeface="Calibri (MS) Bold"/>
                  <a:sym typeface="Calibri (MS) Bold"/>
                </a:rPr>
                <a:t>✗</a:t>
              </a:r>
            </a:p>
          </p:txBody>
        </p:sp>
      </p:grpSp>
      <p:grpSp>
        <p:nvGrpSpPr>
          <p:cNvPr name="Group 35" id="35"/>
          <p:cNvGrpSpPr/>
          <p:nvPr/>
        </p:nvGrpSpPr>
        <p:grpSpPr>
          <a:xfrm rot="0">
            <a:off x="1554480" y="7406640"/>
            <a:ext cx="7132320" cy="1280160"/>
            <a:chOff x="0" y="0"/>
            <a:chExt cx="9509760" cy="1706880"/>
          </a:xfrm>
        </p:grpSpPr>
        <p:sp>
          <p:nvSpPr>
            <p:cNvPr name="Freeform 36" id="36"/>
            <p:cNvSpPr/>
            <p:nvPr/>
          </p:nvSpPr>
          <p:spPr>
            <a:xfrm flipH="false" flipV="false" rot="0">
              <a:off x="0" y="0"/>
              <a:ext cx="9509760" cy="1706880"/>
            </a:xfrm>
            <a:custGeom>
              <a:avLst/>
              <a:gdLst/>
              <a:ahLst/>
              <a:cxnLst/>
              <a:rect r="r" b="b" t="t" l="l"/>
              <a:pathLst>
                <a:path h="1706880" w="9509760">
                  <a:moveTo>
                    <a:pt x="0" y="0"/>
                  </a:moveTo>
                  <a:lnTo>
                    <a:pt x="9509760" y="0"/>
                  </a:lnTo>
                  <a:lnTo>
                    <a:pt x="9509760" y="1706880"/>
                  </a:lnTo>
                  <a:lnTo>
                    <a:pt x="0" y="1706880"/>
                  </a:lnTo>
                  <a:close/>
                </a:path>
              </a:pathLst>
            </a:custGeom>
            <a:blipFill>
              <a:blip r:embed="rId2">
                <a:alphaModFix amt="0"/>
              </a:blip>
              <a:stretch>
                <a:fillRect l="0" t="-58559" r="0" b="-58559"/>
              </a:stretch>
            </a:blipFill>
          </p:spPr>
        </p:sp>
        <p:sp>
          <p:nvSpPr>
            <p:cNvPr name="TextBox 37" id="37"/>
            <p:cNvSpPr txBox="true"/>
            <p:nvPr/>
          </p:nvSpPr>
          <p:spPr>
            <a:xfrm>
              <a:off x="0" y="-47625"/>
              <a:ext cx="9509760" cy="1754505"/>
            </a:xfrm>
            <a:prstGeom prst="rect">
              <a:avLst/>
            </a:prstGeom>
          </p:spPr>
          <p:txBody>
            <a:bodyPr anchor="ctr" rtlCol="false" tIns="0" lIns="0" bIns="0" rIns="0"/>
            <a:lstStyle/>
            <a:p>
              <a:pPr algn="l">
                <a:lnSpc>
                  <a:spcPts val="2640"/>
                </a:lnSpc>
              </a:pPr>
              <a:r>
                <a:rPr lang="en-US" sz="2200">
                  <a:solidFill>
                    <a:srgbClr val="E8E8F0"/>
                  </a:solidFill>
                  <a:latin typeface="Calibri (MS)"/>
                  <a:ea typeface="Calibri (MS)"/>
                  <a:cs typeface="Calibri (MS)"/>
                  <a:sym typeface="Calibri (MS)"/>
                </a:rPr>
                <a:t>No proper progress tracking for episodes or pages</a:t>
              </a:r>
            </a:p>
          </p:txBody>
        </p:sp>
      </p:grpSp>
      <p:grpSp>
        <p:nvGrpSpPr>
          <p:cNvPr name="Group 38" id="38"/>
          <p:cNvGrpSpPr/>
          <p:nvPr/>
        </p:nvGrpSpPr>
        <p:grpSpPr>
          <a:xfrm rot="0">
            <a:off x="9503407" y="3194047"/>
            <a:ext cx="8425177" cy="1658617"/>
            <a:chOff x="0" y="0"/>
            <a:chExt cx="11233569" cy="2211489"/>
          </a:xfrm>
        </p:grpSpPr>
        <p:sp>
          <p:nvSpPr>
            <p:cNvPr name="Freeform 39" id="39"/>
            <p:cNvSpPr/>
            <p:nvPr/>
          </p:nvSpPr>
          <p:spPr>
            <a:xfrm flipH="false" flipV="false" rot="0">
              <a:off x="8509" y="8509"/>
              <a:ext cx="11216640" cy="2194560"/>
            </a:xfrm>
            <a:custGeom>
              <a:avLst/>
              <a:gdLst/>
              <a:ahLst/>
              <a:cxnLst/>
              <a:rect r="r" b="b" t="t" l="l"/>
              <a:pathLst>
                <a:path h="2194560" w="11216640">
                  <a:moveTo>
                    <a:pt x="0" y="0"/>
                  </a:moveTo>
                  <a:lnTo>
                    <a:pt x="11216640" y="0"/>
                  </a:lnTo>
                  <a:lnTo>
                    <a:pt x="11216640" y="2194560"/>
                  </a:lnTo>
                  <a:lnTo>
                    <a:pt x="0" y="2194560"/>
                  </a:lnTo>
                  <a:close/>
                </a:path>
              </a:pathLst>
            </a:custGeom>
            <a:solidFill>
              <a:srgbClr val="1A1A35"/>
            </a:solidFill>
          </p:spPr>
        </p:sp>
        <p:sp>
          <p:nvSpPr>
            <p:cNvPr name="Freeform 40" id="40"/>
            <p:cNvSpPr/>
            <p:nvPr/>
          </p:nvSpPr>
          <p:spPr>
            <a:xfrm flipH="false" flipV="false" rot="0">
              <a:off x="0" y="0"/>
              <a:ext cx="11233658" cy="2211578"/>
            </a:xfrm>
            <a:custGeom>
              <a:avLst/>
              <a:gdLst/>
              <a:ahLst/>
              <a:cxnLst/>
              <a:rect r="r" b="b" t="t" l="l"/>
              <a:pathLst>
                <a:path h="2211578" w="11233658">
                  <a:moveTo>
                    <a:pt x="8509" y="0"/>
                  </a:moveTo>
                  <a:lnTo>
                    <a:pt x="11225149" y="0"/>
                  </a:lnTo>
                  <a:cubicBezTo>
                    <a:pt x="11229848" y="0"/>
                    <a:pt x="11233658" y="3810"/>
                    <a:pt x="11233658" y="8509"/>
                  </a:cubicBezTo>
                  <a:lnTo>
                    <a:pt x="11233658" y="2203069"/>
                  </a:lnTo>
                  <a:cubicBezTo>
                    <a:pt x="11233658" y="2207768"/>
                    <a:pt x="11229848" y="2211578"/>
                    <a:pt x="11225149" y="2211578"/>
                  </a:cubicBezTo>
                  <a:lnTo>
                    <a:pt x="8509" y="2211578"/>
                  </a:lnTo>
                  <a:cubicBezTo>
                    <a:pt x="3810" y="2211578"/>
                    <a:pt x="0" y="2207768"/>
                    <a:pt x="0" y="2203069"/>
                  </a:cubicBezTo>
                  <a:lnTo>
                    <a:pt x="0" y="8509"/>
                  </a:lnTo>
                  <a:cubicBezTo>
                    <a:pt x="0" y="3810"/>
                    <a:pt x="3810" y="0"/>
                    <a:pt x="8509" y="0"/>
                  </a:cubicBezTo>
                  <a:moveTo>
                    <a:pt x="8509" y="16891"/>
                  </a:moveTo>
                  <a:lnTo>
                    <a:pt x="8509" y="8509"/>
                  </a:lnTo>
                  <a:lnTo>
                    <a:pt x="17018" y="8509"/>
                  </a:lnTo>
                  <a:lnTo>
                    <a:pt x="17018" y="2203069"/>
                  </a:lnTo>
                  <a:lnTo>
                    <a:pt x="8509" y="2203069"/>
                  </a:lnTo>
                  <a:lnTo>
                    <a:pt x="8509" y="2194560"/>
                  </a:lnTo>
                  <a:lnTo>
                    <a:pt x="11225149" y="2194560"/>
                  </a:lnTo>
                  <a:lnTo>
                    <a:pt x="11225149" y="2203069"/>
                  </a:lnTo>
                  <a:lnTo>
                    <a:pt x="11216640" y="2203069"/>
                  </a:lnTo>
                  <a:lnTo>
                    <a:pt x="11216640" y="8509"/>
                  </a:lnTo>
                  <a:lnTo>
                    <a:pt x="11225149" y="8509"/>
                  </a:lnTo>
                  <a:lnTo>
                    <a:pt x="11225149" y="17018"/>
                  </a:lnTo>
                  <a:lnTo>
                    <a:pt x="8509" y="17018"/>
                  </a:lnTo>
                  <a:close/>
                </a:path>
              </a:pathLst>
            </a:custGeom>
            <a:solidFill>
              <a:srgbClr val="F76A6A"/>
            </a:solidFill>
          </p:spPr>
        </p:sp>
      </p:grpSp>
      <p:grpSp>
        <p:nvGrpSpPr>
          <p:cNvPr name="Group 41" id="41"/>
          <p:cNvGrpSpPr/>
          <p:nvPr/>
        </p:nvGrpSpPr>
        <p:grpSpPr>
          <a:xfrm rot="0">
            <a:off x="9692640" y="3383280"/>
            <a:ext cx="731520" cy="1280160"/>
            <a:chOff x="0" y="0"/>
            <a:chExt cx="975360" cy="1706880"/>
          </a:xfrm>
        </p:grpSpPr>
        <p:sp>
          <p:nvSpPr>
            <p:cNvPr name="Freeform 42" id="42"/>
            <p:cNvSpPr/>
            <p:nvPr/>
          </p:nvSpPr>
          <p:spPr>
            <a:xfrm flipH="false" flipV="false" rot="0">
              <a:off x="0" y="0"/>
              <a:ext cx="975360" cy="1706880"/>
            </a:xfrm>
            <a:custGeom>
              <a:avLst/>
              <a:gdLst/>
              <a:ahLst/>
              <a:cxnLst/>
              <a:rect r="r" b="b" t="t" l="l"/>
              <a:pathLst>
                <a:path h="1706880" w="975360">
                  <a:moveTo>
                    <a:pt x="0" y="0"/>
                  </a:moveTo>
                  <a:lnTo>
                    <a:pt x="975360" y="0"/>
                  </a:lnTo>
                  <a:lnTo>
                    <a:pt x="975360" y="1706880"/>
                  </a:lnTo>
                  <a:lnTo>
                    <a:pt x="0" y="1706880"/>
                  </a:lnTo>
                  <a:close/>
                </a:path>
              </a:pathLst>
            </a:custGeom>
            <a:blipFill>
              <a:blip r:embed="rId2">
                <a:alphaModFix amt="0"/>
              </a:blip>
              <a:stretch>
                <a:fillRect l="-174531" t="0" r="-174531" b="0"/>
              </a:stretch>
            </a:blipFill>
          </p:spPr>
        </p:sp>
        <p:sp>
          <p:nvSpPr>
            <p:cNvPr name="TextBox 43" id="43"/>
            <p:cNvSpPr txBox="true"/>
            <p:nvPr/>
          </p:nvSpPr>
          <p:spPr>
            <a:xfrm>
              <a:off x="0" y="-66675"/>
              <a:ext cx="975360" cy="1773555"/>
            </a:xfrm>
            <a:prstGeom prst="rect">
              <a:avLst/>
            </a:prstGeom>
          </p:spPr>
          <p:txBody>
            <a:bodyPr anchor="ctr" rtlCol="false" tIns="0" lIns="0" bIns="0" rIns="0"/>
            <a:lstStyle/>
            <a:p>
              <a:pPr algn="ctr">
                <a:lnSpc>
                  <a:spcPts val="4320"/>
                </a:lnSpc>
              </a:pPr>
              <a:r>
                <a:rPr lang="en-US" sz="3600" b="true">
                  <a:solidFill>
                    <a:srgbClr val="F76A6A"/>
                  </a:solidFill>
                  <a:latin typeface="Calibri (MS) Bold"/>
                  <a:ea typeface="Calibri (MS) Bold"/>
                  <a:cs typeface="Calibri (MS) Bold"/>
                  <a:sym typeface="Calibri (MS) Bold"/>
                </a:rPr>
                <a:t>✗</a:t>
              </a:r>
            </a:p>
          </p:txBody>
        </p:sp>
      </p:grpSp>
      <p:grpSp>
        <p:nvGrpSpPr>
          <p:cNvPr name="Group 44" id="44"/>
          <p:cNvGrpSpPr/>
          <p:nvPr/>
        </p:nvGrpSpPr>
        <p:grpSpPr>
          <a:xfrm rot="0">
            <a:off x="10515600" y="3383280"/>
            <a:ext cx="7132320" cy="1280160"/>
            <a:chOff x="0" y="0"/>
            <a:chExt cx="9509760" cy="1706880"/>
          </a:xfrm>
        </p:grpSpPr>
        <p:sp>
          <p:nvSpPr>
            <p:cNvPr name="Freeform 45" id="45"/>
            <p:cNvSpPr/>
            <p:nvPr/>
          </p:nvSpPr>
          <p:spPr>
            <a:xfrm flipH="false" flipV="false" rot="0">
              <a:off x="0" y="0"/>
              <a:ext cx="9509760" cy="1706880"/>
            </a:xfrm>
            <a:custGeom>
              <a:avLst/>
              <a:gdLst/>
              <a:ahLst/>
              <a:cxnLst/>
              <a:rect r="r" b="b" t="t" l="l"/>
              <a:pathLst>
                <a:path h="1706880" w="9509760">
                  <a:moveTo>
                    <a:pt x="0" y="0"/>
                  </a:moveTo>
                  <a:lnTo>
                    <a:pt x="9509760" y="0"/>
                  </a:lnTo>
                  <a:lnTo>
                    <a:pt x="9509760" y="1706880"/>
                  </a:lnTo>
                  <a:lnTo>
                    <a:pt x="0" y="1706880"/>
                  </a:lnTo>
                  <a:close/>
                </a:path>
              </a:pathLst>
            </a:custGeom>
            <a:blipFill>
              <a:blip r:embed="rId2">
                <a:alphaModFix amt="0"/>
              </a:blip>
              <a:stretch>
                <a:fillRect l="0" t="-58559" r="0" b="-58559"/>
              </a:stretch>
            </a:blipFill>
          </p:spPr>
        </p:sp>
        <p:sp>
          <p:nvSpPr>
            <p:cNvPr name="TextBox 46" id="46"/>
            <p:cNvSpPr txBox="true"/>
            <p:nvPr/>
          </p:nvSpPr>
          <p:spPr>
            <a:xfrm>
              <a:off x="0" y="-47625"/>
              <a:ext cx="9509760" cy="1754505"/>
            </a:xfrm>
            <a:prstGeom prst="rect">
              <a:avLst/>
            </a:prstGeom>
          </p:spPr>
          <p:txBody>
            <a:bodyPr anchor="ctr" rtlCol="false" tIns="0" lIns="0" bIns="0" rIns="0"/>
            <a:lstStyle/>
            <a:p>
              <a:pPr algn="l">
                <a:lnSpc>
                  <a:spcPts val="2640"/>
                </a:lnSpc>
              </a:pPr>
              <a:r>
                <a:rPr lang="en-US" sz="2200">
                  <a:solidFill>
                    <a:srgbClr val="E8E8F0"/>
                  </a:solidFill>
                  <a:latin typeface="Calibri (MS)"/>
                  <a:ea typeface="Calibri (MS)"/>
                  <a:cs typeface="Calibri (MS)"/>
                  <a:sym typeface="Calibri (MS)"/>
                </a:rPr>
                <a:t>Lack of personalized recommendations based on taste</a:t>
              </a:r>
            </a:p>
          </p:txBody>
        </p:sp>
      </p:grpSp>
      <p:grpSp>
        <p:nvGrpSpPr>
          <p:cNvPr name="Group 47" id="47"/>
          <p:cNvGrpSpPr/>
          <p:nvPr/>
        </p:nvGrpSpPr>
        <p:grpSpPr>
          <a:xfrm rot="0">
            <a:off x="9503407" y="5205727"/>
            <a:ext cx="8425177" cy="1658617"/>
            <a:chOff x="0" y="0"/>
            <a:chExt cx="11233569" cy="2211489"/>
          </a:xfrm>
        </p:grpSpPr>
        <p:sp>
          <p:nvSpPr>
            <p:cNvPr name="Freeform 48" id="48"/>
            <p:cNvSpPr/>
            <p:nvPr/>
          </p:nvSpPr>
          <p:spPr>
            <a:xfrm flipH="false" flipV="false" rot="0">
              <a:off x="8509" y="8509"/>
              <a:ext cx="11216640" cy="2194560"/>
            </a:xfrm>
            <a:custGeom>
              <a:avLst/>
              <a:gdLst/>
              <a:ahLst/>
              <a:cxnLst/>
              <a:rect r="r" b="b" t="t" l="l"/>
              <a:pathLst>
                <a:path h="2194560" w="11216640">
                  <a:moveTo>
                    <a:pt x="0" y="0"/>
                  </a:moveTo>
                  <a:lnTo>
                    <a:pt x="11216640" y="0"/>
                  </a:lnTo>
                  <a:lnTo>
                    <a:pt x="11216640" y="2194560"/>
                  </a:lnTo>
                  <a:lnTo>
                    <a:pt x="0" y="2194560"/>
                  </a:lnTo>
                  <a:close/>
                </a:path>
              </a:pathLst>
            </a:custGeom>
            <a:solidFill>
              <a:srgbClr val="1A1A35"/>
            </a:solidFill>
          </p:spPr>
        </p:sp>
        <p:sp>
          <p:nvSpPr>
            <p:cNvPr name="Freeform 49" id="49"/>
            <p:cNvSpPr/>
            <p:nvPr/>
          </p:nvSpPr>
          <p:spPr>
            <a:xfrm flipH="false" flipV="false" rot="0">
              <a:off x="0" y="0"/>
              <a:ext cx="11233658" cy="2211578"/>
            </a:xfrm>
            <a:custGeom>
              <a:avLst/>
              <a:gdLst/>
              <a:ahLst/>
              <a:cxnLst/>
              <a:rect r="r" b="b" t="t" l="l"/>
              <a:pathLst>
                <a:path h="2211578" w="11233658">
                  <a:moveTo>
                    <a:pt x="8509" y="0"/>
                  </a:moveTo>
                  <a:lnTo>
                    <a:pt x="11225149" y="0"/>
                  </a:lnTo>
                  <a:cubicBezTo>
                    <a:pt x="11229848" y="0"/>
                    <a:pt x="11233658" y="3810"/>
                    <a:pt x="11233658" y="8509"/>
                  </a:cubicBezTo>
                  <a:lnTo>
                    <a:pt x="11233658" y="2203069"/>
                  </a:lnTo>
                  <a:cubicBezTo>
                    <a:pt x="11233658" y="2207768"/>
                    <a:pt x="11229848" y="2211578"/>
                    <a:pt x="11225149" y="2211578"/>
                  </a:cubicBezTo>
                  <a:lnTo>
                    <a:pt x="8509" y="2211578"/>
                  </a:lnTo>
                  <a:cubicBezTo>
                    <a:pt x="3810" y="2211578"/>
                    <a:pt x="0" y="2207768"/>
                    <a:pt x="0" y="2203069"/>
                  </a:cubicBezTo>
                  <a:lnTo>
                    <a:pt x="0" y="8509"/>
                  </a:lnTo>
                  <a:cubicBezTo>
                    <a:pt x="0" y="3810"/>
                    <a:pt x="3810" y="0"/>
                    <a:pt x="8509" y="0"/>
                  </a:cubicBezTo>
                  <a:moveTo>
                    <a:pt x="8509" y="16891"/>
                  </a:moveTo>
                  <a:lnTo>
                    <a:pt x="8509" y="8509"/>
                  </a:lnTo>
                  <a:lnTo>
                    <a:pt x="17018" y="8509"/>
                  </a:lnTo>
                  <a:lnTo>
                    <a:pt x="17018" y="2203069"/>
                  </a:lnTo>
                  <a:lnTo>
                    <a:pt x="8509" y="2203069"/>
                  </a:lnTo>
                  <a:lnTo>
                    <a:pt x="8509" y="2194560"/>
                  </a:lnTo>
                  <a:lnTo>
                    <a:pt x="11225149" y="2194560"/>
                  </a:lnTo>
                  <a:lnTo>
                    <a:pt x="11225149" y="2203069"/>
                  </a:lnTo>
                  <a:lnTo>
                    <a:pt x="11216640" y="2203069"/>
                  </a:lnTo>
                  <a:lnTo>
                    <a:pt x="11216640" y="8509"/>
                  </a:lnTo>
                  <a:lnTo>
                    <a:pt x="11225149" y="8509"/>
                  </a:lnTo>
                  <a:lnTo>
                    <a:pt x="11225149" y="17018"/>
                  </a:lnTo>
                  <a:lnTo>
                    <a:pt x="8509" y="17018"/>
                  </a:lnTo>
                  <a:close/>
                </a:path>
              </a:pathLst>
            </a:custGeom>
            <a:solidFill>
              <a:srgbClr val="F76A6A"/>
            </a:solidFill>
          </p:spPr>
        </p:sp>
      </p:grpSp>
      <p:grpSp>
        <p:nvGrpSpPr>
          <p:cNvPr name="Group 50" id="50"/>
          <p:cNvGrpSpPr/>
          <p:nvPr/>
        </p:nvGrpSpPr>
        <p:grpSpPr>
          <a:xfrm rot="0">
            <a:off x="9692640" y="5394960"/>
            <a:ext cx="731520" cy="1280160"/>
            <a:chOff x="0" y="0"/>
            <a:chExt cx="975360" cy="1706880"/>
          </a:xfrm>
        </p:grpSpPr>
        <p:sp>
          <p:nvSpPr>
            <p:cNvPr name="Freeform 51" id="51"/>
            <p:cNvSpPr/>
            <p:nvPr/>
          </p:nvSpPr>
          <p:spPr>
            <a:xfrm flipH="false" flipV="false" rot="0">
              <a:off x="0" y="0"/>
              <a:ext cx="975360" cy="1706880"/>
            </a:xfrm>
            <a:custGeom>
              <a:avLst/>
              <a:gdLst/>
              <a:ahLst/>
              <a:cxnLst/>
              <a:rect r="r" b="b" t="t" l="l"/>
              <a:pathLst>
                <a:path h="1706880" w="975360">
                  <a:moveTo>
                    <a:pt x="0" y="0"/>
                  </a:moveTo>
                  <a:lnTo>
                    <a:pt x="975360" y="0"/>
                  </a:lnTo>
                  <a:lnTo>
                    <a:pt x="975360" y="1706880"/>
                  </a:lnTo>
                  <a:lnTo>
                    <a:pt x="0" y="1706880"/>
                  </a:lnTo>
                  <a:close/>
                </a:path>
              </a:pathLst>
            </a:custGeom>
            <a:blipFill>
              <a:blip r:embed="rId2">
                <a:alphaModFix amt="0"/>
              </a:blip>
              <a:stretch>
                <a:fillRect l="-174531" t="0" r="-174531" b="0"/>
              </a:stretch>
            </a:blipFill>
          </p:spPr>
        </p:sp>
        <p:sp>
          <p:nvSpPr>
            <p:cNvPr name="TextBox 52" id="52"/>
            <p:cNvSpPr txBox="true"/>
            <p:nvPr/>
          </p:nvSpPr>
          <p:spPr>
            <a:xfrm>
              <a:off x="0" y="-66675"/>
              <a:ext cx="975360" cy="1773555"/>
            </a:xfrm>
            <a:prstGeom prst="rect">
              <a:avLst/>
            </a:prstGeom>
          </p:spPr>
          <p:txBody>
            <a:bodyPr anchor="ctr" rtlCol="false" tIns="0" lIns="0" bIns="0" rIns="0"/>
            <a:lstStyle/>
            <a:p>
              <a:pPr algn="ctr">
                <a:lnSpc>
                  <a:spcPts val="4320"/>
                </a:lnSpc>
              </a:pPr>
              <a:r>
                <a:rPr lang="en-US" sz="3600" b="true">
                  <a:solidFill>
                    <a:srgbClr val="F76A6A"/>
                  </a:solidFill>
                  <a:latin typeface="Calibri (MS) Bold"/>
                  <a:ea typeface="Calibri (MS) Bold"/>
                  <a:cs typeface="Calibri (MS) Bold"/>
                  <a:sym typeface="Calibri (MS) Bold"/>
                </a:rPr>
                <a:t>✗</a:t>
              </a:r>
            </a:p>
          </p:txBody>
        </p:sp>
      </p:grpSp>
      <p:grpSp>
        <p:nvGrpSpPr>
          <p:cNvPr name="Group 53" id="53"/>
          <p:cNvGrpSpPr/>
          <p:nvPr/>
        </p:nvGrpSpPr>
        <p:grpSpPr>
          <a:xfrm rot="0">
            <a:off x="10515600" y="5394960"/>
            <a:ext cx="7132320" cy="1280160"/>
            <a:chOff x="0" y="0"/>
            <a:chExt cx="9509760" cy="1706880"/>
          </a:xfrm>
        </p:grpSpPr>
        <p:sp>
          <p:nvSpPr>
            <p:cNvPr name="Freeform 54" id="54"/>
            <p:cNvSpPr/>
            <p:nvPr/>
          </p:nvSpPr>
          <p:spPr>
            <a:xfrm flipH="false" flipV="false" rot="0">
              <a:off x="0" y="0"/>
              <a:ext cx="9509760" cy="1706880"/>
            </a:xfrm>
            <a:custGeom>
              <a:avLst/>
              <a:gdLst/>
              <a:ahLst/>
              <a:cxnLst/>
              <a:rect r="r" b="b" t="t" l="l"/>
              <a:pathLst>
                <a:path h="1706880" w="9509760">
                  <a:moveTo>
                    <a:pt x="0" y="0"/>
                  </a:moveTo>
                  <a:lnTo>
                    <a:pt x="9509760" y="0"/>
                  </a:lnTo>
                  <a:lnTo>
                    <a:pt x="9509760" y="1706880"/>
                  </a:lnTo>
                  <a:lnTo>
                    <a:pt x="0" y="1706880"/>
                  </a:lnTo>
                  <a:close/>
                </a:path>
              </a:pathLst>
            </a:custGeom>
            <a:blipFill>
              <a:blip r:embed="rId2">
                <a:alphaModFix amt="0"/>
              </a:blip>
              <a:stretch>
                <a:fillRect l="0" t="-58559" r="0" b="-58559"/>
              </a:stretch>
            </a:blipFill>
          </p:spPr>
        </p:sp>
        <p:sp>
          <p:nvSpPr>
            <p:cNvPr name="TextBox 55" id="55"/>
            <p:cNvSpPr txBox="true"/>
            <p:nvPr/>
          </p:nvSpPr>
          <p:spPr>
            <a:xfrm>
              <a:off x="0" y="-47625"/>
              <a:ext cx="9509760" cy="1754505"/>
            </a:xfrm>
            <a:prstGeom prst="rect">
              <a:avLst/>
            </a:prstGeom>
          </p:spPr>
          <p:txBody>
            <a:bodyPr anchor="ctr" rtlCol="false" tIns="0" lIns="0" bIns="0" rIns="0"/>
            <a:lstStyle/>
            <a:p>
              <a:pPr algn="l">
                <a:lnSpc>
                  <a:spcPts val="2640"/>
                </a:lnSpc>
              </a:pPr>
              <a:r>
                <a:rPr lang="en-US" sz="2200">
                  <a:solidFill>
                    <a:srgbClr val="E8E8F0"/>
                  </a:solidFill>
                  <a:latin typeface="Calibri (MS)"/>
                  <a:ea typeface="Calibri (MS)"/>
                  <a:cs typeface="Calibri (MS)"/>
                  <a:sym typeface="Calibri (MS)"/>
                </a:rPr>
                <a:t>Existing platforms limited to one category only (IMDb = movies, MAL = anime)</a:t>
              </a:r>
            </a:p>
          </p:txBody>
        </p:sp>
      </p:grpSp>
      <p:grpSp>
        <p:nvGrpSpPr>
          <p:cNvPr name="Group 56" id="56"/>
          <p:cNvGrpSpPr/>
          <p:nvPr/>
        </p:nvGrpSpPr>
        <p:grpSpPr>
          <a:xfrm rot="0">
            <a:off x="9503407" y="7217407"/>
            <a:ext cx="8425177" cy="1658617"/>
            <a:chOff x="0" y="0"/>
            <a:chExt cx="11233569" cy="2211489"/>
          </a:xfrm>
        </p:grpSpPr>
        <p:sp>
          <p:nvSpPr>
            <p:cNvPr name="Freeform 57" id="57"/>
            <p:cNvSpPr/>
            <p:nvPr/>
          </p:nvSpPr>
          <p:spPr>
            <a:xfrm flipH="false" flipV="false" rot="0">
              <a:off x="8509" y="8509"/>
              <a:ext cx="11216640" cy="2194560"/>
            </a:xfrm>
            <a:custGeom>
              <a:avLst/>
              <a:gdLst/>
              <a:ahLst/>
              <a:cxnLst/>
              <a:rect r="r" b="b" t="t" l="l"/>
              <a:pathLst>
                <a:path h="2194560" w="11216640">
                  <a:moveTo>
                    <a:pt x="0" y="0"/>
                  </a:moveTo>
                  <a:lnTo>
                    <a:pt x="11216640" y="0"/>
                  </a:lnTo>
                  <a:lnTo>
                    <a:pt x="11216640" y="2194560"/>
                  </a:lnTo>
                  <a:lnTo>
                    <a:pt x="0" y="2194560"/>
                  </a:lnTo>
                  <a:close/>
                </a:path>
              </a:pathLst>
            </a:custGeom>
            <a:solidFill>
              <a:srgbClr val="1A1A35"/>
            </a:solidFill>
          </p:spPr>
        </p:sp>
        <p:sp>
          <p:nvSpPr>
            <p:cNvPr name="Freeform 58" id="58"/>
            <p:cNvSpPr/>
            <p:nvPr/>
          </p:nvSpPr>
          <p:spPr>
            <a:xfrm flipH="false" flipV="false" rot="0">
              <a:off x="0" y="0"/>
              <a:ext cx="11233658" cy="2211578"/>
            </a:xfrm>
            <a:custGeom>
              <a:avLst/>
              <a:gdLst/>
              <a:ahLst/>
              <a:cxnLst/>
              <a:rect r="r" b="b" t="t" l="l"/>
              <a:pathLst>
                <a:path h="2211578" w="11233658">
                  <a:moveTo>
                    <a:pt x="8509" y="0"/>
                  </a:moveTo>
                  <a:lnTo>
                    <a:pt x="11225149" y="0"/>
                  </a:lnTo>
                  <a:cubicBezTo>
                    <a:pt x="11229848" y="0"/>
                    <a:pt x="11233658" y="3810"/>
                    <a:pt x="11233658" y="8509"/>
                  </a:cubicBezTo>
                  <a:lnTo>
                    <a:pt x="11233658" y="2203069"/>
                  </a:lnTo>
                  <a:cubicBezTo>
                    <a:pt x="11233658" y="2207768"/>
                    <a:pt x="11229848" y="2211578"/>
                    <a:pt x="11225149" y="2211578"/>
                  </a:cubicBezTo>
                  <a:lnTo>
                    <a:pt x="8509" y="2211578"/>
                  </a:lnTo>
                  <a:cubicBezTo>
                    <a:pt x="3810" y="2211578"/>
                    <a:pt x="0" y="2207768"/>
                    <a:pt x="0" y="2203069"/>
                  </a:cubicBezTo>
                  <a:lnTo>
                    <a:pt x="0" y="8509"/>
                  </a:lnTo>
                  <a:cubicBezTo>
                    <a:pt x="0" y="3810"/>
                    <a:pt x="3810" y="0"/>
                    <a:pt x="8509" y="0"/>
                  </a:cubicBezTo>
                  <a:moveTo>
                    <a:pt x="8509" y="16891"/>
                  </a:moveTo>
                  <a:lnTo>
                    <a:pt x="8509" y="8509"/>
                  </a:lnTo>
                  <a:lnTo>
                    <a:pt x="17018" y="8509"/>
                  </a:lnTo>
                  <a:lnTo>
                    <a:pt x="17018" y="2203069"/>
                  </a:lnTo>
                  <a:lnTo>
                    <a:pt x="8509" y="2203069"/>
                  </a:lnTo>
                  <a:lnTo>
                    <a:pt x="8509" y="2194560"/>
                  </a:lnTo>
                  <a:lnTo>
                    <a:pt x="11225149" y="2194560"/>
                  </a:lnTo>
                  <a:lnTo>
                    <a:pt x="11225149" y="2203069"/>
                  </a:lnTo>
                  <a:lnTo>
                    <a:pt x="11216640" y="2203069"/>
                  </a:lnTo>
                  <a:lnTo>
                    <a:pt x="11216640" y="8509"/>
                  </a:lnTo>
                  <a:lnTo>
                    <a:pt x="11225149" y="8509"/>
                  </a:lnTo>
                  <a:lnTo>
                    <a:pt x="11225149" y="17018"/>
                  </a:lnTo>
                  <a:lnTo>
                    <a:pt x="8509" y="17018"/>
                  </a:lnTo>
                  <a:close/>
                </a:path>
              </a:pathLst>
            </a:custGeom>
            <a:solidFill>
              <a:srgbClr val="F76A6A"/>
            </a:solidFill>
          </p:spPr>
        </p:sp>
      </p:grpSp>
      <p:grpSp>
        <p:nvGrpSpPr>
          <p:cNvPr name="Group 59" id="59"/>
          <p:cNvGrpSpPr/>
          <p:nvPr/>
        </p:nvGrpSpPr>
        <p:grpSpPr>
          <a:xfrm rot="0">
            <a:off x="9692640" y="7406640"/>
            <a:ext cx="731520" cy="1280160"/>
            <a:chOff x="0" y="0"/>
            <a:chExt cx="975360" cy="1706880"/>
          </a:xfrm>
        </p:grpSpPr>
        <p:sp>
          <p:nvSpPr>
            <p:cNvPr name="Freeform 60" id="60"/>
            <p:cNvSpPr/>
            <p:nvPr/>
          </p:nvSpPr>
          <p:spPr>
            <a:xfrm flipH="false" flipV="false" rot="0">
              <a:off x="0" y="0"/>
              <a:ext cx="975360" cy="1706880"/>
            </a:xfrm>
            <a:custGeom>
              <a:avLst/>
              <a:gdLst/>
              <a:ahLst/>
              <a:cxnLst/>
              <a:rect r="r" b="b" t="t" l="l"/>
              <a:pathLst>
                <a:path h="1706880" w="975360">
                  <a:moveTo>
                    <a:pt x="0" y="0"/>
                  </a:moveTo>
                  <a:lnTo>
                    <a:pt x="975360" y="0"/>
                  </a:lnTo>
                  <a:lnTo>
                    <a:pt x="975360" y="1706880"/>
                  </a:lnTo>
                  <a:lnTo>
                    <a:pt x="0" y="1706880"/>
                  </a:lnTo>
                  <a:close/>
                </a:path>
              </a:pathLst>
            </a:custGeom>
            <a:blipFill>
              <a:blip r:embed="rId2">
                <a:alphaModFix amt="0"/>
              </a:blip>
              <a:stretch>
                <a:fillRect l="-174531" t="0" r="-174531" b="0"/>
              </a:stretch>
            </a:blipFill>
          </p:spPr>
        </p:sp>
        <p:sp>
          <p:nvSpPr>
            <p:cNvPr name="TextBox 61" id="61"/>
            <p:cNvSpPr txBox="true"/>
            <p:nvPr/>
          </p:nvSpPr>
          <p:spPr>
            <a:xfrm>
              <a:off x="0" y="-66675"/>
              <a:ext cx="975360" cy="1773555"/>
            </a:xfrm>
            <a:prstGeom prst="rect">
              <a:avLst/>
            </a:prstGeom>
          </p:spPr>
          <p:txBody>
            <a:bodyPr anchor="ctr" rtlCol="false" tIns="0" lIns="0" bIns="0" rIns="0"/>
            <a:lstStyle/>
            <a:p>
              <a:pPr algn="ctr">
                <a:lnSpc>
                  <a:spcPts val="4320"/>
                </a:lnSpc>
              </a:pPr>
              <a:r>
                <a:rPr lang="en-US" sz="3600" b="true">
                  <a:solidFill>
                    <a:srgbClr val="F76A6A"/>
                  </a:solidFill>
                  <a:latin typeface="Calibri (MS) Bold"/>
                  <a:ea typeface="Calibri (MS) Bold"/>
                  <a:cs typeface="Calibri (MS) Bold"/>
                  <a:sym typeface="Calibri (MS) Bold"/>
                </a:rPr>
                <a:t>✗</a:t>
              </a:r>
            </a:p>
          </p:txBody>
        </p:sp>
      </p:grpSp>
      <p:grpSp>
        <p:nvGrpSpPr>
          <p:cNvPr name="Group 62" id="62"/>
          <p:cNvGrpSpPr/>
          <p:nvPr/>
        </p:nvGrpSpPr>
        <p:grpSpPr>
          <a:xfrm rot="0">
            <a:off x="10515600" y="7406640"/>
            <a:ext cx="7132320" cy="1280160"/>
            <a:chOff x="0" y="0"/>
            <a:chExt cx="9509760" cy="1706880"/>
          </a:xfrm>
        </p:grpSpPr>
        <p:sp>
          <p:nvSpPr>
            <p:cNvPr name="Freeform 63" id="63"/>
            <p:cNvSpPr/>
            <p:nvPr/>
          </p:nvSpPr>
          <p:spPr>
            <a:xfrm flipH="false" flipV="false" rot="0">
              <a:off x="0" y="0"/>
              <a:ext cx="9509760" cy="1706880"/>
            </a:xfrm>
            <a:custGeom>
              <a:avLst/>
              <a:gdLst/>
              <a:ahLst/>
              <a:cxnLst/>
              <a:rect r="r" b="b" t="t" l="l"/>
              <a:pathLst>
                <a:path h="1706880" w="9509760">
                  <a:moveTo>
                    <a:pt x="0" y="0"/>
                  </a:moveTo>
                  <a:lnTo>
                    <a:pt x="9509760" y="0"/>
                  </a:lnTo>
                  <a:lnTo>
                    <a:pt x="9509760" y="1706880"/>
                  </a:lnTo>
                  <a:lnTo>
                    <a:pt x="0" y="1706880"/>
                  </a:lnTo>
                  <a:close/>
                </a:path>
              </a:pathLst>
            </a:custGeom>
            <a:blipFill>
              <a:blip r:embed="rId2">
                <a:alphaModFix amt="0"/>
              </a:blip>
              <a:stretch>
                <a:fillRect l="0" t="-58559" r="0" b="-58559"/>
              </a:stretch>
            </a:blipFill>
          </p:spPr>
        </p:sp>
        <p:sp>
          <p:nvSpPr>
            <p:cNvPr name="TextBox 64" id="64"/>
            <p:cNvSpPr txBox="true"/>
            <p:nvPr/>
          </p:nvSpPr>
          <p:spPr>
            <a:xfrm>
              <a:off x="0" y="-47625"/>
              <a:ext cx="9509760" cy="1754505"/>
            </a:xfrm>
            <a:prstGeom prst="rect">
              <a:avLst/>
            </a:prstGeom>
          </p:spPr>
          <p:txBody>
            <a:bodyPr anchor="ctr" rtlCol="false" tIns="0" lIns="0" bIns="0" rIns="0"/>
            <a:lstStyle/>
            <a:p>
              <a:pPr algn="l">
                <a:lnSpc>
                  <a:spcPts val="2640"/>
                </a:lnSpc>
              </a:pPr>
              <a:r>
                <a:rPr lang="en-US" sz="2200">
                  <a:solidFill>
                    <a:srgbClr val="E8E8F0"/>
                  </a:solidFill>
                  <a:latin typeface="Calibri (MS)"/>
                  <a:ea typeface="Calibri (MS)"/>
                  <a:cs typeface="Calibri (MS)"/>
                  <a:sym typeface="Calibri (MS)"/>
                </a:rPr>
                <a:t>No cross-category statistics or viewing habits analysis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16891" y="16891"/>
              <a:ext cx="292608" cy="13715999"/>
            </a:xfrm>
            <a:custGeom>
              <a:avLst/>
              <a:gdLst/>
              <a:ahLst/>
              <a:cxnLst/>
              <a:rect r="r" b="b" t="t" l="l"/>
              <a:pathLst>
                <a:path h="13715999" w="292608">
                  <a:moveTo>
                    <a:pt x="0" y="0"/>
                  </a:moveTo>
                  <a:lnTo>
                    <a:pt x="292608" y="0"/>
                  </a:lnTo>
                  <a:lnTo>
                    <a:pt x="292608" y="13715999"/>
                  </a:lnTo>
                  <a:lnTo>
                    <a:pt x="0" y="13715999"/>
                  </a:lnTo>
                  <a:close/>
                </a:path>
              </a:pathLst>
            </a:custGeom>
            <a:solidFill>
              <a:srgbClr val="F7C46A"/>
            </a:solidFill>
          </p:spPr>
        </p:sp>
        <p:sp>
          <p:nvSpPr>
            <p:cNvPr name="Freeform 4" id="4"/>
            <p:cNvSpPr/>
            <p:nvPr/>
          </p:nvSpPr>
          <p:spPr>
            <a:xfrm flipH="false" flipV="false" rot="0">
              <a:off x="0" y="0"/>
              <a:ext cx="326390" cy="13749782"/>
            </a:xfrm>
            <a:custGeom>
              <a:avLst/>
              <a:gdLst/>
              <a:ahLst/>
              <a:cxnLst/>
              <a:rect r="r" b="b" t="t" l="l"/>
              <a:pathLst>
                <a:path h="13749782" w="326390">
                  <a:moveTo>
                    <a:pt x="16891" y="0"/>
                  </a:moveTo>
                  <a:lnTo>
                    <a:pt x="309499" y="0"/>
                  </a:lnTo>
                  <a:cubicBezTo>
                    <a:pt x="318897" y="0"/>
                    <a:pt x="326390" y="7620"/>
                    <a:pt x="326390" y="16891"/>
                  </a:cubicBezTo>
                  <a:lnTo>
                    <a:pt x="326390" y="13732890"/>
                  </a:lnTo>
                  <a:cubicBezTo>
                    <a:pt x="326390" y="13742290"/>
                    <a:pt x="318770" y="13749782"/>
                    <a:pt x="309499"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09499" y="13716000"/>
                  </a:lnTo>
                  <a:lnTo>
                    <a:pt x="309499" y="13732890"/>
                  </a:lnTo>
                  <a:lnTo>
                    <a:pt x="292608" y="13732890"/>
                  </a:lnTo>
                  <a:lnTo>
                    <a:pt x="292608" y="16891"/>
                  </a:lnTo>
                  <a:lnTo>
                    <a:pt x="309499" y="16891"/>
                  </a:lnTo>
                  <a:lnTo>
                    <a:pt x="309499" y="33909"/>
                  </a:lnTo>
                  <a:lnTo>
                    <a:pt x="16891" y="33909"/>
                  </a:lnTo>
                  <a:close/>
                </a:path>
              </a:pathLst>
            </a:custGeom>
            <a:solidFill>
              <a:srgbClr val="F7C46A"/>
            </a:solidFill>
          </p:spPr>
        </p:sp>
      </p:grpSp>
      <p:grpSp>
        <p:nvGrpSpPr>
          <p:cNvPr name="Group 5" id="5"/>
          <p:cNvGrpSpPr/>
          <p:nvPr/>
        </p:nvGrpSpPr>
        <p:grpSpPr>
          <a:xfrm rot="0">
            <a:off x="548640" y="274320"/>
            <a:ext cx="2194560" cy="1648718"/>
            <a:chOff x="0" y="0"/>
            <a:chExt cx="2926080" cy="2198291"/>
          </a:xfrm>
        </p:grpSpPr>
        <p:sp>
          <p:nvSpPr>
            <p:cNvPr name="Freeform 6" id="6"/>
            <p:cNvSpPr/>
            <p:nvPr/>
          </p:nvSpPr>
          <p:spPr>
            <a:xfrm flipH="false" flipV="false" rot="0">
              <a:off x="0" y="0"/>
              <a:ext cx="2926080" cy="2198291"/>
            </a:xfrm>
            <a:custGeom>
              <a:avLst/>
              <a:gdLst/>
              <a:ahLst/>
              <a:cxnLst/>
              <a:rect r="r" b="b" t="t" l="l"/>
              <a:pathLst>
                <a:path h="2198291" w="2926080">
                  <a:moveTo>
                    <a:pt x="0" y="0"/>
                  </a:moveTo>
                  <a:lnTo>
                    <a:pt x="2926080" y="0"/>
                  </a:lnTo>
                  <a:lnTo>
                    <a:pt x="2926080" y="2198291"/>
                  </a:lnTo>
                  <a:lnTo>
                    <a:pt x="0" y="2198291"/>
                  </a:lnTo>
                  <a:close/>
                </a:path>
              </a:pathLst>
            </a:custGeom>
            <a:blipFill>
              <a:blip r:embed="rId2">
                <a:alphaModFix amt="0"/>
              </a:blip>
              <a:stretch>
                <a:fillRect l="-24843" t="0" r="-24843" b="22354"/>
              </a:stretch>
            </a:blipFill>
          </p:spPr>
        </p:sp>
        <p:sp>
          <p:nvSpPr>
            <p:cNvPr name="TextBox 7" id="7"/>
            <p:cNvSpPr txBox="true"/>
            <p:nvPr/>
          </p:nvSpPr>
          <p:spPr>
            <a:xfrm>
              <a:off x="0" y="-38100"/>
              <a:ext cx="2926080" cy="2236391"/>
            </a:xfrm>
            <a:prstGeom prst="rect">
              <a:avLst/>
            </a:prstGeom>
          </p:spPr>
          <p:txBody>
            <a:bodyPr anchor="ctr" rtlCol="false" tIns="0" lIns="0" bIns="0" rIns="0"/>
            <a:lstStyle/>
            <a:p>
              <a:pPr algn="l">
                <a:lnSpc>
                  <a:spcPts val="9600"/>
                </a:lnSpc>
              </a:pPr>
              <a:r>
                <a:rPr lang="en-US" sz="8000" b="true">
                  <a:solidFill>
                    <a:srgbClr val="F7C46A"/>
                  </a:solidFill>
                  <a:latin typeface="Arial Bold"/>
                  <a:ea typeface="Arial Bold"/>
                  <a:cs typeface="Arial Bold"/>
                  <a:sym typeface="Arial Bold"/>
                </a:rPr>
                <a:t>03</a:t>
              </a:r>
            </a:p>
          </p:txBody>
        </p:sp>
      </p:grpSp>
      <p:grpSp>
        <p:nvGrpSpPr>
          <p:cNvPr name="Group 8" id="8"/>
          <p:cNvGrpSpPr/>
          <p:nvPr/>
        </p:nvGrpSpPr>
        <p:grpSpPr>
          <a:xfrm rot="0">
            <a:off x="548640" y="1463040"/>
            <a:ext cx="16459200" cy="1005840"/>
            <a:chOff x="0" y="0"/>
            <a:chExt cx="21945600" cy="1341120"/>
          </a:xfrm>
        </p:grpSpPr>
        <p:sp>
          <p:nvSpPr>
            <p:cNvPr name="Freeform 9" id="9"/>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0" id="10"/>
            <p:cNvSpPr txBox="true"/>
            <p:nvPr/>
          </p:nvSpPr>
          <p:spPr>
            <a:xfrm>
              <a:off x="0" y="-28575"/>
              <a:ext cx="21945600" cy="1369695"/>
            </a:xfrm>
            <a:prstGeom prst="rect">
              <a:avLst/>
            </a:prstGeom>
          </p:spPr>
          <p:txBody>
            <a:bodyPr anchor="ctr" rtlCol="false" tIns="0" lIns="0" bIns="0" rIns="0"/>
            <a:lstStyle/>
            <a:p>
              <a:pPr algn="l">
                <a:lnSpc>
                  <a:spcPts val="7200"/>
                </a:lnSpc>
              </a:pPr>
              <a:r>
                <a:rPr lang="en-US" sz="6000" b="true">
                  <a:solidFill>
                    <a:srgbClr val="FFFFFF"/>
                  </a:solidFill>
                  <a:latin typeface="Arial Bold"/>
                  <a:ea typeface="Arial Bold"/>
                  <a:cs typeface="Arial Bold"/>
                  <a:sym typeface="Arial Bold"/>
                </a:rPr>
                <a:t>Market Research</a:t>
              </a:r>
            </a:p>
          </p:txBody>
        </p:sp>
      </p:grpSp>
      <p:grpSp>
        <p:nvGrpSpPr>
          <p:cNvPr name="Group 11" id="11"/>
          <p:cNvGrpSpPr/>
          <p:nvPr/>
        </p:nvGrpSpPr>
        <p:grpSpPr>
          <a:xfrm rot="0">
            <a:off x="535943" y="2913383"/>
            <a:ext cx="17216123" cy="1488443"/>
            <a:chOff x="0" y="0"/>
            <a:chExt cx="22954831" cy="1984591"/>
          </a:xfrm>
        </p:grpSpPr>
        <p:sp>
          <p:nvSpPr>
            <p:cNvPr name="Freeform 12" id="12"/>
            <p:cNvSpPr/>
            <p:nvPr/>
          </p:nvSpPr>
          <p:spPr>
            <a:xfrm flipH="false" flipV="false" rot="0">
              <a:off x="16891" y="16891"/>
              <a:ext cx="22920960" cy="1950720"/>
            </a:xfrm>
            <a:custGeom>
              <a:avLst/>
              <a:gdLst/>
              <a:ahLst/>
              <a:cxnLst/>
              <a:rect r="r" b="b" t="t" l="l"/>
              <a:pathLst>
                <a:path h="1950720" w="22920960">
                  <a:moveTo>
                    <a:pt x="0" y="0"/>
                  </a:moveTo>
                  <a:lnTo>
                    <a:pt x="22920960" y="0"/>
                  </a:lnTo>
                  <a:lnTo>
                    <a:pt x="22920960" y="1950720"/>
                  </a:lnTo>
                  <a:lnTo>
                    <a:pt x="0" y="1950720"/>
                  </a:lnTo>
                  <a:close/>
                </a:path>
              </a:pathLst>
            </a:custGeom>
            <a:solidFill>
              <a:srgbClr val="1A1A35"/>
            </a:solidFill>
          </p:spPr>
        </p:sp>
        <p:sp>
          <p:nvSpPr>
            <p:cNvPr name="Freeform 13" id="13"/>
            <p:cNvSpPr/>
            <p:nvPr/>
          </p:nvSpPr>
          <p:spPr>
            <a:xfrm flipH="false" flipV="false" rot="0">
              <a:off x="0" y="0"/>
              <a:ext cx="22954743" cy="1984502"/>
            </a:xfrm>
            <a:custGeom>
              <a:avLst/>
              <a:gdLst/>
              <a:ahLst/>
              <a:cxnLst/>
              <a:rect r="r" b="b" t="t" l="l"/>
              <a:pathLst>
                <a:path h="1984502" w="22954743">
                  <a:moveTo>
                    <a:pt x="16891" y="0"/>
                  </a:moveTo>
                  <a:lnTo>
                    <a:pt x="22937851" y="0"/>
                  </a:lnTo>
                  <a:cubicBezTo>
                    <a:pt x="22947249" y="0"/>
                    <a:pt x="22954743" y="7620"/>
                    <a:pt x="22954743" y="16891"/>
                  </a:cubicBezTo>
                  <a:lnTo>
                    <a:pt x="22954743" y="1967611"/>
                  </a:lnTo>
                  <a:cubicBezTo>
                    <a:pt x="22954743" y="1977009"/>
                    <a:pt x="22947123" y="1984502"/>
                    <a:pt x="22937851" y="1984502"/>
                  </a:cubicBezTo>
                  <a:lnTo>
                    <a:pt x="16891" y="1984502"/>
                  </a:lnTo>
                  <a:cubicBezTo>
                    <a:pt x="7493" y="1984502"/>
                    <a:pt x="0" y="1976882"/>
                    <a:pt x="0" y="1967611"/>
                  </a:cubicBezTo>
                  <a:lnTo>
                    <a:pt x="0" y="16891"/>
                  </a:lnTo>
                  <a:cubicBezTo>
                    <a:pt x="0" y="7620"/>
                    <a:pt x="7620" y="0"/>
                    <a:pt x="16891" y="0"/>
                  </a:cubicBezTo>
                  <a:moveTo>
                    <a:pt x="16891" y="33909"/>
                  </a:moveTo>
                  <a:lnTo>
                    <a:pt x="16891" y="16891"/>
                  </a:lnTo>
                  <a:lnTo>
                    <a:pt x="33909" y="16891"/>
                  </a:lnTo>
                  <a:lnTo>
                    <a:pt x="33909" y="1967611"/>
                  </a:lnTo>
                  <a:lnTo>
                    <a:pt x="16891" y="1967611"/>
                  </a:lnTo>
                  <a:lnTo>
                    <a:pt x="16891" y="1950720"/>
                  </a:lnTo>
                  <a:lnTo>
                    <a:pt x="22937851" y="1950720"/>
                  </a:lnTo>
                  <a:lnTo>
                    <a:pt x="22937851" y="1967611"/>
                  </a:lnTo>
                  <a:lnTo>
                    <a:pt x="22920961" y="1967611"/>
                  </a:lnTo>
                  <a:lnTo>
                    <a:pt x="22920961" y="16891"/>
                  </a:lnTo>
                  <a:lnTo>
                    <a:pt x="22937851" y="16891"/>
                  </a:lnTo>
                  <a:lnTo>
                    <a:pt x="22937851" y="33909"/>
                  </a:lnTo>
                  <a:lnTo>
                    <a:pt x="16891" y="33909"/>
                  </a:lnTo>
                  <a:close/>
                </a:path>
              </a:pathLst>
            </a:custGeom>
            <a:solidFill>
              <a:srgbClr val="7C6AF7"/>
            </a:solidFill>
          </p:spPr>
        </p:sp>
      </p:grpSp>
      <p:grpSp>
        <p:nvGrpSpPr>
          <p:cNvPr name="Group 14" id="14"/>
          <p:cNvGrpSpPr/>
          <p:nvPr/>
        </p:nvGrpSpPr>
        <p:grpSpPr>
          <a:xfrm rot="0">
            <a:off x="535943" y="2913383"/>
            <a:ext cx="171707" cy="1488443"/>
            <a:chOff x="0" y="0"/>
            <a:chExt cx="228943" cy="1984591"/>
          </a:xfrm>
        </p:grpSpPr>
        <p:sp>
          <p:nvSpPr>
            <p:cNvPr name="Freeform 15" id="15"/>
            <p:cNvSpPr/>
            <p:nvPr/>
          </p:nvSpPr>
          <p:spPr>
            <a:xfrm flipH="false" flipV="false" rot="0">
              <a:off x="16891" y="16891"/>
              <a:ext cx="195072" cy="1950720"/>
            </a:xfrm>
            <a:custGeom>
              <a:avLst/>
              <a:gdLst/>
              <a:ahLst/>
              <a:cxnLst/>
              <a:rect r="r" b="b" t="t" l="l"/>
              <a:pathLst>
                <a:path h="1950720" w="195072">
                  <a:moveTo>
                    <a:pt x="0" y="0"/>
                  </a:moveTo>
                  <a:lnTo>
                    <a:pt x="195072" y="0"/>
                  </a:lnTo>
                  <a:lnTo>
                    <a:pt x="195072" y="1950720"/>
                  </a:lnTo>
                  <a:lnTo>
                    <a:pt x="0" y="1950720"/>
                  </a:lnTo>
                  <a:close/>
                </a:path>
              </a:pathLst>
            </a:custGeom>
            <a:solidFill>
              <a:srgbClr val="7C6AF7"/>
            </a:solidFill>
          </p:spPr>
        </p:sp>
        <p:sp>
          <p:nvSpPr>
            <p:cNvPr name="Freeform 16" id="16"/>
            <p:cNvSpPr/>
            <p:nvPr/>
          </p:nvSpPr>
          <p:spPr>
            <a:xfrm flipH="false" flipV="false" rot="0">
              <a:off x="0" y="0"/>
              <a:ext cx="228854" cy="1984502"/>
            </a:xfrm>
            <a:custGeom>
              <a:avLst/>
              <a:gdLst/>
              <a:ahLst/>
              <a:cxnLst/>
              <a:rect r="r" b="b" t="t" l="l"/>
              <a:pathLst>
                <a:path h="1984502" w="228854">
                  <a:moveTo>
                    <a:pt x="16891" y="0"/>
                  </a:moveTo>
                  <a:lnTo>
                    <a:pt x="211963" y="0"/>
                  </a:lnTo>
                  <a:cubicBezTo>
                    <a:pt x="221361" y="0"/>
                    <a:pt x="228854" y="7620"/>
                    <a:pt x="228854" y="16891"/>
                  </a:cubicBezTo>
                  <a:lnTo>
                    <a:pt x="228854" y="1967611"/>
                  </a:lnTo>
                  <a:cubicBezTo>
                    <a:pt x="228854" y="1977009"/>
                    <a:pt x="221234" y="1984502"/>
                    <a:pt x="211963" y="1984502"/>
                  </a:cubicBezTo>
                  <a:lnTo>
                    <a:pt x="16891" y="1984502"/>
                  </a:lnTo>
                  <a:cubicBezTo>
                    <a:pt x="7493" y="1984502"/>
                    <a:pt x="0" y="1976882"/>
                    <a:pt x="0" y="1967611"/>
                  </a:cubicBezTo>
                  <a:lnTo>
                    <a:pt x="0" y="16891"/>
                  </a:lnTo>
                  <a:cubicBezTo>
                    <a:pt x="0" y="7620"/>
                    <a:pt x="7620" y="0"/>
                    <a:pt x="16891" y="0"/>
                  </a:cubicBezTo>
                  <a:moveTo>
                    <a:pt x="16891" y="33909"/>
                  </a:moveTo>
                  <a:lnTo>
                    <a:pt x="16891" y="16891"/>
                  </a:lnTo>
                  <a:lnTo>
                    <a:pt x="33909" y="16891"/>
                  </a:lnTo>
                  <a:lnTo>
                    <a:pt x="33909" y="1967611"/>
                  </a:lnTo>
                  <a:lnTo>
                    <a:pt x="16891" y="1967611"/>
                  </a:lnTo>
                  <a:lnTo>
                    <a:pt x="16891" y="1950720"/>
                  </a:lnTo>
                  <a:lnTo>
                    <a:pt x="211963" y="1950720"/>
                  </a:lnTo>
                  <a:lnTo>
                    <a:pt x="211963" y="1967611"/>
                  </a:lnTo>
                  <a:lnTo>
                    <a:pt x="195072" y="1967611"/>
                  </a:lnTo>
                  <a:lnTo>
                    <a:pt x="195072" y="16891"/>
                  </a:lnTo>
                  <a:lnTo>
                    <a:pt x="211963" y="16891"/>
                  </a:lnTo>
                  <a:lnTo>
                    <a:pt x="211963" y="33909"/>
                  </a:lnTo>
                  <a:lnTo>
                    <a:pt x="16891" y="33909"/>
                  </a:lnTo>
                  <a:close/>
                </a:path>
              </a:pathLst>
            </a:custGeom>
            <a:solidFill>
              <a:srgbClr val="7C6AF7"/>
            </a:solidFill>
          </p:spPr>
        </p:sp>
      </p:grpSp>
      <p:grpSp>
        <p:nvGrpSpPr>
          <p:cNvPr name="Group 17" id="17"/>
          <p:cNvGrpSpPr/>
          <p:nvPr/>
        </p:nvGrpSpPr>
        <p:grpSpPr>
          <a:xfrm rot="0">
            <a:off x="822960" y="2926080"/>
            <a:ext cx="1097280" cy="1463040"/>
            <a:chOff x="0" y="0"/>
            <a:chExt cx="1463040" cy="1950720"/>
          </a:xfrm>
        </p:grpSpPr>
        <p:sp>
          <p:nvSpPr>
            <p:cNvPr name="Freeform 18" id="18"/>
            <p:cNvSpPr/>
            <p:nvPr/>
          </p:nvSpPr>
          <p:spPr>
            <a:xfrm flipH="false" flipV="false" rot="0">
              <a:off x="0" y="0"/>
              <a:ext cx="1463040" cy="1950720"/>
            </a:xfrm>
            <a:custGeom>
              <a:avLst/>
              <a:gdLst/>
              <a:ahLst/>
              <a:cxnLst/>
              <a:rect r="r" b="b" t="t" l="l"/>
              <a:pathLst>
                <a:path h="1950720" w="1463040">
                  <a:moveTo>
                    <a:pt x="0" y="0"/>
                  </a:moveTo>
                  <a:lnTo>
                    <a:pt x="1463040" y="0"/>
                  </a:lnTo>
                  <a:lnTo>
                    <a:pt x="1463040" y="1950720"/>
                  </a:lnTo>
                  <a:lnTo>
                    <a:pt x="0" y="1950720"/>
                  </a:lnTo>
                  <a:close/>
                </a:path>
              </a:pathLst>
            </a:custGeom>
            <a:blipFill>
              <a:blip r:embed="rId2">
                <a:alphaModFix amt="0"/>
              </a:blip>
              <a:stretch>
                <a:fillRect l="-121071" t="0" r="-121071" b="0"/>
              </a:stretch>
            </a:blipFill>
          </p:spPr>
        </p:sp>
        <p:sp>
          <p:nvSpPr>
            <p:cNvPr name="TextBox 19" id="19"/>
            <p:cNvSpPr txBox="true"/>
            <p:nvPr/>
          </p:nvSpPr>
          <p:spPr>
            <a:xfrm>
              <a:off x="0" y="-76200"/>
              <a:ext cx="1463040" cy="2026920"/>
            </a:xfrm>
            <a:prstGeom prst="rect">
              <a:avLst/>
            </a:prstGeom>
          </p:spPr>
          <p:txBody>
            <a:bodyPr anchor="ctr" rtlCol="false" tIns="0" lIns="0" bIns="0" rIns="0"/>
            <a:lstStyle/>
            <a:p>
              <a:pPr algn="ctr">
                <a:lnSpc>
                  <a:spcPts val="4800"/>
                </a:lnSpc>
              </a:pPr>
              <a:r>
                <a:rPr lang="en-US" sz="4000">
                  <a:solidFill>
                    <a:srgbClr val="000000"/>
                  </a:solidFill>
                  <a:latin typeface="Calibri (MS)"/>
                  <a:ea typeface="Calibri (MS)"/>
                  <a:cs typeface="Calibri (MS)"/>
                  <a:sym typeface="Calibri (MS)"/>
                </a:rPr>
                <a:t>🎬</a:t>
              </a:r>
            </a:p>
          </p:txBody>
        </p:sp>
      </p:grpSp>
      <p:grpSp>
        <p:nvGrpSpPr>
          <p:cNvPr name="Group 20" id="20"/>
          <p:cNvGrpSpPr/>
          <p:nvPr/>
        </p:nvGrpSpPr>
        <p:grpSpPr>
          <a:xfrm rot="0">
            <a:off x="2011680" y="2926080"/>
            <a:ext cx="4023360" cy="1463040"/>
            <a:chOff x="0" y="0"/>
            <a:chExt cx="5364480" cy="1950720"/>
          </a:xfrm>
        </p:grpSpPr>
        <p:sp>
          <p:nvSpPr>
            <p:cNvPr name="Freeform 21" id="21"/>
            <p:cNvSpPr/>
            <p:nvPr/>
          </p:nvSpPr>
          <p:spPr>
            <a:xfrm flipH="false" flipV="false" rot="0">
              <a:off x="0" y="0"/>
              <a:ext cx="5364480" cy="1950720"/>
            </a:xfrm>
            <a:custGeom>
              <a:avLst/>
              <a:gdLst/>
              <a:ahLst/>
              <a:cxnLst/>
              <a:rect r="r" b="b" t="t" l="l"/>
              <a:pathLst>
                <a:path h="1950720" w="5364480">
                  <a:moveTo>
                    <a:pt x="0" y="0"/>
                  </a:moveTo>
                  <a:lnTo>
                    <a:pt x="5364480" y="0"/>
                  </a:lnTo>
                  <a:lnTo>
                    <a:pt x="5364480" y="1950720"/>
                  </a:lnTo>
                  <a:lnTo>
                    <a:pt x="0" y="1950720"/>
                  </a:lnTo>
                  <a:close/>
                </a:path>
              </a:pathLst>
            </a:custGeom>
            <a:blipFill>
              <a:blip r:embed="rId2">
                <a:alphaModFix amt="0"/>
              </a:blip>
              <a:stretch>
                <a:fillRect l="0" t="-3583" r="0" b="-3583"/>
              </a:stretch>
            </a:blipFill>
          </p:spPr>
        </p:sp>
        <p:sp>
          <p:nvSpPr>
            <p:cNvPr name="TextBox 22" id="22"/>
            <p:cNvSpPr txBox="true"/>
            <p:nvPr/>
          </p:nvSpPr>
          <p:spPr>
            <a:xfrm>
              <a:off x="0" y="-19050"/>
              <a:ext cx="5364480" cy="1969770"/>
            </a:xfrm>
            <a:prstGeom prst="rect">
              <a:avLst/>
            </a:prstGeom>
          </p:spPr>
          <p:txBody>
            <a:bodyPr anchor="ctr" rtlCol="false" tIns="0" lIns="0" bIns="0" rIns="0"/>
            <a:lstStyle/>
            <a:p>
              <a:pPr algn="l">
                <a:lnSpc>
                  <a:spcPts val="6240"/>
                </a:lnSpc>
              </a:pPr>
              <a:r>
                <a:rPr lang="en-US" sz="5200" b="true">
                  <a:solidFill>
                    <a:srgbClr val="7C6AF7"/>
                  </a:solidFill>
                  <a:latin typeface="Arial Bold"/>
                  <a:ea typeface="Arial Bold"/>
                  <a:cs typeface="Arial Bold"/>
                  <a:sym typeface="Arial Bold"/>
                </a:rPr>
                <a:t>3.2B+</a:t>
              </a:r>
            </a:p>
          </p:txBody>
        </p:sp>
      </p:grpSp>
      <p:grpSp>
        <p:nvGrpSpPr>
          <p:cNvPr name="Group 23" id="23"/>
          <p:cNvGrpSpPr/>
          <p:nvPr/>
        </p:nvGrpSpPr>
        <p:grpSpPr>
          <a:xfrm rot="0">
            <a:off x="6217920" y="2926080"/>
            <a:ext cx="11155680" cy="1463040"/>
            <a:chOff x="0" y="0"/>
            <a:chExt cx="14874240" cy="1950720"/>
          </a:xfrm>
        </p:grpSpPr>
        <p:sp>
          <p:nvSpPr>
            <p:cNvPr name="Freeform 24" id="24"/>
            <p:cNvSpPr/>
            <p:nvPr/>
          </p:nvSpPr>
          <p:spPr>
            <a:xfrm flipH="false" flipV="false" rot="0">
              <a:off x="0" y="0"/>
              <a:ext cx="14874239" cy="1950720"/>
            </a:xfrm>
            <a:custGeom>
              <a:avLst/>
              <a:gdLst/>
              <a:ahLst/>
              <a:cxnLst/>
              <a:rect r="r" b="b" t="t" l="l"/>
              <a:pathLst>
                <a:path h="1950720" w="14874239">
                  <a:moveTo>
                    <a:pt x="0" y="0"/>
                  </a:moveTo>
                  <a:lnTo>
                    <a:pt x="14874239" y="0"/>
                  </a:lnTo>
                  <a:lnTo>
                    <a:pt x="14874239" y="1950720"/>
                  </a:lnTo>
                  <a:lnTo>
                    <a:pt x="0" y="1950720"/>
                  </a:lnTo>
                  <a:close/>
                </a:path>
              </a:pathLst>
            </a:custGeom>
            <a:blipFill>
              <a:blip r:embed="rId2">
                <a:alphaModFix amt="0"/>
              </a:blip>
              <a:stretch>
                <a:fillRect l="0" t="-98573" r="0" b="-98573"/>
              </a:stretch>
            </a:blipFill>
          </p:spPr>
        </p:sp>
        <p:sp>
          <p:nvSpPr>
            <p:cNvPr name="TextBox 25" id="25"/>
            <p:cNvSpPr txBox="true"/>
            <p:nvPr/>
          </p:nvSpPr>
          <p:spPr>
            <a:xfrm>
              <a:off x="0" y="-38100"/>
              <a:ext cx="14874240" cy="1988820"/>
            </a:xfrm>
            <a:prstGeom prst="rect">
              <a:avLst/>
            </a:prstGeom>
          </p:spPr>
          <p:txBody>
            <a:bodyPr anchor="ctr" rtlCol="false" tIns="0" lIns="0" bIns="0" rIns="0"/>
            <a:lstStyle/>
            <a:p>
              <a:pPr algn="l">
                <a:lnSpc>
                  <a:spcPts val="2879"/>
                </a:lnSpc>
              </a:pPr>
              <a:r>
                <a:rPr lang="en-US" sz="2400">
                  <a:solidFill>
                    <a:srgbClr val="E8E8F0"/>
                  </a:solidFill>
                  <a:latin typeface="Calibri (MS)"/>
                  <a:ea typeface="Calibri (MS)"/>
                  <a:cs typeface="Calibri (MS)"/>
                  <a:sym typeface="Calibri (MS)"/>
                </a:rPr>
                <a:t>Active streaming subscribers worldwide (2024)</a:t>
              </a:r>
            </a:p>
          </p:txBody>
        </p:sp>
      </p:grpSp>
      <p:grpSp>
        <p:nvGrpSpPr>
          <p:cNvPr name="Group 26" id="26"/>
          <p:cNvGrpSpPr/>
          <p:nvPr/>
        </p:nvGrpSpPr>
        <p:grpSpPr>
          <a:xfrm rot="0">
            <a:off x="535943" y="4650743"/>
            <a:ext cx="17216123" cy="1488443"/>
            <a:chOff x="0" y="0"/>
            <a:chExt cx="22954831" cy="1984591"/>
          </a:xfrm>
        </p:grpSpPr>
        <p:sp>
          <p:nvSpPr>
            <p:cNvPr name="Freeform 27" id="27"/>
            <p:cNvSpPr/>
            <p:nvPr/>
          </p:nvSpPr>
          <p:spPr>
            <a:xfrm flipH="false" flipV="false" rot="0">
              <a:off x="16891" y="16891"/>
              <a:ext cx="22920960" cy="1950720"/>
            </a:xfrm>
            <a:custGeom>
              <a:avLst/>
              <a:gdLst/>
              <a:ahLst/>
              <a:cxnLst/>
              <a:rect r="r" b="b" t="t" l="l"/>
              <a:pathLst>
                <a:path h="1950720" w="22920960">
                  <a:moveTo>
                    <a:pt x="0" y="0"/>
                  </a:moveTo>
                  <a:lnTo>
                    <a:pt x="22920960" y="0"/>
                  </a:lnTo>
                  <a:lnTo>
                    <a:pt x="22920960" y="1950720"/>
                  </a:lnTo>
                  <a:lnTo>
                    <a:pt x="0" y="1950720"/>
                  </a:lnTo>
                  <a:close/>
                </a:path>
              </a:pathLst>
            </a:custGeom>
            <a:solidFill>
              <a:srgbClr val="1A1A35"/>
            </a:solidFill>
          </p:spPr>
        </p:sp>
        <p:sp>
          <p:nvSpPr>
            <p:cNvPr name="Freeform 28" id="28"/>
            <p:cNvSpPr/>
            <p:nvPr/>
          </p:nvSpPr>
          <p:spPr>
            <a:xfrm flipH="false" flipV="false" rot="0">
              <a:off x="0" y="0"/>
              <a:ext cx="22954743" cy="1984502"/>
            </a:xfrm>
            <a:custGeom>
              <a:avLst/>
              <a:gdLst/>
              <a:ahLst/>
              <a:cxnLst/>
              <a:rect r="r" b="b" t="t" l="l"/>
              <a:pathLst>
                <a:path h="1984502" w="22954743">
                  <a:moveTo>
                    <a:pt x="16891" y="0"/>
                  </a:moveTo>
                  <a:lnTo>
                    <a:pt x="22937851" y="0"/>
                  </a:lnTo>
                  <a:cubicBezTo>
                    <a:pt x="22947249" y="0"/>
                    <a:pt x="22954743" y="7620"/>
                    <a:pt x="22954743" y="16891"/>
                  </a:cubicBezTo>
                  <a:lnTo>
                    <a:pt x="22954743" y="1967611"/>
                  </a:lnTo>
                  <a:cubicBezTo>
                    <a:pt x="22954743" y="1977009"/>
                    <a:pt x="22947123" y="1984502"/>
                    <a:pt x="22937851" y="1984502"/>
                  </a:cubicBezTo>
                  <a:lnTo>
                    <a:pt x="16891" y="1984502"/>
                  </a:lnTo>
                  <a:cubicBezTo>
                    <a:pt x="7493" y="1984502"/>
                    <a:pt x="0" y="1976882"/>
                    <a:pt x="0" y="1967611"/>
                  </a:cubicBezTo>
                  <a:lnTo>
                    <a:pt x="0" y="16891"/>
                  </a:lnTo>
                  <a:cubicBezTo>
                    <a:pt x="0" y="7620"/>
                    <a:pt x="7620" y="0"/>
                    <a:pt x="16891" y="0"/>
                  </a:cubicBezTo>
                  <a:moveTo>
                    <a:pt x="16891" y="33909"/>
                  </a:moveTo>
                  <a:lnTo>
                    <a:pt x="16891" y="16891"/>
                  </a:lnTo>
                  <a:lnTo>
                    <a:pt x="33909" y="16891"/>
                  </a:lnTo>
                  <a:lnTo>
                    <a:pt x="33909" y="1967611"/>
                  </a:lnTo>
                  <a:lnTo>
                    <a:pt x="16891" y="1967611"/>
                  </a:lnTo>
                  <a:lnTo>
                    <a:pt x="16891" y="1950720"/>
                  </a:lnTo>
                  <a:lnTo>
                    <a:pt x="22937851" y="1950720"/>
                  </a:lnTo>
                  <a:lnTo>
                    <a:pt x="22937851" y="1967611"/>
                  </a:lnTo>
                  <a:lnTo>
                    <a:pt x="22920961" y="1967611"/>
                  </a:lnTo>
                  <a:lnTo>
                    <a:pt x="22920961" y="16891"/>
                  </a:lnTo>
                  <a:lnTo>
                    <a:pt x="22937851" y="16891"/>
                  </a:lnTo>
                  <a:lnTo>
                    <a:pt x="22937851" y="33909"/>
                  </a:lnTo>
                  <a:lnTo>
                    <a:pt x="16891" y="33909"/>
                  </a:lnTo>
                  <a:close/>
                </a:path>
              </a:pathLst>
            </a:custGeom>
            <a:solidFill>
              <a:srgbClr val="F76A6A"/>
            </a:solidFill>
          </p:spPr>
        </p:sp>
      </p:grpSp>
      <p:grpSp>
        <p:nvGrpSpPr>
          <p:cNvPr name="Group 29" id="29"/>
          <p:cNvGrpSpPr/>
          <p:nvPr/>
        </p:nvGrpSpPr>
        <p:grpSpPr>
          <a:xfrm rot="0">
            <a:off x="535943" y="4650743"/>
            <a:ext cx="171707" cy="1488443"/>
            <a:chOff x="0" y="0"/>
            <a:chExt cx="228943" cy="1984591"/>
          </a:xfrm>
        </p:grpSpPr>
        <p:sp>
          <p:nvSpPr>
            <p:cNvPr name="Freeform 30" id="30"/>
            <p:cNvSpPr/>
            <p:nvPr/>
          </p:nvSpPr>
          <p:spPr>
            <a:xfrm flipH="false" flipV="false" rot="0">
              <a:off x="16891" y="16891"/>
              <a:ext cx="195072" cy="1950720"/>
            </a:xfrm>
            <a:custGeom>
              <a:avLst/>
              <a:gdLst/>
              <a:ahLst/>
              <a:cxnLst/>
              <a:rect r="r" b="b" t="t" l="l"/>
              <a:pathLst>
                <a:path h="1950720" w="195072">
                  <a:moveTo>
                    <a:pt x="0" y="0"/>
                  </a:moveTo>
                  <a:lnTo>
                    <a:pt x="195072" y="0"/>
                  </a:lnTo>
                  <a:lnTo>
                    <a:pt x="195072" y="1950720"/>
                  </a:lnTo>
                  <a:lnTo>
                    <a:pt x="0" y="1950720"/>
                  </a:lnTo>
                  <a:close/>
                </a:path>
              </a:pathLst>
            </a:custGeom>
            <a:solidFill>
              <a:srgbClr val="F76A6A"/>
            </a:solidFill>
          </p:spPr>
        </p:sp>
        <p:sp>
          <p:nvSpPr>
            <p:cNvPr name="Freeform 31" id="31"/>
            <p:cNvSpPr/>
            <p:nvPr/>
          </p:nvSpPr>
          <p:spPr>
            <a:xfrm flipH="false" flipV="false" rot="0">
              <a:off x="0" y="0"/>
              <a:ext cx="228854" cy="1984502"/>
            </a:xfrm>
            <a:custGeom>
              <a:avLst/>
              <a:gdLst/>
              <a:ahLst/>
              <a:cxnLst/>
              <a:rect r="r" b="b" t="t" l="l"/>
              <a:pathLst>
                <a:path h="1984502" w="228854">
                  <a:moveTo>
                    <a:pt x="16891" y="0"/>
                  </a:moveTo>
                  <a:lnTo>
                    <a:pt x="211963" y="0"/>
                  </a:lnTo>
                  <a:cubicBezTo>
                    <a:pt x="221361" y="0"/>
                    <a:pt x="228854" y="7620"/>
                    <a:pt x="228854" y="16891"/>
                  </a:cubicBezTo>
                  <a:lnTo>
                    <a:pt x="228854" y="1967611"/>
                  </a:lnTo>
                  <a:cubicBezTo>
                    <a:pt x="228854" y="1977009"/>
                    <a:pt x="221234" y="1984502"/>
                    <a:pt x="211963" y="1984502"/>
                  </a:cubicBezTo>
                  <a:lnTo>
                    <a:pt x="16891" y="1984502"/>
                  </a:lnTo>
                  <a:cubicBezTo>
                    <a:pt x="7493" y="1984502"/>
                    <a:pt x="0" y="1976882"/>
                    <a:pt x="0" y="1967611"/>
                  </a:cubicBezTo>
                  <a:lnTo>
                    <a:pt x="0" y="16891"/>
                  </a:lnTo>
                  <a:cubicBezTo>
                    <a:pt x="0" y="7620"/>
                    <a:pt x="7620" y="0"/>
                    <a:pt x="16891" y="0"/>
                  </a:cubicBezTo>
                  <a:moveTo>
                    <a:pt x="16891" y="33909"/>
                  </a:moveTo>
                  <a:lnTo>
                    <a:pt x="16891" y="16891"/>
                  </a:lnTo>
                  <a:lnTo>
                    <a:pt x="33909" y="16891"/>
                  </a:lnTo>
                  <a:lnTo>
                    <a:pt x="33909" y="1967611"/>
                  </a:lnTo>
                  <a:lnTo>
                    <a:pt x="16891" y="1967611"/>
                  </a:lnTo>
                  <a:lnTo>
                    <a:pt x="16891" y="1950720"/>
                  </a:lnTo>
                  <a:lnTo>
                    <a:pt x="211963" y="1950720"/>
                  </a:lnTo>
                  <a:lnTo>
                    <a:pt x="211963" y="1967611"/>
                  </a:lnTo>
                  <a:lnTo>
                    <a:pt x="195072" y="1967611"/>
                  </a:lnTo>
                  <a:lnTo>
                    <a:pt x="195072" y="16891"/>
                  </a:lnTo>
                  <a:lnTo>
                    <a:pt x="211963" y="16891"/>
                  </a:lnTo>
                  <a:lnTo>
                    <a:pt x="211963" y="33909"/>
                  </a:lnTo>
                  <a:lnTo>
                    <a:pt x="16891" y="33909"/>
                  </a:lnTo>
                  <a:close/>
                </a:path>
              </a:pathLst>
            </a:custGeom>
            <a:solidFill>
              <a:srgbClr val="F76A6A"/>
            </a:solidFill>
          </p:spPr>
        </p:sp>
      </p:grpSp>
      <p:grpSp>
        <p:nvGrpSpPr>
          <p:cNvPr name="Group 32" id="32"/>
          <p:cNvGrpSpPr/>
          <p:nvPr/>
        </p:nvGrpSpPr>
        <p:grpSpPr>
          <a:xfrm rot="0">
            <a:off x="822960" y="4663440"/>
            <a:ext cx="1097280" cy="1463040"/>
            <a:chOff x="0" y="0"/>
            <a:chExt cx="1463040" cy="1950720"/>
          </a:xfrm>
        </p:grpSpPr>
        <p:sp>
          <p:nvSpPr>
            <p:cNvPr name="Freeform 33" id="33"/>
            <p:cNvSpPr/>
            <p:nvPr/>
          </p:nvSpPr>
          <p:spPr>
            <a:xfrm flipH="false" flipV="false" rot="0">
              <a:off x="0" y="0"/>
              <a:ext cx="1463040" cy="1950720"/>
            </a:xfrm>
            <a:custGeom>
              <a:avLst/>
              <a:gdLst/>
              <a:ahLst/>
              <a:cxnLst/>
              <a:rect r="r" b="b" t="t" l="l"/>
              <a:pathLst>
                <a:path h="1950720" w="1463040">
                  <a:moveTo>
                    <a:pt x="0" y="0"/>
                  </a:moveTo>
                  <a:lnTo>
                    <a:pt x="1463040" y="0"/>
                  </a:lnTo>
                  <a:lnTo>
                    <a:pt x="1463040" y="1950720"/>
                  </a:lnTo>
                  <a:lnTo>
                    <a:pt x="0" y="1950720"/>
                  </a:lnTo>
                  <a:close/>
                </a:path>
              </a:pathLst>
            </a:custGeom>
            <a:blipFill>
              <a:blip r:embed="rId2">
                <a:alphaModFix amt="0"/>
              </a:blip>
              <a:stretch>
                <a:fillRect l="-121071" t="0" r="-121071" b="0"/>
              </a:stretch>
            </a:blipFill>
          </p:spPr>
        </p:sp>
        <p:sp>
          <p:nvSpPr>
            <p:cNvPr name="TextBox 34" id="34"/>
            <p:cNvSpPr txBox="true"/>
            <p:nvPr/>
          </p:nvSpPr>
          <p:spPr>
            <a:xfrm>
              <a:off x="0" y="-76200"/>
              <a:ext cx="1463040" cy="2026920"/>
            </a:xfrm>
            <a:prstGeom prst="rect">
              <a:avLst/>
            </a:prstGeom>
          </p:spPr>
          <p:txBody>
            <a:bodyPr anchor="ctr" rtlCol="false" tIns="0" lIns="0" bIns="0" rIns="0"/>
            <a:lstStyle/>
            <a:p>
              <a:pPr algn="ctr">
                <a:lnSpc>
                  <a:spcPts val="4800"/>
                </a:lnSpc>
              </a:pPr>
              <a:r>
                <a:rPr lang="en-US" sz="4000">
                  <a:solidFill>
                    <a:srgbClr val="000000"/>
                  </a:solidFill>
                  <a:latin typeface="Calibri (MS)"/>
                  <a:ea typeface="Calibri (MS)"/>
                  <a:cs typeface="Calibri (MS)"/>
                  <a:sym typeface="Calibri (MS)"/>
                </a:rPr>
                <a:t>⛩</a:t>
              </a:r>
            </a:p>
          </p:txBody>
        </p:sp>
      </p:grpSp>
      <p:grpSp>
        <p:nvGrpSpPr>
          <p:cNvPr name="Group 35" id="35"/>
          <p:cNvGrpSpPr/>
          <p:nvPr/>
        </p:nvGrpSpPr>
        <p:grpSpPr>
          <a:xfrm rot="0">
            <a:off x="2011680" y="4663440"/>
            <a:ext cx="4023360" cy="1463040"/>
            <a:chOff x="0" y="0"/>
            <a:chExt cx="5364480" cy="1950720"/>
          </a:xfrm>
        </p:grpSpPr>
        <p:sp>
          <p:nvSpPr>
            <p:cNvPr name="Freeform 36" id="36"/>
            <p:cNvSpPr/>
            <p:nvPr/>
          </p:nvSpPr>
          <p:spPr>
            <a:xfrm flipH="false" flipV="false" rot="0">
              <a:off x="0" y="0"/>
              <a:ext cx="5364480" cy="1950720"/>
            </a:xfrm>
            <a:custGeom>
              <a:avLst/>
              <a:gdLst/>
              <a:ahLst/>
              <a:cxnLst/>
              <a:rect r="r" b="b" t="t" l="l"/>
              <a:pathLst>
                <a:path h="1950720" w="5364480">
                  <a:moveTo>
                    <a:pt x="0" y="0"/>
                  </a:moveTo>
                  <a:lnTo>
                    <a:pt x="5364480" y="0"/>
                  </a:lnTo>
                  <a:lnTo>
                    <a:pt x="5364480" y="1950720"/>
                  </a:lnTo>
                  <a:lnTo>
                    <a:pt x="0" y="1950720"/>
                  </a:lnTo>
                  <a:close/>
                </a:path>
              </a:pathLst>
            </a:custGeom>
            <a:blipFill>
              <a:blip r:embed="rId2">
                <a:alphaModFix amt="0"/>
              </a:blip>
              <a:stretch>
                <a:fillRect l="0" t="-3583" r="0" b="-3583"/>
              </a:stretch>
            </a:blipFill>
          </p:spPr>
        </p:sp>
        <p:sp>
          <p:nvSpPr>
            <p:cNvPr name="TextBox 37" id="37"/>
            <p:cNvSpPr txBox="true"/>
            <p:nvPr/>
          </p:nvSpPr>
          <p:spPr>
            <a:xfrm>
              <a:off x="0" y="-19050"/>
              <a:ext cx="5364480" cy="1969770"/>
            </a:xfrm>
            <a:prstGeom prst="rect">
              <a:avLst/>
            </a:prstGeom>
          </p:spPr>
          <p:txBody>
            <a:bodyPr anchor="ctr" rtlCol="false" tIns="0" lIns="0" bIns="0" rIns="0"/>
            <a:lstStyle/>
            <a:p>
              <a:pPr algn="l">
                <a:lnSpc>
                  <a:spcPts val="6240"/>
                </a:lnSpc>
              </a:pPr>
              <a:r>
                <a:rPr lang="en-US" sz="5200" b="true">
                  <a:solidFill>
                    <a:srgbClr val="F76A6A"/>
                  </a:solidFill>
                  <a:latin typeface="Arial Bold"/>
                  <a:ea typeface="Arial Bold"/>
                  <a:cs typeface="Arial Bold"/>
                  <a:sym typeface="Arial Bold"/>
                </a:rPr>
                <a:t>500M+</a:t>
              </a:r>
            </a:p>
          </p:txBody>
        </p:sp>
      </p:grpSp>
      <p:grpSp>
        <p:nvGrpSpPr>
          <p:cNvPr name="Group 38" id="38"/>
          <p:cNvGrpSpPr/>
          <p:nvPr/>
        </p:nvGrpSpPr>
        <p:grpSpPr>
          <a:xfrm rot="0">
            <a:off x="6217920" y="4663440"/>
            <a:ext cx="11155680" cy="1463040"/>
            <a:chOff x="0" y="0"/>
            <a:chExt cx="14874240" cy="1950720"/>
          </a:xfrm>
        </p:grpSpPr>
        <p:sp>
          <p:nvSpPr>
            <p:cNvPr name="Freeform 39" id="39"/>
            <p:cNvSpPr/>
            <p:nvPr/>
          </p:nvSpPr>
          <p:spPr>
            <a:xfrm flipH="false" flipV="false" rot="0">
              <a:off x="0" y="0"/>
              <a:ext cx="14874239" cy="1950720"/>
            </a:xfrm>
            <a:custGeom>
              <a:avLst/>
              <a:gdLst/>
              <a:ahLst/>
              <a:cxnLst/>
              <a:rect r="r" b="b" t="t" l="l"/>
              <a:pathLst>
                <a:path h="1950720" w="14874239">
                  <a:moveTo>
                    <a:pt x="0" y="0"/>
                  </a:moveTo>
                  <a:lnTo>
                    <a:pt x="14874239" y="0"/>
                  </a:lnTo>
                  <a:lnTo>
                    <a:pt x="14874239" y="1950720"/>
                  </a:lnTo>
                  <a:lnTo>
                    <a:pt x="0" y="1950720"/>
                  </a:lnTo>
                  <a:close/>
                </a:path>
              </a:pathLst>
            </a:custGeom>
            <a:blipFill>
              <a:blip r:embed="rId2">
                <a:alphaModFix amt="0"/>
              </a:blip>
              <a:stretch>
                <a:fillRect l="0" t="-98573" r="0" b="-98573"/>
              </a:stretch>
            </a:blipFill>
          </p:spPr>
        </p:sp>
        <p:sp>
          <p:nvSpPr>
            <p:cNvPr name="TextBox 40" id="40"/>
            <p:cNvSpPr txBox="true"/>
            <p:nvPr/>
          </p:nvSpPr>
          <p:spPr>
            <a:xfrm>
              <a:off x="0" y="-38100"/>
              <a:ext cx="14874240" cy="1988820"/>
            </a:xfrm>
            <a:prstGeom prst="rect">
              <a:avLst/>
            </a:prstGeom>
          </p:spPr>
          <p:txBody>
            <a:bodyPr anchor="ctr" rtlCol="false" tIns="0" lIns="0" bIns="0" rIns="0"/>
            <a:lstStyle/>
            <a:p>
              <a:pPr algn="l">
                <a:lnSpc>
                  <a:spcPts val="2879"/>
                </a:lnSpc>
              </a:pPr>
              <a:r>
                <a:rPr lang="en-US" sz="2400">
                  <a:solidFill>
                    <a:srgbClr val="E8E8F0"/>
                  </a:solidFill>
                  <a:latin typeface="Calibri (MS)"/>
                  <a:ea typeface="Calibri (MS)"/>
                  <a:cs typeface="Calibri (MS)"/>
                  <a:sym typeface="Calibri (MS)"/>
                </a:rPr>
                <a:t>MyAnimeList registered users tracking anime</a:t>
              </a:r>
            </a:p>
          </p:txBody>
        </p:sp>
      </p:grpSp>
      <p:grpSp>
        <p:nvGrpSpPr>
          <p:cNvPr name="Group 41" id="41"/>
          <p:cNvGrpSpPr/>
          <p:nvPr/>
        </p:nvGrpSpPr>
        <p:grpSpPr>
          <a:xfrm rot="0">
            <a:off x="535943" y="6388103"/>
            <a:ext cx="17216123" cy="1488443"/>
            <a:chOff x="0" y="0"/>
            <a:chExt cx="22954831" cy="1984591"/>
          </a:xfrm>
        </p:grpSpPr>
        <p:sp>
          <p:nvSpPr>
            <p:cNvPr name="Freeform 42" id="42"/>
            <p:cNvSpPr/>
            <p:nvPr/>
          </p:nvSpPr>
          <p:spPr>
            <a:xfrm flipH="false" flipV="false" rot="0">
              <a:off x="16891" y="16891"/>
              <a:ext cx="22920960" cy="1950720"/>
            </a:xfrm>
            <a:custGeom>
              <a:avLst/>
              <a:gdLst/>
              <a:ahLst/>
              <a:cxnLst/>
              <a:rect r="r" b="b" t="t" l="l"/>
              <a:pathLst>
                <a:path h="1950720" w="22920960">
                  <a:moveTo>
                    <a:pt x="0" y="0"/>
                  </a:moveTo>
                  <a:lnTo>
                    <a:pt x="22920960" y="0"/>
                  </a:lnTo>
                  <a:lnTo>
                    <a:pt x="22920960" y="1950720"/>
                  </a:lnTo>
                  <a:lnTo>
                    <a:pt x="0" y="1950720"/>
                  </a:lnTo>
                  <a:close/>
                </a:path>
              </a:pathLst>
            </a:custGeom>
            <a:solidFill>
              <a:srgbClr val="1A1A35"/>
            </a:solidFill>
          </p:spPr>
        </p:sp>
        <p:sp>
          <p:nvSpPr>
            <p:cNvPr name="Freeform 43" id="43"/>
            <p:cNvSpPr/>
            <p:nvPr/>
          </p:nvSpPr>
          <p:spPr>
            <a:xfrm flipH="false" flipV="false" rot="0">
              <a:off x="0" y="0"/>
              <a:ext cx="22954743" cy="1984502"/>
            </a:xfrm>
            <a:custGeom>
              <a:avLst/>
              <a:gdLst/>
              <a:ahLst/>
              <a:cxnLst/>
              <a:rect r="r" b="b" t="t" l="l"/>
              <a:pathLst>
                <a:path h="1984502" w="22954743">
                  <a:moveTo>
                    <a:pt x="16891" y="0"/>
                  </a:moveTo>
                  <a:lnTo>
                    <a:pt x="22937851" y="0"/>
                  </a:lnTo>
                  <a:cubicBezTo>
                    <a:pt x="22947249" y="0"/>
                    <a:pt x="22954743" y="7620"/>
                    <a:pt x="22954743" y="16891"/>
                  </a:cubicBezTo>
                  <a:lnTo>
                    <a:pt x="22954743" y="1967611"/>
                  </a:lnTo>
                  <a:cubicBezTo>
                    <a:pt x="22954743" y="1977009"/>
                    <a:pt x="22947123" y="1984502"/>
                    <a:pt x="22937851" y="1984502"/>
                  </a:cubicBezTo>
                  <a:lnTo>
                    <a:pt x="16891" y="1984502"/>
                  </a:lnTo>
                  <a:cubicBezTo>
                    <a:pt x="7493" y="1984502"/>
                    <a:pt x="0" y="1976882"/>
                    <a:pt x="0" y="1967611"/>
                  </a:cubicBezTo>
                  <a:lnTo>
                    <a:pt x="0" y="16891"/>
                  </a:lnTo>
                  <a:cubicBezTo>
                    <a:pt x="0" y="7620"/>
                    <a:pt x="7620" y="0"/>
                    <a:pt x="16891" y="0"/>
                  </a:cubicBezTo>
                  <a:moveTo>
                    <a:pt x="16891" y="33909"/>
                  </a:moveTo>
                  <a:lnTo>
                    <a:pt x="16891" y="16891"/>
                  </a:lnTo>
                  <a:lnTo>
                    <a:pt x="33909" y="16891"/>
                  </a:lnTo>
                  <a:lnTo>
                    <a:pt x="33909" y="1967611"/>
                  </a:lnTo>
                  <a:lnTo>
                    <a:pt x="16891" y="1967611"/>
                  </a:lnTo>
                  <a:lnTo>
                    <a:pt x="16891" y="1950720"/>
                  </a:lnTo>
                  <a:lnTo>
                    <a:pt x="22937851" y="1950720"/>
                  </a:lnTo>
                  <a:lnTo>
                    <a:pt x="22937851" y="1967611"/>
                  </a:lnTo>
                  <a:lnTo>
                    <a:pt x="22920961" y="1967611"/>
                  </a:lnTo>
                  <a:lnTo>
                    <a:pt x="22920961" y="16891"/>
                  </a:lnTo>
                  <a:lnTo>
                    <a:pt x="22937851" y="16891"/>
                  </a:lnTo>
                  <a:lnTo>
                    <a:pt x="22937851" y="33909"/>
                  </a:lnTo>
                  <a:lnTo>
                    <a:pt x="16891" y="33909"/>
                  </a:lnTo>
                  <a:close/>
                </a:path>
              </a:pathLst>
            </a:custGeom>
            <a:solidFill>
              <a:srgbClr val="6AF7C4"/>
            </a:solidFill>
          </p:spPr>
        </p:sp>
      </p:grpSp>
      <p:grpSp>
        <p:nvGrpSpPr>
          <p:cNvPr name="Group 44" id="44"/>
          <p:cNvGrpSpPr/>
          <p:nvPr/>
        </p:nvGrpSpPr>
        <p:grpSpPr>
          <a:xfrm rot="0">
            <a:off x="535943" y="6388103"/>
            <a:ext cx="171707" cy="1488443"/>
            <a:chOff x="0" y="0"/>
            <a:chExt cx="228943" cy="1984591"/>
          </a:xfrm>
        </p:grpSpPr>
        <p:sp>
          <p:nvSpPr>
            <p:cNvPr name="Freeform 45" id="45"/>
            <p:cNvSpPr/>
            <p:nvPr/>
          </p:nvSpPr>
          <p:spPr>
            <a:xfrm flipH="false" flipV="false" rot="0">
              <a:off x="16891" y="16891"/>
              <a:ext cx="195072" cy="1950720"/>
            </a:xfrm>
            <a:custGeom>
              <a:avLst/>
              <a:gdLst/>
              <a:ahLst/>
              <a:cxnLst/>
              <a:rect r="r" b="b" t="t" l="l"/>
              <a:pathLst>
                <a:path h="1950720" w="195072">
                  <a:moveTo>
                    <a:pt x="0" y="0"/>
                  </a:moveTo>
                  <a:lnTo>
                    <a:pt x="195072" y="0"/>
                  </a:lnTo>
                  <a:lnTo>
                    <a:pt x="195072" y="1950720"/>
                  </a:lnTo>
                  <a:lnTo>
                    <a:pt x="0" y="1950720"/>
                  </a:lnTo>
                  <a:close/>
                </a:path>
              </a:pathLst>
            </a:custGeom>
            <a:solidFill>
              <a:srgbClr val="6AF7C4"/>
            </a:solidFill>
          </p:spPr>
        </p:sp>
        <p:sp>
          <p:nvSpPr>
            <p:cNvPr name="Freeform 46" id="46"/>
            <p:cNvSpPr/>
            <p:nvPr/>
          </p:nvSpPr>
          <p:spPr>
            <a:xfrm flipH="false" flipV="false" rot="0">
              <a:off x="0" y="0"/>
              <a:ext cx="228854" cy="1984502"/>
            </a:xfrm>
            <a:custGeom>
              <a:avLst/>
              <a:gdLst/>
              <a:ahLst/>
              <a:cxnLst/>
              <a:rect r="r" b="b" t="t" l="l"/>
              <a:pathLst>
                <a:path h="1984502" w="228854">
                  <a:moveTo>
                    <a:pt x="16891" y="0"/>
                  </a:moveTo>
                  <a:lnTo>
                    <a:pt x="211963" y="0"/>
                  </a:lnTo>
                  <a:cubicBezTo>
                    <a:pt x="221361" y="0"/>
                    <a:pt x="228854" y="7620"/>
                    <a:pt x="228854" y="16891"/>
                  </a:cubicBezTo>
                  <a:lnTo>
                    <a:pt x="228854" y="1967611"/>
                  </a:lnTo>
                  <a:cubicBezTo>
                    <a:pt x="228854" y="1977009"/>
                    <a:pt x="221234" y="1984502"/>
                    <a:pt x="211963" y="1984502"/>
                  </a:cubicBezTo>
                  <a:lnTo>
                    <a:pt x="16891" y="1984502"/>
                  </a:lnTo>
                  <a:cubicBezTo>
                    <a:pt x="7493" y="1984502"/>
                    <a:pt x="0" y="1976882"/>
                    <a:pt x="0" y="1967611"/>
                  </a:cubicBezTo>
                  <a:lnTo>
                    <a:pt x="0" y="16891"/>
                  </a:lnTo>
                  <a:cubicBezTo>
                    <a:pt x="0" y="7620"/>
                    <a:pt x="7620" y="0"/>
                    <a:pt x="16891" y="0"/>
                  </a:cubicBezTo>
                  <a:moveTo>
                    <a:pt x="16891" y="33909"/>
                  </a:moveTo>
                  <a:lnTo>
                    <a:pt x="16891" y="16891"/>
                  </a:lnTo>
                  <a:lnTo>
                    <a:pt x="33909" y="16891"/>
                  </a:lnTo>
                  <a:lnTo>
                    <a:pt x="33909" y="1967611"/>
                  </a:lnTo>
                  <a:lnTo>
                    <a:pt x="16891" y="1967611"/>
                  </a:lnTo>
                  <a:lnTo>
                    <a:pt x="16891" y="1950720"/>
                  </a:lnTo>
                  <a:lnTo>
                    <a:pt x="211963" y="1950720"/>
                  </a:lnTo>
                  <a:lnTo>
                    <a:pt x="211963" y="1967611"/>
                  </a:lnTo>
                  <a:lnTo>
                    <a:pt x="195072" y="1967611"/>
                  </a:lnTo>
                  <a:lnTo>
                    <a:pt x="195072" y="16891"/>
                  </a:lnTo>
                  <a:lnTo>
                    <a:pt x="211963" y="16891"/>
                  </a:lnTo>
                  <a:lnTo>
                    <a:pt x="211963" y="33909"/>
                  </a:lnTo>
                  <a:lnTo>
                    <a:pt x="16891" y="33909"/>
                  </a:lnTo>
                  <a:close/>
                </a:path>
              </a:pathLst>
            </a:custGeom>
            <a:solidFill>
              <a:srgbClr val="6AF7C4"/>
            </a:solidFill>
          </p:spPr>
        </p:sp>
      </p:grpSp>
      <p:grpSp>
        <p:nvGrpSpPr>
          <p:cNvPr name="Group 47" id="47"/>
          <p:cNvGrpSpPr/>
          <p:nvPr/>
        </p:nvGrpSpPr>
        <p:grpSpPr>
          <a:xfrm rot="0">
            <a:off x="822960" y="6400800"/>
            <a:ext cx="1097280" cy="1463040"/>
            <a:chOff x="0" y="0"/>
            <a:chExt cx="1463040" cy="1950720"/>
          </a:xfrm>
        </p:grpSpPr>
        <p:sp>
          <p:nvSpPr>
            <p:cNvPr name="Freeform 48" id="48"/>
            <p:cNvSpPr/>
            <p:nvPr/>
          </p:nvSpPr>
          <p:spPr>
            <a:xfrm flipH="false" flipV="false" rot="0">
              <a:off x="0" y="0"/>
              <a:ext cx="1463040" cy="1950720"/>
            </a:xfrm>
            <a:custGeom>
              <a:avLst/>
              <a:gdLst/>
              <a:ahLst/>
              <a:cxnLst/>
              <a:rect r="r" b="b" t="t" l="l"/>
              <a:pathLst>
                <a:path h="1950720" w="1463040">
                  <a:moveTo>
                    <a:pt x="0" y="0"/>
                  </a:moveTo>
                  <a:lnTo>
                    <a:pt x="1463040" y="0"/>
                  </a:lnTo>
                  <a:lnTo>
                    <a:pt x="1463040" y="1950720"/>
                  </a:lnTo>
                  <a:lnTo>
                    <a:pt x="0" y="1950720"/>
                  </a:lnTo>
                  <a:close/>
                </a:path>
              </a:pathLst>
            </a:custGeom>
            <a:blipFill>
              <a:blip r:embed="rId2">
                <a:alphaModFix amt="0"/>
              </a:blip>
              <a:stretch>
                <a:fillRect l="-121071" t="0" r="-121071" b="0"/>
              </a:stretch>
            </a:blipFill>
          </p:spPr>
        </p:sp>
        <p:sp>
          <p:nvSpPr>
            <p:cNvPr name="TextBox 49" id="49"/>
            <p:cNvSpPr txBox="true"/>
            <p:nvPr/>
          </p:nvSpPr>
          <p:spPr>
            <a:xfrm>
              <a:off x="0" y="-76200"/>
              <a:ext cx="1463040" cy="2026920"/>
            </a:xfrm>
            <a:prstGeom prst="rect">
              <a:avLst/>
            </a:prstGeom>
          </p:spPr>
          <p:txBody>
            <a:bodyPr anchor="ctr" rtlCol="false" tIns="0" lIns="0" bIns="0" rIns="0"/>
            <a:lstStyle/>
            <a:p>
              <a:pPr algn="ctr">
                <a:lnSpc>
                  <a:spcPts val="4800"/>
                </a:lnSpc>
              </a:pPr>
              <a:r>
                <a:rPr lang="en-US" sz="4000">
                  <a:solidFill>
                    <a:srgbClr val="000000"/>
                  </a:solidFill>
                  <a:latin typeface="Calibri (MS)"/>
                  <a:ea typeface="Calibri (MS)"/>
                  <a:cs typeface="Calibri (MS)"/>
                  <a:sym typeface="Calibri (MS)"/>
                </a:rPr>
                <a:t>📚</a:t>
              </a:r>
            </a:p>
          </p:txBody>
        </p:sp>
      </p:grpSp>
      <p:grpSp>
        <p:nvGrpSpPr>
          <p:cNvPr name="Group 50" id="50"/>
          <p:cNvGrpSpPr/>
          <p:nvPr/>
        </p:nvGrpSpPr>
        <p:grpSpPr>
          <a:xfrm rot="0">
            <a:off x="2011680" y="6400800"/>
            <a:ext cx="4023360" cy="1463040"/>
            <a:chOff x="0" y="0"/>
            <a:chExt cx="5364480" cy="1950720"/>
          </a:xfrm>
        </p:grpSpPr>
        <p:sp>
          <p:nvSpPr>
            <p:cNvPr name="Freeform 51" id="51"/>
            <p:cNvSpPr/>
            <p:nvPr/>
          </p:nvSpPr>
          <p:spPr>
            <a:xfrm flipH="false" flipV="false" rot="0">
              <a:off x="0" y="0"/>
              <a:ext cx="5364480" cy="1950720"/>
            </a:xfrm>
            <a:custGeom>
              <a:avLst/>
              <a:gdLst/>
              <a:ahLst/>
              <a:cxnLst/>
              <a:rect r="r" b="b" t="t" l="l"/>
              <a:pathLst>
                <a:path h="1950720" w="5364480">
                  <a:moveTo>
                    <a:pt x="0" y="0"/>
                  </a:moveTo>
                  <a:lnTo>
                    <a:pt x="5364480" y="0"/>
                  </a:lnTo>
                  <a:lnTo>
                    <a:pt x="5364480" y="1950720"/>
                  </a:lnTo>
                  <a:lnTo>
                    <a:pt x="0" y="1950720"/>
                  </a:lnTo>
                  <a:close/>
                </a:path>
              </a:pathLst>
            </a:custGeom>
            <a:blipFill>
              <a:blip r:embed="rId2">
                <a:alphaModFix amt="0"/>
              </a:blip>
              <a:stretch>
                <a:fillRect l="0" t="-3583" r="0" b="-3583"/>
              </a:stretch>
            </a:blipFill>
          </p:spPr>
        </p:sp>
        <p:sp>
          <p:nvSpPr>
            <p:cNvPr name="TextBox 52" id="52"/>
            <p:cNvSpPr txBox="true"/>
            <p:nvPr/>
          </p:nvSpPr>
          <p:spPr>
            <a:xfrm>
              <a:off x="0" y="-19050"/>
              <a:ext cx="5364480" cy="1969770"/>
            </a:xfrm>
            <a:prstGeom prst="rect">
              <a:avLst/>
            </a:prstGeom>
          </p:spPr>
          <p:txBody>
            <a:bodyPr anchor="ctr" rtlCol="false" tIns="0" lIns="0" bIns="0" rIns="0"/>
            <a:lstStyle/>
            <a:p>
              <a:pPr algn="l">
                <a:lnSpc>
                  <a:spcPts val="6240"/>
                </a:lnSpc>
              </a:pPr>
              <a:r>
                <a:rPr lang="en-US" sz="5200" b="true">
                  <a:solidFill>
                    <a:srgbClr val="6AF7C4"/>
                  </a:solidFill>
                  <a:latin typeface="Arial Bold"/>
                  <a:ea typeface="Arial Bold"/>
                  <a:cs typeface="Arial Bold"/>
                  <a:sym typeface="Arial Bold"/>
                </a:rPr>
                <a:t>150M+</a:t>
              </a:r>
            </a:p>
          </p:txBody>
        </p:sp>
      </p:grpSp>
      <p:grpSp>
        <p:nvGrpSpPr>
          <p:cNvPr name="Group 53" id="53"/>
          <p:cNvGrpSpPr/>
          <p:nvPr/>
        </p:nvGrpSpPr>
        <p:grpSpPr>
          <a:xfrm rot="0">
            <a:off x="6217920" y="6400800"/>
            <a:ext cx="11155680" cy="1463040"/>
            <a:chOff x="0" y="0"/>
            <a:chExt cx="14874240" cy="1950720"/>
          </a:xfrm>
        </p:grpSpPr>
        <p:sp>
          <p:nvSpPr>
            <p:cNvPr name="Freeform 54" id="54"/>
            <p:cNvSpPr/>
            <p:nvPr/>
          </p:nvSpPr>
          <p:spPr>
            <a:xfrm flipH="false" flipV="false" rot="0">
              <a:off x="0" y="0"/>
              <a:ext cx="14874239" cy="1950720"/>
            </a:xfrm>
            <a:custGeom>
              <a:avLst/>
              <a:gdLst/>
              <a:ahLst/>
              <a:cxnLst/>
              <a:rect r="r" b="b" t="t" l="l"/>
              <a:pathLst>
                <a:path h="1950720" w="14874239">
                  <a:moveTo>
                    <a:pt x="0" y="0"/>
                  </a:moveTo>
                  <a:lnTo>
                    <a:pt x="14874239" y="0"/>
                  </a:lnTo>
                  <a:lnTo>
                    <a:pt x="14874239" y="1950720"/>
                  </a:lnTo>
                  <a:lnTo>
                    <a:pt x="0" y="1950720"/>
                  </a:lnTo>
                  <a:close/>
                </a:path>
              </a:pathLst>
            </a:custGeom>
            <a:blipFill>
              <a:blip r:embed="rId2">
                <a:alphaModFix amt="0"/>
              </a:blip>
              <a:stretch>
                <a:fillRect l="0" t="-98573" r="0" b="-98573"/>
              </a:stretch>
            </a:blipFill>
          </p:spPr>
        </p:sp>
        <p:sp>
          <p:nvSpPr>
            <p:cNvPr name="TextBox 55" id="55"/>
            <p:cNvSpPr txBox="true"/>
            <p:nvPr/>
          </p:nvSpPr>
          <p:spPr>
            <a:xfrm>
              <a:off x="0" y="-38100"/>
              <a:ext cx="14874240" cy="1988820"/>
            </a:xfrm>
            <a:prstGeom prst="rect">
              <a:avLst/>
            </a:prstGeom>
          </p:spPr>
          <p:txBody>
            <a:bodyPr anchor="ctr" rtlCol="false" tIns="0" lIns="0" bIns="0" rIns="0"/>
            <a:lstStyle/>
            <a:p>
              <a:pPr algn="l">
                <a:lnSpc>
                  <a:spcPts val="2879"/>
                </a:lnSpc>
              </a:pPr>
              <a:r>
                <a:rPr lang="en-US" sz="2400">
                  <a:solidFill>
                    <a:srgbClr val="E8E8F0"/>
                  </a:solidFill>
                  <a:latin typeface="Calibri (MS)"/>
                  <a:ea typeface="Calibri (MS)"/>
                  <a:cs typeface="Calibri (MS)"/>
                  <a:sym typeface="Calibri (MS)"/>
                </a:rPr>
                <a:t>Goodreads users tracking their reading lists</a:t>
              </a:r>
            </a:p>
          </p:txBody>
        </p:sp>
      </p:grpSp>
      <p:grpSp>
        <p:nvGrpSpPr>
          <p:cNvPr name="Group 56" id="56"/>
          <p:cNvGrpSpPr/>
          <p:nvPr/>
        </p:nvGrpSpPr>
        <p:grpSpPr>
          <a:xfrm rot="0">
            <a:off x="535943" y="8125463"/>
            <a:ext cx="17216123" cy="1488443"/>
            <a:chOff x="0" y="0"/>
            <a:chExt cx="22954831" cy="1984591"/>
          </a:xfrm>
        </p:grpSpPr>
        <p:sp>
          <p:nvSpPr>
            <p:cNvPr name="Freeform 57" id="57"/>
            <p:cNvSpPr/>
            <p:nvPr/>
          </p:nvSpPr>
          <p:spPr>
            <a:xfrm flipH="false" flipV="false" rot="0">
              <a:off x="16891" y="16891"/>
              <a:ext cx="22920960" cy="1950720"/>
            </a:xfrm>
            <a:custGeom>
              <a:avLst/>
              <a:gdLst/>
              <a:ahLst/>
              <a:cxnLst/>
              <a:rect r="r" b="b" t="t" l="l"/>
              <a:pathLst>
                <a:path h="1950720" w="22920960">
                  <a:moveTo>
                    <a:pt x="0" y="0"/>
                  </a:moveTo>
                  <a:lnTo>
                    <a:pt x="22920960" y="0"/>
                  </a:lnTo>
                  <a:lnTo>
                    <a:pt x="22920960" y="1950720"/>
                  </a:lnTo>
                  <a:lnTo>
                    <a:pt x="0" y="1950720"/>
                  </a:lnTo>
                  <a:close/>
                </a:path>
              </a:pathLst>
            </a:custGeom>
            <a:solidFill>
              <a:srgbClr val="1A1A35"/>
            </a:solidFill>
          </p:spPr>
        </p:sp>
        <p:sp>
          <p:nvSpPr>
            <p:cNvPr name="Freeform 58" id="58"/>
            <p:cNvSpPr/>
            <p:nvPr/>
          </p:nvSpPr>
          <p:spPr>
            <a:xfrm flipH="false" flipV="false" rot="0">
              <a:off x="0" y="0"/>
              <a:ext cx="22954743" cy="1984502"/>
            </a:xfrm>
            <a:custGeom>
              <a:avLst/>
              <a:gdLst/>
              <a:ahLst/>
              <a:cxnLst/>
              <a:rect r="r" b="b" t="t" l="l"/>
              <a:pathLst>
                <a:path h="1984502" w="22954743">
                  <a:moveTo>
                    <a:pt x="16891" y="0"/>
                  </a:moveTo>
                  <a:lnTo>
                    <a:pt x="22937851" y="0"/>
                  </a:lnTo>
                  <a:cubicBezTo>
                    <a:pt x="22947249" y="0"/>
                    <a:pt x="22954743" y="7620"/>
                    <a:pt x="22954743" y="16891"/>
                  </a:cubicBezTo>
                  <a:lnTo>
                    <a:pt x="22954743" y="1967611"/>
                  </a:lnTo>
                  <a:cubicBezTo>
                    <a:pt x="22954743" y="1977009"/>
                    <a:pt x="22947123" y="1984502"/>
                    <a:pt x="22937851" y="1984502"/>
                  </a:cubicBezTo>
                  <a:lnTo>
                    <a:pt x="16891" y="1984502"/>
                  </a:lnTo>
                  <a:cubicBezTo>
                    <a:pt x="7493" y="1984502"/>
                    <a:pt x="0" y="1976882"/>
                    <a:pt x="0" y="1967611"/>
                  </a:cubicBezTo>
                  <a:lnTo>
                    <a:pt x="0" y="16891"/>
                  </a:lnTo>
                  <a:cubicBezTo>
                    <a:pt x="0" y="7620"/>
                    <a:pt x="7620" y="0"/>
                    <a:pt x="16891" y="0"/>
                  </a:cubicBezTo>
                  <a:moveTo>
                    <a:pt x="16891" y="33909"/>
                  </a:moveTo>
                  <a:lnTo>
                    <a:pt x="16891" y="16891"/>
                  </a:lnTo>
                  <a:lnTo>
                    <a:pt x="33909" y="16891"/>
                  </a:lnTo>
                  <a:lnTo>
                    <a:pt x="33909" y="1967611"/>
                  </a:lnTo>
                  <a:lnTo>
                    <a:pt x="16891" y="1967611"/>
                  </a:lnTo>
                  <a:lnTo>
                    <a:pt x="16891" y="1950720"/>
                  </a:lnTo>
                  <a:lnTo>
                    <a:pt x="22937851" y="1950720"/>
                  </a:lnTo>
                  <a:lnTo>
                    <a:pt x="22937851" y="1967611"/>
                  </a:lnTo>
                  <a:lnTo>
                    <a:pt x="22920961" y="1967611"/>
                  </a:lnTo>
                  <a:lnTo>
                    <a:pt x="22920961" y="16891"/>
                  </a:lnTo>
                  <a:lnTo>
                    <a:pt x="22937851" y="16891"/>
                  </a:lnTo>
                  <a:lnTo>
                    <a:pt x="22937851" y="33909"/>
                  </a:lnTo>
                  <a:lnTo>
                    <a:pt x="16891" y="33909"/>
                  </a:lnTo>
                  <a:close/>
                </a:path>
              </a:pathLst>
            </a:custGeom>
            <a:solidFill>
              <a:srgbClr val="F7C46A"/>
            </a:solidFill>
          </p:spPr>
        </p:sp>
      </p:grpSp>
      <p:grpSp>
        <p:nvGrpSpPr>
          <p:cNvPr name="Group 59" id="59"/>
          <p:cNvGrpSpPr/>
          <p:nvPr/>
        </p:nvGrpSpPr>
        <p:grpSpPr>
          <a:xfrm rot="0">
            <a:off x="535943" y="8125463"/>
            <a:ext cx="171707" cy="1488443"/>
            <a:chOff x="0" y="0"/>
            <a:chExt cx="228943" cy="1984591"/>
          </a:xfrm>
        </p:grpSpPr>
        <p:sp>
          <p:nvSpPr>
            <p:cNvPr name="Freeform 60" id="60"/>
            <p:cNvSpPr/>
            <p:nvPr/>
          </p:nvSpPr>
          <p:spPr>
            <a:xfrm flipH="false" flipV="false" rot="0">
              <a:off x="16891" y="16891"/>
              <a:ext cx="195072" cy="1950720"/>
            </a:xfrm>
            <a:custGeom>
              <a:avLst/>
              <a:gdLst/>
              <a:ahLst/>
              <a:cxnLst/>
              <a:rect r="r" b="b" t="t" l="l"/>
              <a:pathLst>
                <a:path h="1950720" w="195072">
                  <a:moveTo>
                    <a:pt x="0" y="0"/>
                  </a:moveTo>
                  <a:lnTo>
                    <a:pt x="195072" y="0"/>
                  </a:lnTo>
                  <a:lnTo>
                    <a:pt x="195072" y="1950720"/>
                  </a:lnTo>
                  <a:lnTo>
                    <a:pt x="0" y="1950720"/>
                  </a:lnTo>
                  <a:close/>
                </a:path>
              </a:pathLst>
            </a:custGeom>
            <a:solidFill>
              <a:srgbClr val="F7C46A"/>
            </a:solidFill>
          </p:spPr>
        </p:sp>
        <p:sp>
          <p:nvSpPr>
            <p:cNvPr name="Freeform 61" id="61"/>
            <p:cNvSpPr/>
            <p:nvPr/>
          </p:nvSpPr>
          <p:spPr>
            <a:xfrm flipH="false" flipV="false" rot="0">
              <a:off x="0" y="0"/>
              <a:ext cx="228854" cy="1984502"/>
            </a:xfrm>
            <a:custGeom>
              <a:avLst/>
              <a:gdLst/>
              <a:ahLst/>
              <a:cxnLst/>
              <a:rect r="r" b="b" t="t" l="l"/>
              <a:pathLst>
                <a:path h="1984502" w="228854">
                  <a:moveTo>
                    <a:pt x="16891" y="0"/>
                  </a:moveTo>
                  <a:lnTo>
                    <a:pt x="211963" y="0"/>
                  </a:lnTo>
                  <a:cubicBezTo>
                    <a:pt x="221361" y="0"/>
                    <a:pt x="228854" y="7620"/>
                    <a:pt x="228854" y="16891"/>
                  </a:cubicBezTo>
                  <a:lnTo>
                    <a:pt x="228854" y="1967611"/>
                  </a:lnTo>
                  <a:cubicBezTo>
                    <a:pt x="228854" y="1977009"/>
                    <a:pt x="221234" y="1984502"/>
                    <a:pt x="211963" y="1984502"/>
                  </a:cubicBezTo>
                  <a:lnTo>
                    <a:pt x="16891" y="1984502"/>
                  </a:lnTo>
                  <a:cubicBezTo>
                    <a:pt x="7493" y="1984502"/>
                    <a:pt x="0" y="1976882"/>
                    <a:pt x="0" y="1967611"/>
                  </a:cubicBezTo>
                  <a:lnTo>
                    <a:pt x="0" y="16891"/>
                  </a:lnTo>
                  <a:cubicBezTo>
                    <a:pt x="0" y="7620"/>
                    <a:pt x="7620" y="0"/>
                    <a:pt x="16891" y="0"/>
                  </a:cubicBezTo>
                  <a:moveTo>
                    <a:pt x="16891" y="33909"/>
                  </a:moveTo>
                  <a:lnTo>
                    <a:pt x="16891" y="16891"/>
                  </a:lnTo>
                  <a:lnTo>
                    <a:pt x="33909" y="16891"/>
                  </a:lnTo>
                  <a:lnTo>
                    <a:pt x="33909" y="1967611"/>
                  </a:lnTo>
                  <a:lnTo>
                    <a:pt x="16891" y="1967611"/>
                  </a:lnTo>
                  <a:lnTo>
                    <a:pt x="16891" y="1950720"/>
                  </a:lnTo>
                  <a:lnTo>
                    <a:pt x="211963" y="1950720"/>
                  </a:lnTo>
                  <a:lnTo>
                    <a:pt x="211963" y="1967611"/>
                  </a:lnTo>
                  <a:lnTo>
                    <a:pt x="195072" y="1967611"/>
                  </a:lnTo>
                  <a:lnTo>
                    <a:pt x="195072" y="16891"/>
                  </a:lnTo>
                  <a:lnTo>
                    <a:pt x="211963" y="16891"/>
                  </a:lnTo>
                  <a:lnTo>
                    <a:pt x="211963" y="33909"/>
                  </a:lnTo>
                  <a:lnTo>
                    <a:pt x="16891" y="33909"/>
                  </a:lnTo>
                  <a:close/>
                </a:path>
              </a:pathLst>
            </a:custGeom>
            <a:solidFill>
              <a:srgbClr val="F7C46A"/>
            </a:solidFill>
          </p:spPr>
        </p:sp>
      </p:grpSp>
      <p:grpSp>
        <p:nvGrpSpPr>
          <p:cNvPr name="Group 62" id="62"/>
          <p:cNvGrpSpPr/>
          <p:nvPr/>
        </p:nvGrpSpPr>
        <p:grpSpPr>
          <a:xfrm rot="0">
            <a:off x="822960" y="8138160"/>
            <a:ext cx="1097280" cy="1463040"/>
            <a:chOff x="0" y="0"/>
            <a:chExt cx="1463040" cy="1950720"/>
          </a:xfrm>
        </p:grpSpPr>
        <p:sp>
          <p:nvSpPr>
            <p:cNvPr name="Freeform 63" id="63"/>
            <p:cNvSpPr/>
            <p:nvPr/>
          </p:nvSpPr>
          <p:spPr>
            <a:xfrm flipH="false" flipV="false" rot="0">
              <a:off x="0" y="0"/>
              <a:ext cx="1463040" cy="1950720"/>
            </a:xfrm>
            <a:custGeom>
              <a:avLst/>
              <a:gdLst/>
              <a:ahLst/>
              <a:cxnLst/>
              <a:rect r="r" b="b" t="t" l="l"/>
              <a:pathLst>
                <a:path h="1950720" w="1463040">
                  <a:moveTo>
                    <a:pt x="0" y="0"/>
                  </a:moveTo>
                  <a:lnTo>
                    <a:pt x="1463040" y="0"/>
                  </a:lnTo>
                  <a:lnTo>
                    <a:pt x="1463040" y="1950720"/>
                  </a:lnTo>
                  <a:lnTo>
                    <a:pt x="0" y="1950720"/>
                  </a:lnTo>
                  <a:close/>
                </a:path>
              </a:pathLst>
            </a:custGeom>
            <a:blipFill>
              <a:blip r:embed="rId2">
                <a:alphaModFix amt="0"/>
              </a:blip>
              <a:stretch>
                <a:fillRect l="-121071" t="0" r="-121071" b="0"/>
              </a:stretch>
            </a:blipFill>
          </p:spPr>
        </p:sp>
        <p:sp>
          <p:nvSpPr>
            <p:cNvPr name="TextBox 64" id="64"/>
            <p:cNvSpPr txBox="true"/>
            <p:nvPr/>
          </p:nvSpPr>
          <p:spPr>
            <a:xfrm>
              <a:off x="0" y="-76200"/>
              <a:ext cx="1463040" cy="2026920"/>
            </a:xfrm>
            <a:prstGeom prst="rect">
              <a:avLst/>
            </a:prstGeom>
          </p:spPr>
          <p:txBody>
            <a:bodyPr anchor="ctr" rtlCol="false" tIns="0" lIns="0" bIns="0" rIns="0"/>
            <a:lstStyle/>
            <a:p>
              <a:pPr algn="ctr">
                <a:lnSpc>
                  <a:spcPts val="4800"/>
                </a:lnSpc>
              </a:pPr>
              <a:r>
                <a:rPr lang="en-US" sz="4000">
                  <a:solidFill>
                    <a:srgbClr val="000000"/>
                  </a:solidFill>
                  <a:latin typeface="Calibri (MS)"/>
                  <a:ea typeface="Calibri (MS)"/>
                  <a:cs typeface="Calibri (MS)"/>
                  <a:sym typeface="Calibri (MS)"/>
                </a:rPr>
                <a:t>📺</a:t>
              </a:r>
            </a:p>
          </p:txBody>
        </p:sp>
      </p:grpSp>
      <p:grpSp>
        <p:nvGrpSpPr>
          <p:cNvPr name="Group 65" id="65"/>
          <p:cNvGrpSpPr/>
          <p:nvPr/>
        </p:nvGrpSpPr>
        <p:grpSpPr>
          <a:xfrm rot="0">
            <a:off x="2011680" y="8138160"/>
            <a:ext cx="4023360" cy="1463040"/>
            <a:chOff x="0" y="0"/>
            <a:chExt cx="5364480" cy="1950720"/>
          </a:xfrm>
        </p:grpSpPr>
        <p:sp>
          <p:nvSpPr>
            <p:cNvPr name="Freeform 66" id="66"/>
            <p:cNvSpPr/>
            <p:nvPr/>
          </p:nvSpPr>
          <p:spPr>
            <a:xfrm flipH="false" flipV="false" rot="0">
              <a:off x="0" y="0"/>
              <a:ext cx="5364480" cy="1950720"/>
            </a:xfrm>
            <a:custGeom>
              <a:avLst/>
              <a:gdLst/>
              <a:ahLst/>
              <a:cxnLst/>
              <a:rect r="r" b="b" t="t" l="l"/>
              <a:pathLst>
                <a:path h="1950720" w="5364480">
                  <a:moveTo>
                    <a:pt x="0" y="0"/>
                  </a:moveTo>
                  <a:lnTo>
                    <a:pt x="5364480" y="0"/>
                  </a:lnTo>
                  <a:lnTo>
                    <a:pt x="5364480" y="1950720"/>
                  </a:lnTo>
                  <a:lnTo>
                    <a:pt x="0" y="1950720"/>
                  </a:lnTo>
                  <a:close/>
                </a:path>
              </a:pathLst>
            </a:custGeom>
            <a:blipFill>
              <a:blip r:embed="rId2">
                <a:alphaModFix amt="0"/>
              </a:blip>
              <a:stretch>
                <a:fillRect l="0" t="-3583" r="0" b="-3583"/>
              </a:stretch>
            </a:blipFill>
          </p:spPr>
        </p:sp>
        <p:sp>
          <p:nvSpPr>
            <p:cNvPr name="TextBox 67" id="67"/>
            <p:cNvSpPr txBox="true"/>
            <p:nvPr/>
          </p:nvSpPr>
          <p:spPr>
            <a:xfrm>
              <a:off x="0" y="-19050"/>
              <a:ext cx="5364480" cy="1969770"/>
            </a:xfrm>
            <a:prstGeom prst="rect">
              <a:avLst/>
            </a:prstGeom>
          </p:spPr>
          <p:txBody>
            <a:bodyPr anchor="ctr" rtlCol="false" tIns="0" lIns="0" bIns="0" rIns="0"/>
            <a:lstStyle/>
            <a:p>
              <a:pPr algn="l">
                <a:lnSpc>
                  <a:spcPts val="6240"/>
                </a:lnSpc>
              </a:pPr>
              <a:r>
                <a:rPr lang="en-US" sz="5200" b="true">
                  <a:solidFill>
                    <a:srgbClr val="F7C46A"/>
                  </a:solidFill>
                  <a:latin typeface="Arial Bold"/>
                  <a:ea typeface="Arial Bold"/>
                  <a:cs typeface="Arial Bold"/>
                  <a:sym typeface="Arial Bold"/>
                </a:rPr>
                <a:t>1.5B+</a:t>
              </a:r>
            </a:p>
          </p:txBody>
        </p:sp>
      </p:grpSp>
      <p:grpSp>
        <p:nvGrpSpPr>
          <p:cNvPr name="Group 68" id="68"/>
          <p:cNvGrpSpPr/>
          <p:nvPr/>
        </p:nvGrpSpPr>
        <p:grpSpPr>
          <a:xfrm rot="0">
            <a:off x="6217920" y="8138160"/>
            <a:ext cx="11155680" cy="1463040"/>
            <a:chOff x="0" y="0"/>
            <a:chExt cx="14874240" cy="1950720"/>
          </a:xfrm>
        </p:grpSpPr>
        <p:sp>
          <p:nvSpPr>
            <p:cNvPr name="Freeform 69" id="69"/>
            <p:cNvSpPr/>
            <p:nvPr/>
          </p:nvSpPr>
          <p:spPr>
            <a:xfrm flipH="false" flipV="false" rot="0">
              <a:off x="0" y="0"/>
              <a:ext cx="14874239" cy="1950720"/>
            </a:xfrm>
            <a:custGeom>
              <a:avLst/>
              <a:gdLst/>
              <a:ahLst/>
              <a:cxnLst/>
              <a:rect r="r" b="b" t="t" l="l"/>
              <a:pathLst>
                <a:path h="1950720" w="14874239">
                  <a:moveTo>
                    <a:pt x="0" y="0"/>
                  </a:moveTo>
                  <a:lnTo>
                    <a:pt x="14874239" y="0"/>
                  </a:lnTo>
                  <a:lnTo>
                    <a:pt x="14874239" y="1950720"/>
                  </a:lnTo>
                  <a:lnTo>
                    <a:pt x="0" y="1950720"/>
                  </a:lnTo>
                  <a:close/>
                </a:path>
              </a:pathLst>
            </a:custGeom>
            <a:blipFill>
              <a:blip r:embed="rId2">
                <a:alphaModFix amt="0"/>
              </a:blip>
              <a:stretch>
                <a:fillRect l="0" t="-98573" r="0" b="-98573"/>
              </a:stretch>
            </a:blipFill>
          </p:spPr>
        </p:sp>
        <p:sp>
          <p:nvSpPr>
            <p:cNvPr name="TextBox 70" id="70"/>
            <p:cNvSpPr txBox="true"/>
            <p:nvPr/>
          </p:nvSpPr>
          <p:spPr>
            <a:xfrm>
              <a:off x="0" y="-38100"/>
              <a:ext cx="14874240" cy="1988820"/>
            </a:xfrm>
            <a:prstGeom prst="rect">
              <a:avLst/>
            </a:prstGeom>
          </p:spPr>
          <p:txBody>
            <a:bodyPr anchor="ctr" rtlCol="false" tIns="0" lIns="0" bIns="0" rIns="0"/>
            <a:lstStyle/>
            <a:p>
              <a:pPr algn="l">
                <a:lnSpc>
                  <a:spcPts val="2879"/>
                </a:lnSpc>
              </a:pPr>
              <a:r>
                <a:rPr lang="en-US" sz="2400">
                  <a:solidFill>
                    <a:srgbClr val="E8E8F0"/>
                  </a:solidFill>
                  <a:latin typeface="Calibri (MS)"/>
                  <a:ea typeface="Calibri (MS)"/>
                  <a:cs typeface="Calibri (MS)"/>
                  <a:sym typeface="Calibri (MS)"/>
                </a:rPr>
                <a:t>Hours of video content watched daily on YouTube</a:t>
              </a:r>
            </a:p>
          </p:txBody>
        </p:sp>
      </p:grpSp>
      <p:grpSp>
        <p:nvGrpSpPr>
          <p:cNvPr name="Group 71" id="71"/>
          <p:cNvGrpSpPr/>
          <p:nvPr/>
        </p:nvGrpSpPr>
        <p:grpSpPr>
          <a:xfrm rot="0">
            <a:off x="542287" y="9411967"/>
            <a:ext cx="17203417" cy="561337"/>
            <a:chOff x="0" y="0"/>
            <a:chExt cx="22937889" cy="748449"/>
          </a:xfrm>
        </p:grpSpPr>
        <p:sp>
          <p:nvSpPr>
            <p:cNvPr name="Freeform 72" id="72"/>
            <p:cNvSpPr/>
            <p:nvPr/>
          </p:nvSpPr>
          <p:spPr>
            <a:xfrm flipH="false" flipV="false" rot="0">
              <a:off x="8509" y="8509"/>
              <a:ext cx="22920961" cy="731520"/>
            </a:xfrm>
            <a:custGeom>
              <a:avLst/>
              <a:gdLst/>
              <a:ahLst/>
              <a:cxnLst/>
              <a:rect r="r" b="b" t="t" l="l"/>
              <a:pathLst>
                <a:path h="731520" w="22920961">
                  <a:moveTo>
                    <a:pt x="0" y="0"/>
                  </a:moveTo>
                  <a:lnTo>
                    <a:pt x="22920961" y="0"/>
                  </a:lnTo>
                  <a:lnTo>
                    <a:pt x="22920961" y="731520"/>
                  </a:lnTo>
                  <a:lnTo>
                    <a:pt x="0" y="731520"/>
                  </a:lnTo>
                  <a:close/>
                </a:path>
              </a:pathLst>
            </a:custGeom>
            <a:solidFill>
              <a:srgbClr val="7C6AF7">
                <a:alpha val="1961"/>
              </a:srgbClr>
            </a:solidFill>
          </p:spPr>
        </p:sp>
        <p:sp>
          <p:nvSpPr>
            <p:cNvPr name="Freeform 73" id="73"/>
            <p:cNvSpPr/>
            <p:nvPr/>
          </p:nvSpPr>
          <p:spPr>
            <a:xfrm flipH="false" flipV="false" rot="0">
              <a:off x="0" y="0"/>
              <a:ext cx="22937978" cy="748538"/>
            </a:xfrm>
            <a:custGeom>
              <a:avLst/>
              <a:gdLst/>
              <a:ahLst/>
              <a:cxnLst/>
              <a:rect r="r" b="b" t="t" l="l"/>
              <a:pathLst>
                <a:path h="748538" w="22937978">
                  <a:moveTo>
                    <a:pt x="8509" y="0"/>
                  </a:moveTo>
                  <a:lnTo>
                    <a:pt x="22929470" y="0"/>
                  </a:lnTo>
                  <a:cubicBezTo>
                    <a:pt x="22934169" y="0"/>
                    <a:pt x="22937978" y="3810"/>
                    <a:pt x="22937978" y="8509"/>
                  </a:cubicBezTo>
                  <a:lnTo>
                    <a:pt x="22937978" y="740029"/>
                  </a:lnTo>
                  <a:cubicBezTo>
                    <a:pt x="22937978" y="744728"/>
                    <a:pt x="22934169" y="748538"/>
                    <a:pt x="22929470" y="748538"/>
                  </a:cubicBezTo>
                  <a:lnTo>
                    <a:pt x="8509" y="748538"/>
                  </a:lnTo>
                  <a:cubicBezTo>
                    <a:pt x="3810" y="748538"/>
                    <a:pt x="0" y="744728"/>
                    <a:pt x="0" y="740029"/>
                  </a:cubicBezTo>
                  <a:lnTo>
                    <a:pt x="0" y="8509"/>
                  </a:lnTo>
                  <a:cubicBezTo>
                    <a:pt x="0" y="3810"/>
                    <a:pt x="3810" y="0"/>
                    <a:pt x="8509" y="0"/>
                  </a:cubicBezTo>
                  <a:moveTo>
                    <a:pt x="8509" y="16891"/>
                  </a:moveTo>
                  <a:lnTo>
                    <a:pt x="8509" y="8509"/>
                  </a:lnTo>
                  <a:lnTo>
                    <a:pt x="17018" y="8509"/>
                  </a:lnTo>
                  <a:lnTo>
                    <a:pt x="17018" y="740029"/>
                  </a:lnTo>
                  <a:lnTo>
                    <a:pt x="8509" y="740029"/>
                  </a:lnTo>
                  <a:lnTo>
                    <a:pt x="8509" y="731520"/>
                  </a:lnTo>
                  <a:lnTo>
                    <a:pt x="22929470" y="731520"/>
                  </a:lnTo>
                  <a:lnTo>
                    <a:pt x="22929470" y="740029"/>
                  </a:lnTo>
                  <a:lnTo>
                    <a:pt x="22920961" y="740029"/>
                  </a:lnTo>
                  <a:lnTo>
                    <a:pt x="22920961" y="8509"/>
                  </a:lnTo>
                  <a:lnTo>
                    <a:pt x="22929470" y="8509"/>
                  </a:lnTo>
                  <a:lnTo>
                    <a:pt x="22929470" y="17018"/>
                  </a:lnTo>
                  <a:lnTo>
                    <a:pt x="8509" y="17018"/>
                  </a:lnTo>
                  <a:close/>
                </a:path>
              </a:pathLst>
            </a:custGeom>
            <a:solidFill>
              <a:srgbClr val="7C6AF7"/>
            </a:solidFill>
          </p:spPr>
        </p:sp>
      </p:grpSp>
      <p:grpSp>
        <p:nvGrpSpPr>
          <p:cNvPr name="Group 74" id="74"/>
          <p:cNvGrpSpPr/>
          <p:nvPr/>
        </p:nvGrpSpPr>
        <p:grpSpPr>
          <a:xfrm rot="0">
            <a:off x="535943" y="9601200"/>
            <a:ext cx="17190720" cy="548640"/>
            <a:chOff x="0" y="0"/>
            <a:chExt cx="22920960" cy="731520"/>
          </a:xfrm>
        </p:grpSpPr>
        <p:sp>
          <p:nvSpPr>
            <p:cNvPr name="Freeform 75" id="75"/>
            <p:cNvSpPr/>
            <p:nvPr/>
          </p:nvSpPr>
          <p:spPr>
            <a:xfrm flipH="false" flipV="false" rot="0">
              <a:off x="0" y="0"/>
              <a:ext cx="22920961" cy="731520"/>
            </a:xfrm>
            <a:custGeom>
              <a:avLst/>
              <a:gdLst/>
              <a:ahLst/>
              <a:cxnLst/>
              <a:rect r="r" b="b" t="t" l="l"/>
              <a:pathLst>
                <a:path h="731520" w="22920961">
                  <a:moveTo>
                    <a:pt x="0" y="0"/>
                  </a:moveTo>
                  <a:lnTo>
                    <a:pt x="22920961" y="0"/>
                  </a:lnTo>
                  <a:lnTo>
                    <a:pt x="22920961" y="731520"/>
                  </a:lnTo>
                  <a:lnTo>
                    <a:pt x="0" y="731520"/>
                  </a:lnTo>
                  <a:close/>
                </a:path>
              </a:pathLst>
            </a:custGeom>
            <a:blipFill>
              <a:blip r:embed="rId2">
                <a:alphaModFix amt="0"/>
              </a:blip>
              <a:stretch>
                <a:fillRect l="0" t="-560531" r="0" b="-560531"/>
              </a:stretch>
            </a:blipFill>
          </p:spPr>
        </p:sp>
        <p:sp>
          <p:nvSpPr>
            <p:cNvPr name="TextBox 76" id="76"/>
            <p:cNvSpPr txBox="true"/>
            <p:nvPr/>
          </p:nvSpPr>
          <p:spPr>
            <a:xfrm>
              <a:off x="0" y="-47625"/>
              <a:ext cx="22920960" cy="779145"/>
            </a:xfrm>
            <a:prstGeom prst="rect">
              <a:avLst/>
            </a:prstGeom>
          </p:spPr>
          <p:txBody>
            <a:bodyPr anchor="ctr" rtlCol="false" tIns="0" lIns="0" bIns="0" rIns="0"/>
            <a:lstStyle/>
            <a:p>
              <a:pPr algn="ctr">
                <a:lnSpc>
                  <a:spcPts val="2640"/>
                </a:lnSpc>
              </a:pPr>
              <a:r>
                <a:rPr lang="en-US" sz="2200" b="true">
                  <a:solidFill>
                    <a:srgbClr val="6AF7C4"/>
                  </a:solidFill>
                  <a:latin typeface="Calibri (MS) Bold"/>
                  <a:ea typeface="Calibri (MS) Bold"/>
                  <a:cs typeface="Calibri (MS) Bold"/>
                  <a:sym typeface="Calibri (MS) Bold"/>
                </a:rPr>
                <a:t>→  TRAKORY addresses ALL these user bases in ONE unified platform</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16891" y="16891"/>
              <a:ext cx="292608" cy="13715999"/>
            </a:xfrm>
            <a:custGeom>
              <a:avLst/>
              <a:gdLst/>
              <a:ahLst/>
              <a:cxnLst/>
              <a:rect r="r" b="b" t="t" l="l"/>
              <a:pathLst>
                <a:path h="13715999" w="292608">
                  <a:moveTo>
                    <a:pt x="0" y="0"/>
                  </a:moveTo>
                  <a:lnTo>
                    <a:pt x="292608" y="0"/>
                  </a:lnTo>
                  <a:lnTo>
                    <a:pt x="292608" y="13715999"/>
                  </a:lnTo>
                  <a:lnTo>
                    <a:pt x="0" y="13715999"/>
                  </a:lnTo>
                  <a:close/>
                </a:path>
              </a:pathLst>
            </a:custGeom>
            <a:solidFill>
              <a:srgbClr val="6AF7C4"/>
            </a:solidFill>
          </p:spPr>
        </p:sp>
        <p:sp>
          <p:nvSpPr>
            <p:cNvPr name="Freeform 4" id="4"/>
            <p:cNvSpPr/>
            <p:nvPr/>
          </p:nvSpPr>
          <p:spPr>
            <a:xfrm flipH="false" flipV="false" rot="0">
              <a:off x="0" y="0"/>
              <a:ext cx="326390" cy="13749782"/>
            </a:xfrm>
            <a:custGeom>
              <a:avLst/>
              <a:gdLst/>
              <a:ahLst/>
              <a:cxnLst/>
              <a:rect r="r" b="b" t="t" l="l"/>
              <a:pathLst>
                <a:path h="13749782" w="326390">
                  <a:moveTo>
                    <a:pt x="16891" y="0"/>
                  </a:moveTo>
                  <a:lnTo>
                    <a:pt x="309499" y="0"/>
                  </a:lnTo>
                  <a:cubicBezTo>
                    <a:pt x="318897" y="0"/>
                    <a:pt x="326390" y="7620"/>
                    <a:pt x="326390" y="16891"/>
                  </a:cubicBezTo>
                  <a:lnTo>
                    <a:pt x="326390" y="13732890"/>
                  </a:lnTo>
                  <a:cubicBezTo>
                    <a:pt x="326390" y="13742290"/>
                    <a:pt x="318770" y="13749782"/>
                    <a:pt x="309499"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09499" y="13716000"/>
                  </a:lnTo>
                  <a:lnTo>
                    <a:pt x="309499" y="13732890"/>
                  </a:lnTo>
                  <a:lnTo>
                    <a:pt x="292608" y="13732890"/>
                  </a:lnTo>
                  <a:lnTo>
                    <a:pt x="292608" y="16891"/>
                  </a:lnTo>
                  <a:lnTo>
                    <a:pt x="309499" y="16891"/>
                  </a:lnTo>
                  <a:lnTo>
                    <a:pt x="309499" y="33909"/>
                  </a:lnTo>
                  <a:lnTo>
                    <a:pt x="16891" y="33909"/>
                  </a:lnTo>
                  <a:close/>
                </a:path>
              </a:pathLst>
            </a:custGeom>
            <a:solidFill>
              <a:srgbClr val="6AF7C4"/>
            </a:solidFill>
          </p:spPr>
        </p:sp>
      </p:grpSp>
      <p:grpSp>
        <p:nvGrpSpPr>
          <p:cNvPr name="Group 5" id="5"/>
          <p:cNvGrpSpPr/>
          <p:nvPr/>
        </p:nvGrpSpPr>
        <p:grpSpPr>
          <a:xfrm rot="0">
            <a:off x="548640" y="210383"/>
            <a:ext cx="2194560" cy="1984177"/>
            <a:chOff x="0" y="0"/>
            <a:chExt cx="2926080" cy="2645569"/>
          </a:xfrm>
        </p:grpSpPr>
        <p:sp>
          <p:nvSpPr>
            <p:cNvPr name="Freeform 6" id="6"/>
            <p:cNvSpPr/>
            <p:nvPr/>
          </p:nvSpPr>
          <p:spPr>
            <a:xfrm flipH="false" flipV="false" rot="0">
              <a:off x="0" y="0"/>
              <a:ext cx="2926080" cy="2645569"/>
            </a:xfrm>
            <a:custGeom>
              <a:avLst/>
              <a:gdLst/>
              <a:ahLst/>
              <a:cxnLst/>
              <a:rect r="r" b="b" t="t" l="l"/>
              <a:pathLst>
                <a:path h="2645569" w="2926080">
                  <a:moveTo>
                    <a:pt x="0" y="0"/>
                  </a:moveTo>
                  <a:lnTo>
                    <a:pt x="2926080" y="0"/>
                  </a:lnTo>
                  <a:lnTo>
                    <a:pt x="2926080" y="2645569"/>
                  </a:lnTo>
                  <a:lnTo>
                    <a:pt x="0" y="2645569"/>
                  </a:lnTo>
                  <a:close/>
                </a:path>
              </a:pathLst>
            </a:custGeom>
            <a:blipFill>
              <a:blip r:embed="rId2">
                <a:alphaModFix amt="0"/>
              </a:blip>
              <a:stretch>
                <a:fillRect l="-35535" t="0" r="-35535" b="26264"/>
              </a:stretch>
            </a:blipFill>
          </p:spPr>
        </p:sp>
        <p:sp>
          <p:nvSpPr>
            <p:cNvPr name="TextBox 7" id="7"/>
            <p:cNvSpPr txBox="true"/>
            <p:nvPr/>
          </p:nvSpPr>
          <p:spPr>
            <a:xfrm>
              <a:off x="0" y="-47625"/>
              <a:ext cx="2926080" cy="2693194"/>
            </a:xfrm>
            <a:prstGeom prst="rect">
              <a:avLst/>
            </a:prstGeom>
          </p:spPr>
          <p:txBody>
            <a:bodyPr anchor="ctr" rtlCol="false" tIns="0" lIns="0" bIns="0" rIns="0"/>
            <a:lstStyle/>
            <a:p>
              <a:pPr algn="l">
                <a:lnSpc>
                  <a:spcPts val="11519"/>
                </a:lnSpc>
              </a:pPr>
              <a:r>
                <a:rPr lang="en-US" sz="9600" b="true">
                  <a:solidFill>
                    <a:srgbClr val="6AF7C4"/>
                  </a:solidFill>
                  <a:latin typeface="Arial Bold"/>
                  <a:ea typeface="Arial Bold"/>
                  <a:cs typeface="Arial Bold"/>
                  <a:sym typeface="Arial Bold"/>
                </a:rPr>
                <a:t>04</a:t>
              </a:r>
            </a:p>
          </p:txBody>
        </p:sp>
      </p:grpSp>
      <p:grpSp>
        <p:nvGrpSpPr>
          <p:cNvPr name="Group 8" id="8"/>
          <p:cNvGrpSpPr/>
          <p:nvPr/>
        </p:nvGrpSpPr>
        <p:grpSpPr>
          <a:xfrm rot="0">
            <a:off x="548640" y="1645920"/>
            <a:ext cx="16459200" cy="1097280"/>
            <a:chOff x="0" y="0"/>
            <a:chExt cx="21945600" cy="1463040"/>
          </a:xfrm>
        </p:grpSpPr>
        <p:sp>
          <p:nvSpPr>
            <p:cNvPr name="Freeform 9" id="9"/>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2">
                <a:alphaModFix amt="0"/>
              </a:blip>
              <a:stretch>
                <a:fillRect l="0" t="-242275" r="0" b="-242275"/>
              </a:stretch>
            </a:blipFill>
          </p:spPr>
        </p:sp>
        <p:sp>
          <p:nvSpPr>
            <p:cNvPr name="TextBox 10" id="10"/>
            <p:cNvSpPr txBox="true"/>
            <p:nvPr/>
          </p:nvSpPr>
          <p:spPr>
            <a:xfrm>
              <a:off x="0" y="-28575"/>
              <a:ext cx="21945600" cy="1491615"/>
            </a:xfrm>
            <a:prstGeom prst="rect">
              <a:avLst/>
            </a:prstGeom>
          </p:spPr>
          <p:txBody>
            <a:bodyPr anchor="ctr" rtlCol="false" tIns="0" lIns="0" bIns="0" rIns="0"/>
            <a:lstStyle/>
            <a:p>
              <a:pPr algn="l">
                <a:lnSpc>
                  <a:spcPts val="7680"/>
                </a:lnSpc>
              </a:pPr>
              <a:r>
                <a:rPr lang="en-US" sz="6400" b="true">
                  <a:solidFill>
                    <a:srgbClr val="FFFFFF"/>
                  </a:solidFill>
                  <a:latin typeface="Arial Bold"/>
                  <a:ea typeface="Arial Bold"/>
                  <a:cs typeface="Arial Bold"/>
                  <a:sym typeface="Arial Bold"/>
                </a:rPr>
                <a:t>Our Solution</a:t>
              </a:r>
            </a:p>
          </p:txBody>
        </p:sp>
      </p:grpSp>
      <p:grpSp>
        <p:nvGrpSpPr>
          <p:cNvPr name="Group 11" id="11"/>
          <p:cNvGrpSpPr/>
          <p:nvPr/>
        </p:nvGrpSpPr>
        <p:grpSpPr>
          <a:xfrm rot="0">
            <a:off x="533400" y="3185160"/>
            <a:ext cx="5516880" cy="3048000"/>
            <a:chOff x="0" y="0"/>
            <a:chExt cx="7355840" cy="4064000"/>
          </a:xfrm>
        </p:grpSpPr>
        <p:sp>
          <p:nvSpPr>
            <p:cNvPr name="Freeform 12" id="12"/>
            <p:cNvSpPr/>
            <p:nvPr/>
          </p:nvSpPr>
          <p:spPr>
            <a:xfrm flipH="false" flipV="false" rot="0">
              <a:off x="20320" y="20320"/>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1A1A35"/>
            </a:solidFill>
          </p:spPr>
        </p:sp>
        <p:sp>
          <p:nvSpPr>
            <p:cNvPr name="Freeform 13" id="13"/>
            <p:cNvSpPr/>
            <p:nvPr/>
          </p:nvSpPr>
          <p:spPr>
            <a:xfrm flipH="false" flipV="false" rot="0">
              <a:off x="0" y="0"/>
              <a:ext cx="7355840" cy="4064000"/>
            </a:xfrm>
            <a:custGeom>
              <a:avLst/>
              <a:gdLst/>
              <a:ahLst/>
              <a:cxnLst/>
              <a:rect r="r" b="b" t="t" l="l"/>
              <a:pathLst>
                <a:path h="4064000" w="7355840">
                  <a:moveTo>
                    <a:pt x="20320" y="0"/>
                  </a:moveTo>
                  <a:lnTo>
                    <a:pt x="7335520" y="0"/>
                  </a:lnTo>
                  <a:cubicBezTo>
                    <a:pt x="7346696" y="0"/>
                    <a:pt x="7355840" y="9144"/>
                    <a:pt x="7355840" y="20320"/>
                  </a:cubicBezTo>
                  <a:lnTo>
                    <a:pt x="7355840" y="4043680"/>
                  </a:lnTo>
                  <a:cubicBezTo>
                    <a:pt x="7355840" y="4054856"/>
                    <a:pt x="7346696" y="4064000"/>
                    <a:pt x="7335520" y="4064000"/>
                  </a:cubicBezTo>
                  <a:lnTo>
                    <a:pt x="20320" y="4064000"/>
                  </a:lnTo>
                  <a:cubicBezTo>
                    <a:pt x="9144" y="4064000"/>
                    <a:pt x="0" y="4054856"/>
                    <a:pt x="0" y="4043680"/>
                  </a:cubicBezTo>
                  <a:lnTo>
                    <a:pt x="0" y="20320"/>
                  </a:lnTo>
                  <a:cubicBezTo>
                    <a:pt x="0" y="9144"/>
                    <a:pt x="9144" y="0"/>
                    <a:pt x="20320" y="0"/>
                  </a:cubicBezTo>
                  <a:moveTo>
                    <a:pt x="20320" y="40640"/>
                  </a:moveTo>
                  <a:lnTo>
                    <a:pt x="20320" y="20320"/>
                  </a:lnTo>
                  <a:lnTo>
                    <a:pt x="40640" y="20320"/>
                  </a:lnTo>
                  <a:lnTo>
                    <a:pt x="40640" y="4043680"/>
                  </a:lnTo>
                  <a:lnTo>
                    <a:pt x="20320" y="4043680"/>
                  </a:lnTo>
                  <a:lnTo>
                    <a:pt x="20320" y="4023360"/>
                  </a:lnTo>
                  <a:lnTo>
                    <a:pt x="7335520" y="4023360"/>
                  </a:lnTo>
                  <a:lnTo>
                    <a:pt x="7335520" y="4043680"/>
                  </a:lnTo>
                  <a:lnTo>
                    <a:pt x="7315200" y="4043680"/>
                  </a:lnTo>
                  <a:lnTo>
                    <a:pt x="7315200" y="20320"/>
                  </a:lnTo>
                  <a:lnTo>
                    <a:pt x="7335520" y="20320"/>
                  </a:lnTo>
                  <a:lnTo>
                    <a:pt x="7335520" y="40640"/>
                  </a:lnTo>
                  <a:lnTo>
                    <a:pt x="20320" y="40640"/>
                  </a:lnTo>
                  <a:close/>
                </a:path>
              </a:pathLst>
            </a:custGeom>
            <a:solidFill>
              <a:srgbClr val="7C6AF7"/>
            </a:solidFill>
          </p:spPr>
        </p:sp>
      </p:grpSp>
      <p:grpSp>
        <p:nvGrpSpPr>
          <p:cNvPr name="Group 14" id="14"/>
          <p:cNvGrpSpPr/>
          <p:nvPr/>
        </p:nvGrpSpPr>
        <p:grpSpPr>
          <a:xfrm rot="0">
            <a:off x="535943" y="3187703"/>
            <a:ext cx="5511803" cy="135131"/>
            <a:chOff x="0" y="0"/>
            <a:chExt cx="7349071" cy="180175"/>
          </a:xfrm>
        </p:grpSpPr>
        <p:sp>
          <p:nvSpPr>
            <p:cNvPr name="Freeform 15" id="15"/>
            <p:cNvSpPr/>
            <p:nvPr/>
          </p:nvSpPr>
          <p:spPr>
            <a:xfrm flipH="false" flipV="false" rot="0">
              <a:off x="16891" y="16891"/>
              <a:ext cx="7315200" cy="146304"/>
            </a:xfrm>
            <a:custGeom>
              <a:avLst/>
              <a:gdLst/>
              <a:ahLst/>
              <a:cxnLst/>
              <a:rect r="r" b="b" t="t" l="l"/>
              <a:pathLst>
                <a:path h="146304" w="7315200">
                  <a:moveTo>
                    <a:pt x="0" y="0"/>
                  </a:moveTo>
                  <a:lnTo>
                    <a:pt x="7315200" y="0"/>
                  </a:lnTo>
                  <a:lnTo>
                    <a:pt x="7315200" y="146304"/>
                  </a:lnTo>
                  <a:lnTo>
                    <a:pt x="0" y="146304"/>
                  </a:lnTo>
                  <a:close/>
                </a:path>
              </a:pathLst>
            </a:custGeom>
            <a:solidFill>
              <a:srgbClr val="7C6AF7"/>
            </a:solidFill>
          </p:spPr>
        </p:sp>
        <p:sp>
          <p:nvSpPr>
            <p:cNvPr name="Freeform 16" id="16"/>
            <p:cNvSpPr/>
            <p:nvPr/>
          </p:nvSpPr>
          <p:spPr>
            <a:xfrm flipH="false" flipV="false" rot="0">
              <a:off x="0" y="0"/>
              <a:ext cx="7348982" cy="180088"/>
            </a:xfrm>
            <a:custGeom>
              <a:avLst/>
              <a:gdLst/>
              <a:ahLst/>
              <a:cxnLst/>
              <a:rect r="r" b="b" t="t" l="l"/>
              <a:pathLst>
                <a:path h="180088" w="7348982">
                  <a:moveTo>
                    <a:pt x="16891" y="0"/>
                  </a:moveTo>
                  <a:lnTo>
                    <a:pt x="7332091" y="0"/>
                  </a:lnTo>
                  <a:cubicBezTo>
                    <a:pt x="7341489" y="0"/>
                    <a:pt x="7348982" y="7620"/>
                    <a:pt x="7348982" y="16891"/>
                  </a:cubicBezTo>
                  <a:lnTo>
                    <a:pt x="7348982" y="163195"/>
                  </a:lnTo>
                  <a:cubicBezTo>
                    <a:pt x="7348982" y="172593"/>
                    <a:pt x="7341362" y="180086"/>
                    <a:pt x="733209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7332091" y="146304"/>
                  </a:lnTo>
                  <a:lnTo>
                    <a:pt x="7332091" y="163195"/>
                  </a:lnTo>
                  <a:lnTo>
                    <a:pt x="7315200" y="163195"/>
                  </a:lnTo>
                  <a:lnTo>
                    <a:pt x="7315200" y="16891"/>
                  </a:lnTo>
                  <a:lnTo>
                    <a:pt x="7332091" y="16891"/>
                  </a:lnTo>
                  <a:lnTo>
                    <a:pt x="7332091" y="33909"/>
                  </a:lnTo>
                  <a:lnTo>
                    <a:pt x="16891" y="33909"/>
                  </a:lnTo>
                  <a:close/>
                </a:path>
              </a:pathLst>
            </a:custGeom>
            <a:solidFill>
              <a:srgbClr val="7C6AF7"/>
            </a:solidFill>
          </p:spPr>
        </p:sp>
      </p:grpSp>
      <p:grpSp>
        <p:nvGrpSpPr>
          <p:cNvPr name="Group 17" id="17"/>
          <p:cNvGrpSpPr/>
          <p:nvPr/>
        </p:nvGrpSpPr>
        <p:grpSpPr>
          <a:xfrm rot="0">
            <a:off x="822960" y="3419856"/>
            <a:ext cx="4937760" cy="731520"/>
            <a:chOff x="0" y="0"/>
            <a:chExt cx="6583680" cy="975360"/>
          </a:xfrm>
        </p:grpSpPr>
        <p:sp>
          <p:nvSpPr>
            <p:cNvPr name="Freeform 18" id="18"/>
            <p:cNvSpPr/>
            <p:nvPr/>
          </p:nvSpPr>
          <p:spPr>
            <a:xfrm flipH="false" flipV="false" rot="0">
              <a:off x="0" y="0"/>
              <a:ext cx="6583680" cy="975360"/>
            </a:xfrm>
            <a:custGeom>
              <a:avLst/>
              <a:gdLst/>
              <a:ahLst/>
              <a:cxnLst/>
              <a:rect r="r" b="b" t="t" l="l"/>
              <a:pathLst>
                <a:path h="975360" w="6583680">
                  <a:moveTo>
                    <a:pt x="0" y="0"/>
                  </a:moveTo>
                  <a:lnTo>
                    <a:pt x="6583680" y="0"/>
                  </a:lnTo>
                  <a:lnTo>
                    <a:pt x="6583680" y="975360"/>
                  </a:lnTo>
                  <a:lnTo>
                    <a:pt x="0" y="975360"/>
                  </a:lnTo>
                  <a:close/>
                </a:path>
              </a:pathLst>
            </a:custGeom>
            <a:blipFill>
              <a:blip r:embed="rId2">
                <a:alphaModFix amt="0"/>
              </a:blip>
              <a:stretch>
                <a:fillRect l="0" t="-81524" r="0" b="-81524"/>
              </a:stretch>
            </a:blipFill>
          </p:spPr>
        </p:sp>
        <p:sp>
          <p:nvSpPr>
            <p:cNvPr name="TextBox 19" id="19"/>
            <p:cNvSpPr txBox="true"/>
            <p:nvPr/>
          </p:nvSpPr>
          <p:spPr>
            <a:xfrm>
              <a:off x="0" y="-9525"/>
              <a:ext cx="6583680" cy="984885"/>
            </a:xfrm>
            <a:prstGeom prst="rect">
              <a:avLst/>
            </a:prstGeom>
          </p:spPr>
          <p:txBody>
            <a:bodyPr anchor="ctr" rtlCol="false" tIns="0" lIns="0" bIns="0" rIns="0"/>
            <a:lstStyle/>
            <a:p>
              <a:pPr algn="l">
                <a:lnSpc>
                  <a:spcPts val="2879"/>
                </a:lnSpc>
              </a:pPr>
              <a:r>
                <a:rPr lang="en-US" sz="2400" b="true">
                  <a:solidFill>
                    <a:srgbClr val="7C6AF7"/>
                  </a:solidFill>
                  <a:latin typeface="Arial Bold"/>
                  <a:ea typeface="Arial Bold"/>
                  <a:cs typeface="Arial Bold"/>
                  <a:sym typeface="Arial Bold"/>
                </a:rPr>
                <a:t>Universal Platform</a:t>
              </a:r>
            </a:p>
          </p:txBody>
        </p:sp>
      </p:grpSp>
      <p:grpSp>
        <p:nvGrpSpPr>
          <p:cNvPr name="Group 20" id="20"/>
          <p:cNvGrpSpPr/>
          <p:nvPr/>
        </p:nvGrpSpPr>
        <p:grpSpPr>
          <a:xfrm rot="0">
            <a:off x="822960" y="4206240"/>
            <a:ext cx="4937760" cy="1645920"/>
            <a:chOff x="0" y="0"/>
            <a:chExt cx="6583680" cy="2194560"/>
          </a:xfrm>
        </p:grpSpPr>
        <p:sp>
          <p:nvSpPr>
            <p:cNvPr name="Freeform 21" id="21"/>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2">
                <a:alphaModFix amt="0"/>
              </a:blip>
              <a:stretch>
                <a:fillRect l="0" t="-8455" r="0" b="-8455"/>
              </a:stretch>
            </a:blipFill>
          </p:spPr>
        </p:sp>
        <p:sp>
          <p:nvSpPr>
            <p:cNvPr name="TextBox 22" id="22"/>
            <p:cNvSpPr txBox="true"/>
            <p:nvPr/>
          </p:nvSpPr>
          <p:spPr>
            <a:xfrm>
              <a:off x="0" y="-38100"/>
              <a:ext cx="6583680" cy="2232660"/>
            </a:xfrm>
            <a:prstGeom prst="rect">
              <a:avLst/>
            </a:prstGeom>
          </p:spPr>
          <p:txBody>
            <a:bodyPr anchor="ctr" rtlCol="false" tIns="0" lIns="0" bIns="0" rIns="0"/>
            <a:lstStyle/>
            <a:p>
              <a:pPr algn="l">
                <a:lnSpc>
                  <a:spcPts val="2400"/>
                </a:lnSpc>
              </a:pPr>
              <a:r>
                <a:rPr lang="en-US" sz="2000">
                  <a:solidFill>
                    <a:srgbClr val="8888A8"/>
                  </a:solidFill>
                  <a:latin typeface="Calibri (MS)"/>
                  <a:ea typeface="Calibri (MS)"/>
                  <a:cs typeface="Calibri (MS)"/>
                  <a:sym typeface="Calibri (MS)"/>
                </a:rPr>
                <a:t>Track Movies, Series, Anime, Books &amp; Games all in one place with unified interface</a:t>
              </a:r>
            </a:p>
          </p:txBody>
        </p:sp>
      </p:grpSp>
      <p:grpSp>
        <p:nvGrpSpPr>
          <p:cNvPr name="Group 23" id="23"/>
          <p:cNvGrpSpPr/>
          <p:nvPr/>
        </p:nvGrpSpPr>
        <p:grpSpPr>
          <a:xfrm rot="0">
            <a:off x="6385560" y="3185160"/>
            <a:ext cx="5516880" cy="3048000"/>
            <a:chOff x="0" y="0"/>
            <a:chExt cx="7355840" cy="4064000"/>
          </a:xfrm>
        </p:grpSpPr>
        <p:sp>
          <p:nvSpPr>
            <p:cNvPr name="Freeform 24" id="24"/>
            <p:cNvSpPr/>
            <p:nvPr/>
          </p:nvSpPr>
          <p:spPr>
            <a:xfrm flipH="false" flipV="false" rot="0">
              <a:off x="20320" y="20320"/>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1A1A35"/>
            </a:solidFill>
          </p:spPr>
        </p:sp>
        <p:sp>
          <p:nvSpPr>
            <p:cNvPr name="Freeform 25" id="25"/>
            <p:cNvSpPr/>
            <p:nvPr/>
          </p:nvSpPr>
          <p:spPr>
            <a:xfrm flipH="false" flipV="false" rot="0">
              <a:off x="0" y="0"/>
              <a:ext cx="7355840" cy="4064000"/>
            </a:xfrm>
            <a:custGeom>
              <a:avLst/>
              <a:gdLst/>
              <a:ahLst/>
              <a:cxnLst/>
              <a:rect r="r" b="b" t="t" l="l"/>
              <a:pathLst>
                <a:path h="4064000" w="7355840">
                  <a:moveTo>
                    <a:pt x="20320" y="0"/>
                  </a:moveTo>
                  <a:lnTo>
                    <a:pt x="7335520" y="0"/>
                  </a:lnTo>
                  <a:cubicBezTo>
                    <a:pt x="7346696" y="0"/>
                    <a:pt x="7355840" y="9144"/>
                    <a:pt x="7355840" y="20320"/>
                  </a:cubicBezTo>
                  <a:lnTo>
                    <a:pt x="7355840" y="4043680"/>
                  </a:lnTo>
                  <a:cubicBezTo>
                    <a:pt x="7355840" y="4054856"/>
                    <a:pt x="7346696" y="4064000"/>
                    <a:pt x="7335520" y="4064000"/>
                  </a:cubicBezTo>
                  <a:lnTo>
                    <a:pt x="20320" y="4064000"/>
                  </a:lnTo>
                  <a:cubicBezTo>
                    <a:pt x="9144" y="4064000"/>
                    <a:pt x="0" y="4054856"/>
                    <a:pt x="0" y="4043680"/>
                  </a:cubicBezTo>
                  <a:lnTo>
                    <a:pt x="0" y="20320"/>
                  </a:lnTo>
                  <a:cubicBezTo>
                    <a:pt x="0" y="9144"/>
                    <a:pt x="9144" y="0"/>
                    <a:pt x="20320" y="0"/>
                  </a:cubicBezTo>
                  <a:moveTo>
                    <a:pt x="20320" y="40640"/>
                  </a:moveTo>
                  <a:lnTo>
                    <a:pt x="20320" y="20320"/>
                  </a:lnTo>
                  <a:lnTo>
                    <a:pt x="40640" y="20320"/>
                  </a:lnTo>
                  <a:lnTo>
                    <a:pt x="40640" y="4043680"/>
                  </a:lnTo>
                  <a:lnTo>
                    <a:pt x="20320" y="4043680"/>
                  </a:lnTo>
                  <a:lnTo>
                    <a:pt x="20320" y="4023360"/>
                  </a:lnTo>
                  <a:lnTo>
                    <a:pt x="7335520" y="4023360"/>
                  </a:lnTo>
                  <a:lnTo>
                    <a:pt x="7335520" y="4043680"/>
                  </a:lnTo>
                  <a:lnTo>
                    <a:pt x="7315200" y="4043680"/>
                  </a:lnTo>
                  <a:lnTo>
                    <a:pt x="7315200" y="20320"/>
                  </a:lnTo>
                  <a:lnTo>
                    <a:pt x="7335520" y="20320"/>
                  </a:lnTo>
                  <a:lnTo>
                    <a:pt x="7335520" y="40640"/>
                  </a:lnTo>
                  <a:lnTo>
                    <a:pt x="20320" y="40640"/>
                  </a:lnTo>
                  <a:close/>
                </a:path>
              </a:pathLst>
            </a:custGeom>
            <a:solidFill>
              <a:srgbClr val="F76A6A"/>
            </a:solidFill>
          </p:spPr>
        </p:sp>
      </p:grpSp>
      <p:grpSp>
        <p:nvGrpSpPr>
          <p:cNvPr name="Group 26" id="26"/>
          <p:cNvGrpSpPr/>
          <p:nvPr/>
        </p:nvGrpSpPr>
        <p:grpSpPr>
          <a:xfrm rot="0">
            <a:off x="6388103" y="3187703"/>
            <a:ext cx="5511803" cy="135131"/>
            <a:chOff x="0" y="0"/>
            <a:chExt cx="7349071" cy="180175"/>
          </a:xfrm>
        </p:grpSpPr>
        <p:sp>
          <p:nvSpPr>
            <p:cNvPr name="Freeform 27" id="27"/>
            <p:cNvSpPr/>
            <p:nvPr/>
          </p:nvSpPr>
          <p:spPr>
            <a:xfrm flipH="false" flipV="false" rot="0">
              <a:off x="16891" y="16891"/>
              <a:ext cx="7315200" cy="146304"/>
            </a:xfrm>
            <a:custGeom>
              <a:avLst/>
              <a:gdLst/>
              <a:ahLst/>
              <a:cxnLst/>
              <a:rect r="r" b="b" t="t" l="l"/>
              <a:pathLst>
                <a:path h="146304" w="7315200">
                  <a:moveTo>
                    <a:pt x="0" y="0"/>
                  </a:moveTo>
                  <a:lnTo>
                    <a:pt x="7315200" y="0"/>
                  </a:lnTo>
                  <a:lnTo>
                    <a:pt x="7315200" y="146304"/>
                  </a:lnTo>
                  <a:lnTo>
                    <a:pt x="0" y="146304"/>
                  </a:lnTo>
                  <a:close/>
                </a:path>
              </a:pathLst>
            </a:custGeom>
            <a:solidFill>
              <a:srgbClr val="F76A6A"/>
            </a:solidFill>
          </p:spPr>
        </p:sp>
        <p:sp>
          <p:nvSpPr>
            <p:cNvPr name="Freeform 28" id="28"/>
            <p:cNvSpPr/>
            <p:nvPr/>
          </p:nvSpPr>
          <p:spPr>
            <a:xfrm flipH="false" flipV="false" rot="0">
              <a:off x="0" y="0"/>
              <a:ext cx="7348982" cy="180088"/>
            </a:xfrm>
            <a:custGeom>
              <a:avLst/>
              <a:gdLst/>
              <a:ahLst/>
              <a:cxnLst/>
              <a:rect r="r" b="b" t="t" l="l"/>
              <a:pathLst>
                <a:path h="180088" w="7348982">
                  <a:moveTo>
                    <a:pt x="16891" y="0"/>
                  </a:moveTo>
                  <a:lnTo>
                    <a:pt x="7332091" y="0"/>
                  </a:lnTo>
                  <a:cubicBezTo>
                    <a:pt x="7341489" y="0"/>
                    <a:pt x="7348982" y="7620"/>
                    <a:pt x="7348982" y="16891"/>
                  </a:cubicBezTo>
                  <a:lnTo>
                    <a:pt x="7348982" y="163195"/>
                  </a:lnTo>
                  <a:cubicBezTo>
                    <a:pt x="7348982" y="172593"/>
                    <a:pt x="7341362" y="180086"/>
                    <a:pt x="733209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7332091" y="146304"/>
                  </a:lnTo>
                  <a:lnTo>
                    <a:pt x="7332091" y="163195"/>
                  </a:lnTo>
                  <a:lnTo>
                    <a:pt x="7315200" y="163195"/>
                  </a:lnTo>
                  <a:lnTo>
                    <a:pt x="7315200" y="16891"/>
                  </a:lnTo>
                  <a:lnTo>
                    <a:pt x="7332091" y="16891"/>
                  </a:lnTo>
                  <a:lnTo>
                    <a:pt x="7332091" y="33909"/>
                  </a:lnTo>
                  <a:lnTo>
                    <a:pt x="16891" y="33909"/>
                  </a:lnTo>
                  <a:close/>
                </a:path>
              </a:pathLst>
            </a:custGeom>
            <a:solidFill>
              <a:srgbClr val="F76A6A"/>
            </a:solidFill>
          </p:spPr>
        </p:sp>
      </p:grpSp>
      <p:grpSp>
        <p:nvGrpSpPr>
          <p:cNvPr name="Group 29" id="29"/>
          <p:cNvGrpSpPr/>
          <p:nvPr/>
        </p:nvGrpSpPr>
        <p:grpSpPr>
          <a:xfrm rot="0">
            <a:off x="6675120" y="3419856"/>
            <a:ext cx="4937760" cy="731520"/>
            <a:chOff x="0" y="0"/>
            <a:chExt cx="6583680" cy="975360"/>
          </a:xfrm>
        </p:grpSpPr>
        <p:sp>
          <p:nvSpPr>
            <p:cNvPr name="Freeform 30" id="30"/>
            <p:cNvSpPr/>
            <p:nvPr/>
          </p:nvSpPr>
          <p:spPr>
            <a:xfrm flipH="false" flipV="false" rot="0">
              <a:off x="0" y="0"/>
              <a:ext cx="6583680" cy="975360"/>
            </a:xfrm>
            <a:custGeom>
              <a:avLst/>
              <a:gdLst/>
              <a:ahLst/>
              <a:cxnLst/>
              <a:rect r="r" b="b" t="t" l="l"/>
              <a:pathLst>
                <a:path h="975360" w="6583680">
                  <a:moveTo>
                    <a:pt x="0" y="0"/>
                  </a:moveTo>
                  <a:lnTo>
                    <a:pt x="6583680" y="0"/>
                  </a:lnTo>
                  <a:lnTo>
                    <a:pt x="6583680" y="975360"/>
                  </a:lnTo>
                  <a:lnTo>
                    <a:pt x="0" y="975360"/>
                  </a:lnTo>
                  <a:close/>
                </a:path>
              </a:pathLst>
            </a:custGeom>
            <a:blipFill>
              <a:blip r:embed="rId2">
                <a:alphaModFix amt="0"/>
              </a:blip>
              <a:stretch>
                <a:fillRect l="0" t="-81524" r="0" b="-81524"/>
              </a:stretch>
            </a:blipFill>
          </p:spPr>
        </p:sp>
        <p:sp>
          <p:nvSpPr>
            <p:cNvPr name="TextBox 31" id="31"/>
            <p:cNvSpPr txBox="true"/>
            <p:nvPr/>
          </p:nvSpPr>
          <p:spPr>
            <a:xfrm>
              <a:off x="0" y="-9525"/>
              <a:ext cx="6583680" cy="984885"/>
            </a:xfrm>
            <a:prstGeom prst="rect">
              <a:avLst/>
            </a:prstGeom>
          </p:spPr>
          <p:txBody>
            <a:bodyPr anchor="ctr" rtlCol="false" tIns="0" lIns="0" bIns="0" rIns="0"/>
            <a:lstStyle/>
            <a:p>
              <a:pPr algn="l">
                <a:lnSpc>
                  <a:spcPts val="2879"/>
                </a:lnSpc>
              </a:pPr>
              <a:r>
                <a:rPr lang="en-US" sz="2400" b="true">
                  <a:solidFill>
                    <a:srgbClr val="F76A6A"/>
                  </a:solidFill>
                  <a:latin typeface="Arial Bold"/>
                  <a:ea typeface="Arial Bold"/>
                  <a:cs typeface="Arial Bold"/>
                  <a:sym typeface="Arial Bold"/>
                </a:rPr>
                <a:t>Smart Status Tracking</a:t>
              </a:r>
            </a:p>
          </p:txBody>
        </p:sp>
      </p:grpSp>
      <p:grpSp>
        <p:nvGrpSpPr>
          <p:cNvPr name="Group 32" id="32"/>
          <p:cNvGrpSpPr/>
          <p:nvPr/>
        </p:nvGrpSpPr>
        <p:grpSpPr>
          <a:xfrm rot="0">
            <a:off x="6675120" y="4206240"/>
            <a:ext cx="4937760" cy="1645920"/>
            <a:chOff x="0" y="0"/>
            <a:chExt cx="6583680" cy="2194560"/>
          </a:xfrm>
        </p:grpSpPr>
        <p:sp>
          <p:nvSpPr>
            <p:cNvPr name="Freeform 33" id="33"/>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2">
                <a:alphaModFix amt="0"/>
              </a:blip>
              <a:stretch>
                <a:fillRect l="0" t="-8455" r="0" b="-8455"/>
              </a:stretch>
            </a:blipFill>
          </p:spPr>
        </p:sp>
        <p:sp>
          <p:nvSpPr>
            <p:cNvPr name="TextBox 34" id="34"/>
            <p:cNvSpPr txBox="true"/>
            <p:nvPr/>
          </p:nvSpPr>
          <p:spPr>
            <a:xfrm>
              <a:off x="0" y="-38100"/>
              <a:ext cx="6583680" cy="2232660"/>
            </a:xfrm>
            <a:prstGeom prst="rect">
              <a:avLst/>
            </a:prstGeom>
          </p:spPr>
          <p:txBody>
            <a:bodyPr anchor="ctr" rtlCol="false" tIns="0" lIns="0" bIns="0" rIns="0"/>
            <a:lstStyle/>
            <a:p>
              <a:pPr algn="l">
                <a:lnSpc>
                  <a:spcPts val="2400"/>
                </a:lnSpc>
              </a:pPr>
              <a:r>
                <a:rPr lang="en-US" sz="2000">
                  <a:solidFill>
                    <a:srgbClr val="8888A8"/>
                  </a:solidFill>
                  <a:latin typeface="Calibri (MS)"/>
                  <a:ea typeface="Calibri (MS)"/>
                  <a:cs typeface="Calibri (MS)"/>
                  <a:sym typeface="Calibri (MS)"/>
                </a:rPr>
                <a:t>Watching, Completed, Plan to Watch, On Hold, Dropped — tailored per category</a:t>
              </a:r>
            </a:p>
          </p:txBody>
        </p:sp>
      </p:grpSp>
      <p:grpSp>
        <p:nvGrpSpPr>
          <p:cNvPr name="Group 35" id="35"/>
          <p:cNvGrpSpPr/>
          <p:nvPr/>
        </p:nvGrpSpPr>
        <p:grpSpPr>
          <a:xfrm rot="0">
            <a:off x="12237720" y="3185160"/>
            <a:ext cx="5516880" cy="3048000"/>
            <a:chOff x="0" y="0"/>
            <a:chExt cx="7355840" cy="4064000"/>
          </a:xfrm>
        </p:grpSpPr>
        <p:sp>
          <p:nvSpPr>
            <p:cNvPr name="Freeform 36" id="36"/>
            <p:cNvSpPr/>
            <p:nvPr/>
          </p:nvSpPr>
          <p:spPr>
            <a:xfrm flipH="false" flipV="false" rot="0">
              <a:off x="20320" y="20320"/>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1A1A35"/>
            </a:solidFill>
          </p:spPr>
        </p:sp>
        <p:sp>
          <p:nvSpPr>
            <p:cNvPr name="Freeform 37" id="37"/>
            <p:cNvSpPr/>
            <p:nvPr/>
          </p:nvSpPr>
          <p:spPr>
            <a:xfrm flipH="false" flipV="false" rot="0">
              <a:off x="0" y="0"/>
              <a:ext cx="7355840" cy="4064000"/>
            </a:xfrm>
            <a:custGeom>
              <a:avLst/>
              <a:gdLst/>
              <a:ahLst/>
              <a:cxnLst/>
              <a:rect r="r" b="b" t="t" l="l"/>
              <a:pathLst>
                <a:path h="4064000" w="7355840">
                  <a:moveTo>
                    <a:pt x="20320" y="0"/>
                  </a:moveTo>
                  <a:lnTo>
                    <a:pt x="7335520" y="0"/>
                  </a:lnTo>
                  <a:cubicBezTo>
                    <a:pt x="7346696" y="0"/>
                    <a:pt x="7355840" y="9144"/>
                    <a:pt x="7355840" y="20320"/>
                  </a:cubicBezTo>
                  <a:lnTo>
                    <a:pt x="7355840" y="4043680"/>
                  </a:lnTo>
                  <a:cubicBezTo>
                    <a:pt x="7355840" y="4054856"/>
                    <a:pt x="7346696" y="4064000"/>
                    <a:pt x="7335520" y="4064000"/>
                  </a:cubicBezTo>
                  <a:lnTo>
                    <a:pt x="20320" y="4064000"/>
                  </a:lnTo>
                  <a:cubicBezTo>
                    <a:pt x="9144" y="4064000"/>
                    <a:pt x="0" y="4054856"/>
                    <a:pt x="0" y="4043680"/>
                  </a:cubicBezTo>
                  <a:lnTo>
                    <a:pt x="0" y="20320"/>
                  </a:lnTo>
                  <a:cubicBezTo>
                    <a:pt x="0" y="9144"/>
                    <a:pt x="9144" y="0"/>
                    <a:pt x="20320" y="0"/>
                  </a:cubicBezTo>
                  <a:moveTo>
                    <a:pt x="20320" y="40640"/>
                  </a:moveTo>
                  <a:lnTo>
                    <a:pt x="20320" y="20320"/>
                  </a:lnTo>
                  <a:lnTo>
                    <a:pt x="40640" y="20320"/>
                  </a:lnTo>
                  <a:lnTo>
                    <a:pt x="40640" y="4043680"/>
                  </a:lnTo>
                  <a:lnTo>
                    <a:pt x="20320" y="4043680"/>
                  </a:lnTo>
                  <a:lnTo>
                    <a:pt x="20320" y="4023360"/>
                  </a:lnTo>
                  <a:lnTo>
                    <a:pt x="7335520" y="4023360"/>
                  </a:lnTo>
                  <a:lnTo>
                    <a:pt x="7335520" y="4043680"/>
                  </a:lnTo>
                  <a:lnTo>
                    <a:pt x="7315200" y="4043680"/>
                  </a:lnTo>
                  <a:lnTo>
                    <a:pt x="7315200" y="20320"/>
                  </a:lnTo>
                  <a:lnTo>
                    <a:pt x="7335520" y="20320"/>
                  </a:lnTo>
                  <a:lnTo>
                    <a:pt x="7335520" y="40640"/>
                  </a:lnTo>
                  <a:lnTo>
                    <a:pt x="20320" y="40640"/>
                  </a:lnTo>
                  <a:close/>
                </a:path>
              </a:pathLst>
            </a:custGeom>
            <a:solidFill>
              <a:srgbClr val="6AF7C4"/>
            </a:solidFill>
          </p:spPr>
        </p:sp>
      </p:grpSp>
      <p:grpSp>
        <p:nvGrpSpPr>
          <p:cNvPr name="Group 38" id="38"/>
          <p:cNvGrpSpPr/>
          <p:nvPr/>
        </p:nvGrpSpPr>
        <p:grpSpPr>
          <a:xfrm rot="0">
            <a:off x="12240263" y="3187703"/>
            <a:ext cx="5511803" cy="135131"/>
            <a:chOff x="0" y="0"/>
            <a:chExt cx="7349071" cy="180175"/>
          </a:xfrm>
        </p:grpSpPr>
        <p:sp>
          <p:nvSpPr>
            <p:cNvPr name="Freeform 39" id="39"/>
            <p:cNvSpPr/>
            <p:nvPr/>
          </p:nvSpPr>
          <p:spPr>
            <a:xfrm flipH="false" flipV="false" rot="0">
              <a:off x="16891" y="16891"/>
              <a:ext cx="7315200" cy="146304"/>
            </a:xfrm>
            <a:custGeom>
              <a:avLst/>
              <a:gdLst/>
              <a:ahLst/>
              <a:cxnLst/>
              <a:rect r="r" b="b" t="t" l="l"/>
              <a:pathLst>
                <a:path h="146304" w="7315200">
                  <a:moveTo>
                    <a:pt x="0" y="0"/>
                  </a:moveTo>
                  <a:lnTo>
                    <a:pt x="7315200" y="0"/>
                  </a:lnTo>
                  <a:lnTo>
                    <a:pt x="7315200" y="146304"/>
                  </a:lnTo>
                  <a:lnTo>
                    <a:pt x="0" y="146304"/>
                  </a:lnTo>
                  <a:close/>
                </a:path>
              </a:pathLst>
            </a:custGeom>
            <a:solidFill>
              <a:srgbClr val="6AF7C4"/>
            </a:solidFill>
          </p:spPr>
        </p:sp>
        <p:sp>
          <p:nvSpPr>
            <p:cNvPr name="Freeform 40" id="40"/>
            <p:cNvSpPr/>
            <p:nvPr/>
          </p:nvSpPr>
          <p:spPr>
            <a:xfrm flipH="false" flipV="false" rot="0">
              <a:off x="0" y="0"/>
              <a:ext cx="7348982" cy="180088"/>
            </a:xfrm>
            <a:custGeom>
              <a:avLst/>
              <a:gdLst/>
              <a:ahLst/>
              <a:cxnLst/>
              <a:rect r="r" b="b" t="t" l="l"/>
              <a:pathLst>
                <a:path h="180088" w="7348982">
                  <a:moveTo>
                    <a:pt x="16891" y="0"/>
                  </a:moveTo>
                  <a:lnTo>
                    <a:pt x="7332091" y="0"/>
                  </a:lnTo>
                  <a:cubicBezTo>
                    <a:pt x="7341489" y="0"/>
                    <a:pt x="7348982" y="7620"/>
                    <a:pt x="7348982" y="16891"/>
                  </a:cubicBezTo>
                  <a:lnTo>
                    <a:pt x="7348982" y="163195"/>
                  </a:lnTo>
                  <a:cubicBezTo>
                    <a:pt x="7348982" y="172593"/>
                    <a:pt x="7341362" y="180086"/>
                    <a:pt x="733209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7332091" y="146304"/>
                  </a:lnTo>
                  <a:lnTo>
                    <a:pt x="7332091" y="163195"/>
                  </a:lnTo>
                  <a:lnTo>
                    <a:pt x="7315200" y="163195"/>
                  </a:lnTo>
                  <a:lnTo>
                    <a:pt x="7315200" y="16891"/>
                  </a:lnTo>
                  <a:lnTo>
                    <a:pt x="7332091" y="16891"/>
                  </a:lnTo>
                  <a:lnTo>
                    <a:pt x="7332091" y="33909"/>
                  </a:lnTo>
                  <a:lnTo>
                    <a:pt x="16891" y="33909"/>
                  </a:lnTo>
                  <a:close/>
                </a:path>
              </a:pathLst>
            </a:custGeom>
            <a:solidFill>
              <a:srgbClr val="6AF7C4"/>
            </a:solidFill>
          </p:spPr>
        </p:sp>
      </p:grpSp>
      <p:grpSp>
        <p:nvGrpSpPr>
          <p:cNvPr name="Group 41" id="41"/>
          <p:cNvGrpSpPr/>
          <p:nvPr/>
        </p:nvGrpSpPr>
        <p:grpSpPr>
          <a:xfrm rot="0">
            <a:off x="12527280" y="3419856"/>
            <a:ext cx="4937760" cy="731520"/>
            <a:chOff x="0" y="0"/>
            <a:chExt cx="6583680" cy="975360"/>
          </a:xfrm>
        </p:grpSpPr>
        <p:sp>
          <p:nvSpPr>
            <p:cNvPr name="Freeform 42" id="42"/>
            <p:cNvSpPr/>
            <p:nvPr/>
          </p:nvSpPr>
          <p:spPr>
            <a:xfrm flipH="false" flipV="false" rot="0">
              <a:off x="0" y="0"/>
              <a:ext cx="6583680" cy="975360"/>
            </a:xfrm>
            <a:custGeom>
              <a:avLst/>
              <a:gdLst/>
              <a:ahLst/>
              <a:cxnLst/>
              <a:rect r="r" b="b" t="t" l="l"/>
              <a:pathLst>
                <a:path h="975360" w="6583680">
                  <a:moveTo>
                    <a:pt x="0" y="0"/>
                  </a:moveTo>
                  <a:lnTo>
                    <a:pt x="6583680" y="0"/>
                  </a:lnTo>
                  <a:lnTo>
                    <a:pt x="6583680" y="975360"/>
                  </a:lnTo>
                  <a:lnTo>
                    <a:pt x="0" y="975360"/>
                  </a:lnTo>
                  <a:close/>
                </a:path>
              </a:pathLst>
            </a:custGeom>
            <a:blipFill>
              <a:blip r:embed="rId2">
                <a:alphaModFix amt="0"/>
              </a:blip>
              <a:stretch>
                <a:fillRect l="0" t="-81524" r="0" b="-81524"/>
              </a:stretch>
            </a:blipFill>
          </p:spPr>
        </p:sp>
        <p:sp>
          <p:nvSpPr>
            <p:cNvPr name="TextBox 43" id="43"/>
            <p:cNvSpPr txBox="true"/>
            <p:nvPr/>
          </p:nvSpPr>
          <p:spPr>
            <a:xfrm>
              <a:off x="0" y="-9525"/>
              <a:ext cx="6583680" cy="984885"/>
            </a:xfrm>
            <a:prstGeom prst="rect">
              <a:avLst/>
            </a:prstGeom>
          </p:spPr>
          <p:txBody>
            <a:bodyPr anchor="ctr" rtlCol="false" tIns="0" lIns="0" bIns="0" rIns="0"/>
            <a:lstStyle/>
            <a:p>
              <a:pPr algn="l">
                <a:lnSpc>
                  <a:spcPts val="2879"/>
                </a:lnSpc>
              </a:pPr>
              <a:r>
                <a:rPr lang="en-US" sz="2400" b="true">
                  <a:solidFill>
                    <a:srgbClr val="6AF7C4"/>
                  </a:solidFill>
                  <a:latin typeface="Arial Bold"/>
                  <a:ea typeface="Arial Bold"/>
                  <a:cs typeface="Arial Bold"/>
                  <a:sym typeface="Arial Bold"/>
                </a:rPr>
                <a:t>Real-Time API Data</a:t>
              </a:r>
            </a:p>
          </p:txBody>
        </p:sp>
      </p:grpSp>
      <p:grpSp>
        <p:nvGrpSpPr>
          <p:cNvPr name="Group 44" id="44"/>
          <p:cNvGrpSpPr/>
          <p:nvPr/>
        </p:nvGrpSpPr>
        <p:grpSpPr>
          <a:xfrm rot="0">
            <a:off x="12527280" y="4206240"/>
            <a:ext cx="4937760" cy="1645920"/>
            <a:chOff x="0" y="0"/>
            <a:chExt cx="6583680" cy="2194560"/>
          </a:xfrm>
        </p:grpSpPr>
        <p:sp>
          <p:nvSpPr>
            <p:cNvPr name="Freeform 45" id="45"/>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2">
                <a:alphaModFix amt="0"/>
              </a:blip>
              <a:stretch>
                <a:fillRect l="0" t="-8455" r="0" b="-8455"/>
              </a:stretch>
            </a:blipFill>
          </p:spPr>
        </p:sp>
        <p:sp>
          <p:nvSpPr>
            <p:cNvPr name="TextBox 46" id="46"/>
            <p:cNvSpPr txBox="true"/>
            <p:nvPr/>
          </p:nvSpPr>
          <p:spPr>
            <a:xfrm>
              <a:off x="0" y="-38100"/>
              <a:ext cx="6583680" cy="2232660"/>
            </a:xfrm>
            <a:prstGeom prst="rect">
              <a:avLst/>
            </a:prstGeom>
          </p:spPr>
          <p:txBody>
            <a:bodyPr anchor="ctr" rtlCol="false" tIns="0" lIns="0" bIns="0" rIns="0"/>
            <a:lstStyle/>
            <a:p>
              <a:pPr algn="l">
                <a:lnSpc>
                  <a:spcPts val="2400"/>
                </a:lnSpc>
              </a:pPr>
              <a:r>
                <a:rPr lang="en-US" sz="2000">
                  <a:solidFill>
                    <a:srgbClr val="8888A8"/>
                  </a:solidFill>
                  <a:latin typeface="Calibri (MS)"/>
                  <a:ea typeface="Calibri (MS)"/>
                  <a:cs typeface="Calibri (MS)"/>
                  <a:sym typeface="Calibri (MS)"/>
                </a:rPr>
                <a:t>Live posters &amp; info from TMDB, Jikan &amp; OpenLibrary APIs with search functionality</a:t>
              </a:r>
            </a:p>
          </p:txBody>
        </p:sp>
      </p:grpSp>
      <p:grpSp>
        <p:nvGrpSpPr>
          <p:cNvPr name="Group 47" id="47"/>
          <p:cNvGrpSpPr/>
          <p:nvPr/>
        </p:nvGrpSpPr>
        <p:grpSpPr>
          <a:xfrm rot="0">
            <a:off x="533400" y="6568440"/>
            <a:ext cx="5516880" cy="3048000"/>
            <a:chOff x="0" y="0"/>
            <a:chExt cx="7355840" cy="4064000"/>
          </a:xfrm>
        </p:grpSpPr>
        <p:sp>
          <p:nvSpPr>
            <p:cNvPr name="Freeform 48" id="48"/>
            <p:cNvSpPr/>
            <p:nvPr/>
          </p:nvSpPr>
          <p:spPr>
            <a:xfrm flipH="false" flipV="false" rot="0">
              <a:off x="20320" y="20320"/>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1A1A35"/>
            </a:solidFill>
          </p:spPr>
        </p:sp>
        <p:sp>
          <p:nvSpPr>
            <p:cNvPr name="Freeform 49" id="49"/>
            <p:cNvSpPr/>
            <p:nvPr/>
          </p:nvSpPr>
          <p:spPr>
            <a:xfrm flipH="false" flipV="false" rot="0">
              <a:off x="0" y="0"/>
              <a:ext cx="7355840" cy="4064000"/>
            </a:xfrm>
            <a:custGeom>
              <a:avLst/>
              <a:gdLst/>
              <a:ahLst/>
              <a:cxnLst/>
              <a:rect r="r" b="b" t="t" l="l"/>
              <a:pathLst>
                <a:path h="4064000" w="7355840">
                  <a:moveTo>
                    <a:pt x="20320" y="0"/>
                  </a:moveTo>
                  <a:lnTo>
                    <a:pt x="7335520" y="0"/>
                  </a:lnTo>
                  <a:cubicBezTo>
                    <a:pt x="7346696" y="0"/>
                    <a:pt x="7355840" y="9144"/>
                    <a:pt x="7355840" y="20320"/>
                  </a:cubicBezTo>
                  <a:lnTo>
                    <a:pt x="7355840" y="4043680"/>
                  </a:lnTo>
                  <a:cubicBezTo>
                    <a:pt x="7355840" y="4054856"/>
                    <a:pt x="7346696" y="4064000"/>
                    <a:pt x="7335520" y="4064000"/>
                  </a:cubicBezTo>
                  <a:lnTo>
                    <a:pt x="20320" y="4064000"/>
                  </a:lnTo>
                  <a:cubicBezTo>
                    <a:pt x="9144" y="4064000"/>
                    <a:pt x="0" y="4054856"/>
                    <a:pt x="0" y="4043680"/>
                  </a:cubicBezTo>
                  <a:lnTo>
                    <a:pt x="0" y="20320"/>
                  </a:lnTo>
                  <a:cubicBezTo>
                    <a:pt x="0" y="9144"/>
                    <a:pt x="9144" y="0"/>
                    <a:pt x="20320" y="0"/>
                  </a:cubicBezTo>
                  <a:moveTo>
                    <a:pt x="20320" y="40640"/>
                  </a:moveTo>
                  <a:lnTo>
                    <a:pt x="20320" y="20320"/>
                  </a:lnTo>
                  <a:lnTo>
                    <a:pt x="40640" y="20320"/>
                  </a:lnTo>
                  <a:lnTo>
                    <a:pt x="40640" y="4043680"/>
                  </a:lnTo>
                  <a:lnTo>
                    <a:pt x="20320" y="4043680"/>
                  </a:lnTo>
                  <a:lnTo>
                    <a:pt x="20320" y="4023360"/>
                  </a:lnTo>
                  <a:lnTo>
                    <a:pt x="7335520" y="4023360"/>
                  </a:lnTo>
                  <a:lnTo>
                    <a:pt x="7335520" y="4043680"/>
                  </a:lnTo>
                  <a:lnTo>
                    <a:pt x="7315200" y="4043680"/>
                  </a:lnTo>
                  <a:lnTo>
                    <a:pt x="7315200" y="20320"/>
                  </a:lnTo>
                  <a:lnTo>
                    <a:pt x="7335520" y="20320"/>
                  </a:lnTo>
                  <a:lnTo>
                    <a:pt x="7335520" y="40640"/>
                  </a:lnTo>
                  <a:lnTo>
                    <a:pt x="20320" y="40640"/>
                  </a:lnTo>
                  <a:close/>
                </a:path>
              </a:pathLst>
            </a:custGeom>
            <a:solidFill>
              <a:srgbClr val="F7C46A"/>
            </a:solidFill>
          </p:spPr>
        </p:sp>
      </p:grpSp>
      <p:grpSp>
        <p:nvGrpSpPr>
          <p:cNvPr name="Group 50" id="50"/>
          <p:cNvGrpSpPr/>
          <p:nvPr/>
        </p:nvGrpSpPr>
        <p:grpSpPr>
          <a:xfrm rot="0">
            <a:off x="535943" y="6570983"/>
            <a:ext cx="5511803" cy="135131"/>
            <a:chOff x="0" y="0"/>
            <a:chExt cx="7349071" cy="180175"/>
          </a:xfrm>
        </p:grpSpPr>
        <p:sp>
          <p:nvSpPr>
            <p:cNvPr name="Freeform 51" id="51"/>
            <p:cNvSpPr/>
            <p:nvPr/>
          </p:nvSpPr>
          <p:spPr>
            <a:xfrm flipH="false" flipV="false" rot="0">
              <a:off x="16891" y="16891"/>
              <a:ext cx="7315200" cy="146304"/>
            </a:xfrm>
            <a:custGeom>
              <a:avLst/>
              <a:gdLst/>
              <a:ahLst/>
              <a:cxnLst/>
              <a:rect r="r" b="b" t="t" l="l"/>
              <a:pathLst>
                <a:path h="146304" w="7315200">
                  <a:moveTo>
                    <a:pt x="0" y="0"/>
                  </a:moveTo>
                  <a:lnTo>
                    <a:pt x="7315200" y="0"/>
                  </a:lnTo>
                  <a:lnTo>
                    <a:pt x="7315200" y="146304"/>
                  </a:lnTo>
                  <a:lnTo>
                    <a:pt x="0" y="146304"/>
                  </a:lnTo>
                  <a:close/>
                </a:path>
              </a:pathLst>
            </a:custGeom>
            <a:solidFill>
              <a:srgbClr val="F7C46A"/>
            </a:solidFill>
          </p:spPr>
        </p:sp>
        <p:sp>
          <p:nvSpPr>
            <p:cNvPr name="Freeform 52" id="52"/>
            <p:cNvSpPr/>
            <p:nvPr/>
          </p:nvSpPr>
          <p:spPr>
            <a:xfrm flipH="false" flipV="false" rot="0">
              <a:off x="0" y="0"/>
              <a:ext cx="7348982" cy="180088"/>
            </a:xfrm>
            <a:custGeom>
              <a:avLst/>
              <a:gdLst/>
              <a:ahLst/>
              <a:cxnLst/>
              <a:rect r="r" b="b" t="t" l="l"/>
              <a:pathLst>
                <a:path h="180088" w="7348982">
                  <a:moveTo>
                    <a:pt x="16891" y="0"/>
                  </a:moveTo>
                  <a:lnTo>
                    <a:pt x="7332091" y="0"/>
                  </a:lnTo>
                  <a:cubicBezTo>
                    <a:pt x="7341489" y="0"/>
                    <a:pt x="7348982" y="7620"/>
                    <a:pt x="7348982" y="16891"/>
                  </a:cubicBezTo>
                  <a:lnTo>
                    <a:pt x="7348982" y="163195"/>
                  </a:lnTo>
                  <a:cubicBezTo>
                    <a:pt x="7348982" y="172593"/>
                    <a:pt x="7341362" y="180086"/>
                    <a:pt x="733209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7332091" y="146304"/>
                  </a:lnTo>
                  <a:lnTo>
                    <a:pt x="7332091" y="163195"/>
                  </a:lnTo>
                  <a:lnTo>
                    <a:pt x="7315200" y="163195"/>
                  </a:lnTo>
                  <a:lnTo>
                    <a:pt x="7315200" y="16891"/>
                  </a:lnTo>
                  <a:lnTo>
                    <a:pt x="7332091" y="16891"/>
                  </a:lnTo>
                  <a:lnTo>
                    <a:pt x="7332091" y="33909"/>
                  </a:lnTo>
                  <a:lnTo>
                    <a:pt x="16891" y="33909"/>
                  </a:lnTo>
                  <a:close/>
                </a:path>
              </a:pathLst>
            </a:custGeom>
            <a:solidFill>
              <a:srgbClr val="F7C46A"/>
            </a:solidFill>
          </p:spPr>
        </p:sp>
      </p:grpSp>
      <p:grpSp>
        <p:nvGrpSpPr>
          <p:cNvPr name="Group 53" id="53"/>
          <p:cNvGrpSpPr/>
          <p:nvPr/>
        </p:nvGrpSpPr>
        <p:grpSpPr>
          <a:xfrm rot="0">
            <a:off x="822960" y="6803136"/>
            <a:ext cx="4937760" cy="731520"/>
            <a:chOff x="0" y="0"/>
            <a:chExt cx="6583680" cy="975360"/>
          </a:xfrm>
        </p:grpSpPr>
        <p:sp>
          <p:nvSpPr>
            <p:cNvPr name="Freeform 54" id="54"/>
            <p:cNvSpPr/>
            <p:nvPr/>
          </p:nvSpPr>
          <p:spPr>
            <a:xfrm flipH="false" flipV="false" rot="0">
              <a:off x="0" y="0"/>
              <a:ext cx="6583680" cy="975360"/>
            </a:xfrm>
            <a:custGeom>
              <a:avLst/>
              <a:gdLst/>
              <a:ahLst/>
              <a:cxnLst/>
              <a:rect r="r" b="b" t="t" l="l"/>
              <a:pathLst>
                <a:path h="975360" w="6583680">
                  <a:moveTo>
                    <a:pt x="0" y="0"/>
                  </a:moveTo>
                  <a:lnTo>
                    <a:pt x="6583680" y="0"/>
                  </a:lnTo>
                  <a:lnTo>
                    <a:pt x="6583680" y="975360"/>
                  </a:lnTo>
                  <a:lnTo>
                    <a:pt x="0" y="975360"/>
                  </a:lnTo>
                  <a:close/>
                </a:path>
              </a:pathLst>
            </a:custGeom>
            <a:blipFill>
              <a:blip r:embed="rId2">
                <a:alphaModFix amt="0"/>
              </a:blip>
              <a:stretch>
                <a:fillRect l="0" t="-81524" r="0" b="-81524"/>
              </a:stretch>
            </a:blipFill>
          </p:spPr>
        </p:sp>
        <p:sp>
          <p:nvSpPr>
            <p:cNvPr name="TextBox 55" id="55"/>
            <p:cNvSpPr txBox="true"/>
            <p:nvPr/>
          </p:nvSpPr>
          <p:spPr>
            <a:xfrm>
              <a:off x="0" y="-9525"/>
              <a:ext cx="6583680" cy="984885"/>
            </a:xfrm>
            <a:prstGeom prst="rect">
              <a:avLst/>
            </a:prstGeom>
          </p:spPr>
          <p:txBody>
            <a:bodyPr anchor="ctr" rtlCol="false" tIns="0" lIns="0" bIns="0" rIns="0"/>
            <a:lstStyle/>
            <a:p>
              <a:pPr algn="l">
                <a:lnSpc>
                  <a:spcPts val="2879"/>
                </a:lnSpc>
              </a:pPr>
              <a:r>
                <a:rPr lang="en-US" sz="2400" b="true">
                  <a:solidFill>
                    <a:srgbClr val="F7C46A"/>
                  </a:solidFill>
                  <a:latin typeface="Arial Bold"/>
                  <a:ea typeface="Arial Bold"/>
                  <a:cs typeface="Arial Bold"/>
                  <a:sym typeface="Arial Bold"/>
                </a:rPr>
                <a:t>AI Recommendations</a:t>
              </a:r>
            </a:p>
          </p:txBody>
        </p:sp>
      </p:grpSp>
      <p:grpSp>
        <p:nvGrpSpPr>
          <p:cNvPr name="Group 56" id="56"/>
          <p:cNvGrpSpPr/>
          <p:nvPr/>
        </p:nvGrpSpPr>
        <p:grpSpPr>
          <a:xfrm rot="0">
            <a:off x="822960" y="7589520"/>
            <a:ext cx="4937760" cy="1645920"/>
            <a:chOff x="0" y="0"/>
            <a:chExt cx="6583680" cy="2194560"/>
          </a:xfrm>
        </p:grpSpPr>
        <p:sp>
          <p:nvSpPr>
            <p:cNvPr name="Freeform 57" id="57"/>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2">
                <a:alphaModFix amt="0"/>
              </a:blip>
              <a:stretch>
                <a:fillRect l="0" t="-8455" r="0" b="-8455"/>
              </a:stretch>
            </a:blipFill>
          </p:spPr>
        </p:sp>
        <p:sp>
          <p:nvSpPr>
            <p:cNvPr name="TextBox 58" id="58"/>
            <p:cNvSpPr txBox="true"/>
            <p:nvPr/>
          </p:nvSpPr>
          <p:spPr>
            <a:xfrm>
              <a:off x="0" y="-38100"/>
              <a:ext cx="6583680" cy="2232660"/>
            </a:xfrm>
            <a:prstGeom prst="rect">
              <a:avLst/>
            </a:prstGeom>
          </p:spPr>
          <p:txBody>
            <a:bodyPr anchor="ctr" rtlCol="false" tIns="0" lIns="0" bIns="0" rIns="0"/>
            <a:lstStyle/>
            <a:p>
              <a:pPr algn="l">
                <a:lnSpc>
                  <a:spcPts val="2400"/>
                </a:lnSpc>
              </a:pPr>
              <a:r>
                <a:rPr lang="en-US" sz="2000">
                  <a:solidFill>
                    <a:srgbClr val="8888A8"/>
                  </a:solidFill>
                  <a:latin typeface="Calibri (MS)"/>
                  <a:ea typeface="Calibri (MS)"/>
                  <a:cs typeface="Calibri (MS)"/>
                  <a:sym typeface="Calibri (MS)"/>
                </a:rPr>
                <a:t>Personalized suggestions based on your ratings, genre preferences and watch history</a:t>
              </a:r>
            </a:p>
          </p:txBody>
        </p:sp>
      </p:grpSp>
      <p:grpSp>
        <p:nvGrpSpPr>
          <p:cNvPr name="Group 59" id="59"/>
          <p:cNvGrpSpPr/>
          <p:nvPr/>
        </p:nvGrpSpPr>
        <p:grpSpPr>
          <a:xfrm rot="0">
            <a:off x="6385560" y="6568440"/>
            <a:ext cx="5516880" cy="3048000"/>
            <a:chOff x="0" y="0"/>
            <a:chExt cx="7355840" cy="4064000"/>
          </a:xfrm>
        </p:grpSpPr>
        <p:sp>
          <p:nvSpPr>
            <p:cNvPr name="Freeform 60" id="60"/>
            <p:cNvSpPr/>
            <p:nvPr/>
          </p:nvSpPr>
          <p:spPr>
            <a:xfrm flipH="false" flipV="false" rot="0">
              <a:off x="20320" y="20320"/>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1A1A35"/>
            </a:solidFill>
          </p:spPr>
        </p:sp>
        <p:sp>
          <p:nvSpPr>
            <p:cNvPr name="Freeform 61" id="61"/>
            <p:cNvSpPr/>
            <p:nvPr/>
          </p:nvSpPr>
          <p:spPr>
            <a:xfrm flipH="false" flipV="false" rot="0">
              <a:off x="0" y="0"/>
              <a:ext cx="7355840" cy="4064000"/>
            </a:xfrm>
            <a:custGeom>
              <a:avLst/>
              <a:gdLst/>
              <a:ahLst/>
              <a:cxnLst/>
              <a:rect r="r" b="b" t="t" l="l"/>
              <a:pathLst>
                <a:path h="4064000" w="7355840">
                  <a:moveTo>
                    <a:pt x="20320" y="0"/>
                  </a:moveTo>
                  <a:lnTo>
                    <a:pt x="7335520" y="0"/>
                  </a:lnTo>
                  <a:cubicBezTo>
                    <a:pt x="7346696" y="0"/>
                    <a:pt x="7355840" y="9144"/>
                    <a:pt x="7355840" y="20320"/>
                  </a:cubicBezTo>
                  <a:lnTo>
                    <a:pt x="7355840" y="4043680"/>
                  </a:lnTo>
                  <a:cubicBezTo>
                    <a:pt x="7355840" y="4054856"/>
                    <a:pt x="7346696" y="4064000"/>
                    <a:pt x="7335520" y="4064000"/>
                  </a:cubicBezTo>
                  <a:lnTo>
                    <a:pt x="20320" y="4064000"/>
                  </a:lnTo>
                  <a:cubicBezTo>
                    <a:pt x="9144" y="4064000"/>
                    <a:pt x="0" y="4054856"/>
                    <a:pt x="0" y="4043680"/>
                  </a:cubicBezTo>
                  <a:lnTo>
                    <a:pt x="0" y="20320"/>
                  </a:lnTo>
                  <a:cubicBezTo>
                    <a:pt x="0" y="9144"/>
                    <a:pt x="9144" y="0"/>
                    <a:pt x="20320" y="0"/>
                  </a:cubicBezTo>
                  <a:moveTo>
                    <a:pt x="20320" y="40640"/>
                  </a:moveTo>
                  <a:lnTo>
                    <a:pt x="20320" y="20320"/>
                  </a:lnTo>
                  <a:lnTo>
                    <a:pt x="40640" y="20320"/>
                  </a:lnTo>
                  <a:lnTo>
                    <a:pt x="40640" y="4043680"/>
                  </a:lnTo>
                  <a:lnTo>
                    <a:pt x="20320" y="4043680"/>
                  </a:lnTo>
                  <a:lnTo>
                    <a:pt x="20320" y="4023360"/>
                  </a:lnTo>
                  <a:lnTo>
                    <a:pt x="7335520" y="4023360"/>
                  </a:lnTo>
                  <a:lnTo>
                    <a:pt x="7335520" y="4043680"/>
                  </a:lnTo>
                  <a:lnTo>
                    <a:pt x="7315200" y="4043680"/>
                  </a:lnTo>
                  <a:lnTo>
                    <a:pt x="7315200" y="20320"/>
                  </a:lnTo>
                  <a:lnTo>
                    <a:pt x="7335520" y="20320"/>
                  </a:lnTo>
                  <a:lnTo>
                    <a:pt x="7335520" y="40640"/>
                  </a:lnTo>
                  <a:lnTo>
                    <a:pt x="20320" y="40640"/>
                  </a:lnTo>
                  <a:close/>
                </a:path>
              </a:pathLst>
            </a:custGeom>
            <a:solidFill>
              <a:srgbClr val="7C6AF7"/>
            </a:solidFill>
          </p:spPr>
        </p:sp>
      </p:grpSp>
      <p:grpSp>
        <p:nvGrpSpPr>
          <p:cNvPr name="Group 62" id="62"/>
          <p:cNvGrpSpPr/>
          <p:nvPr/>
        </p:nvGrpSpPr>
        <p:grpSpPr>
          <a:xfrm rot="0">
            <a:off x="6388103" y="6570983"/>
            <a:ext cx="5511803" cy="135131"/>
            <a:chOff x="0" y="0"/>
            <a:chExt cx="7349071" cy="180175"/>
          </a:xfrm>
        </p:grpSpPr>
        <p:sp>
          <p:nvSpPr>
            <p:cNvPr name="Freeform 63" id="63"/>
            <p:cNvSpPr/>
            <p:nvPr/>
          </p:nvSpPr>
          <p:spPr>
            <a:xfrm flipH="false" flipV="false" rot="0">
              <a:off x="16891" y="16891"/>
              <a:ext cx="7315200" cy="146304"/>
            </a:xfrm>
            <a:custGeom>
              <a:avLst/>
              <a:gdLst/>
              <a:ahLst/>
              <a:cxnLst/>
              <a:rect r="r" b="b" t="t" l="l"/>
              <a:pathLst>
                <a:path h="146304" w="7315200">
                  <a:moveTo>
                    <a:pt x="0" y="0"/>
                  </a:moveTo>
                  <a:lnTo>
                    <a:pt x="7315200" y="0"/>
                  </a:lnTo>
                  <a:lnTo>
                    <a:pt x="7315200" y="146304"/>
                  </a:lnTo>
                  <a:lnTo>
                    <a:pt x="0" y="146304"/>
                  </a:lnTo>
                  <a:close/>
                </a:path>
              </a:pathLst>
            </a:custGeom>
            <a:solidFill>
              <a:srgbClr val="7C6AF7"/>
            </a:solidFill>
          </p:spPr>
        </p:sp>
        <p:sp>
          <p:nvSpPr>
            <p:cNvPr name="Freeform 64" id="64"/>
            <p:cNvSpPr/>
            <p:nvPr/>
          </p:nvSpPr>
          <p:spPr>
            <a:xfrm flipH="false" flipV="false" rot="0">
              <a:off x="0" y="0"/>
              <a:ext cx="7348982" cy="180088"/>
            </a:xfrm>
            <a:custGeom>
              <a:avLst/>
              <a:gdLst/>
              <a:ahLst/>
              <a:cxnLst/>
              <a:rect r="r" b="b" t="t" l="l"/>
              <a:pathLst>
                <a:path h="180088" w="7348982">
                  <a:moveTo>
                    <a:pt x="16891" y="0"/>
                  </a:moveTo>
                  <a:lnTo>
                    <a:pt x="7332091" y="0"/>
                  </a:lnTo>
                  <a:cubicBezTo>
                    <a:pt x="7341489" y="0"/>
                    <a:pt x="7348982" y="7620"/>
                    <a:pt x="7348982" y="16891"/>
                  </a:cubicBezTo>
                  <a:lnTo>
                    <a:pt x="7348982" y="163195"/>
                  </a:lnTo>
                  <a:cubicBezTo>
                    <a:pt x="7348982" y="172593"/>
                    <a:pt x="7341362" y="180086"/>
                    <a:pt x="733209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7332091" y="146304"/>
                  </a:lnTo>
                  <a:lnTo>
                    <a:pt x="7332091" y="163195"/>
                  </a:lnTo>
                  <a:lnTo>
                    <a:pt x="7315200" y="163195"/>
                  </a:lnTo>
                  <a:lnTo>
                    <a:pt x="7315200" y="16891"/>
                  </a:lnTo>
                  <a:lnTo>
                    <a:pt x="7332091" y="16891"/>
                  </a:lnTo>
                  <a:lnTo>
                    <a:pt x="7332091" y="33909"/>
                  </a:lnTo>
                  <a:lnTo>
                    <a:pt x="16891" y="33909"/>
                  </a:lnTo>
                  <a:close/>
                </a:path>
              </a:pathLst>
            </a:custGeom>
            <a:solidFill>
              <a:srgbClr val="7C6AF7"/>
            </a:solidFill>
          </p:spPr>
        </p:sp>
      </p:grpSp>
      <p:grpSp>
        <p:nvGrpSpPr>
          <p:cNvPr name="Group 65" id="65"/>
          <p:cNvGrpSpPr/>
          <p:nvPr/>
        </p:nvGrpSpPr>
        <p:grpSpPr>
          <a:xfrm rot="0">
            <a:off x="6675120" y="6803136"/>
            <a:ext cx="4937760" cy="731520"/>
            <a:chOff x="0" y="0"/>
            <a:chExt cx="6583680" cy="975360"/>
          </a:xfrm>
        </p:grpSpPr>
        <p:sp>
          <p:nvSpPr>
            <p:cNvPr name="Freeform 66" id="66"/>
            <p:cNvSpPr/>
            <p:nvPr/>
          </p:nvSpPr>
          <p:spPr>
            <a:xfrm flipH="false" flipV="false" rot="0">
              <a:off x="0" y="0"/>
              <a:ext cx="6583680" cy="975360"/>
            </a:xfrm>
            <a:custGeom>
              <a:avLst/>
              <a:gdLst/>
              <a:ahLst/>
              <a:cxnLst/>
              <a:rect r="r" b="b" t="t" l="l"/>
              <a:pathLst>
                <a:path h="975360" w="6583680">
                  <a:moveTo>
                    <a:pt x="0" y="0"/>
                  </a:moveTo>
                  <a:lnTo>
                    <a:pt x="6583680" y="0"/>
                  </a:lnTo>
                  <a:lnTo>
                    <a:pt x="6583680" y="975360"/>
                  </a:lnTo>
                  <a:lnTo>
                    <a:pt x="0" y="975360"/>
                  </a:lnTo>
                  <a:close/>
                </a:path>
              </a:pathLst>
            </a:custGeom>
            <a:blipFill>
              <a:blip r:embed="rId2">
                <a:alphaModFix amt="0"/>
              </a:blip>
              <a:stretch>
                <a:fillRect l="0" t="-81524" r="0" b="-81524"/>
              </a:stretch>
            </a:blipFill>
          </p:spPr>
        </p:sp>
        <p:sp>
          <p:nvSpPr>
            <p:cNvPr name="TextBox 67" id="67"/>
            <p:cNvSpPr txBox="true"/>
            <p:nvPr/>
          </p:nvSpPr>
          <p:spPr>
            <a:xfrm>
              <a:off x="0" y="-9525"/>
              <a:ext cx="6583680" cy="984885"/>
            </a:xfrm>
            <a:prstGeom prst="rect">
              <a:avLst/>
            </a:prstGeom>
          </p:spPr>
          <p:txBody>
            <a:bodyPr anchor="ctr" rtlCol="false" tIns="0" lIns="0" bIns="0" rIns="0"/>
            <a:lstStyle/>
            <a:p>
              <a:pPr algn="l">
                <a:lnSpc>
                  <a:spcPts val="2879"/>
                </a:lnSpc>
              </a:pPr>
              <a:r>
                <a:rPr lang="en-US" sz="2400" b="true">
                  <a:solidFill>
                    <a:srgbClr val="7C6AF7"/>
                  </a:solidFill>
                  <a:latin typeface="Arial Bold"/>
                  <a:ea typeface="Arial Bold"/>
                  <a:cs typeface="Arial Bold"/>
                  <a:sym typeface="Arial Bold"/>
                </a:rPr>
                <a:t>Mood-Based Discovery</a:t>
              </a:r>
            </a:p>
          </p:txBody>
        </p:sp>
      </p:grpSp>
      <p:grpSp>
        <p:nvGrpSpPr>
          <p:cNvPr name="Group 68" id="68"/>
          <p:cNvGrpSpPr/>
          <p:nvPr/>
        </p:nvGrpSpPr>
        <p:grpSpPr>
          <a:xfrm rot="0">
            <a:off x="6675120" y="7589520"/>
            <a:ext cx="4937760" cy="1645920"/>
            <a:chOff x="0" y="0"/>
            <a:chExt cx="6583680" cy="2194560"/>
          </a:xfrm>
        </p:grpSpPr>
        <p:sp>
          <p:nvSpPr>
            <p:cNvPr name="Freeform 69" id="69"/>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2">
                <a:alphaModFix amt="0"/>
              </a:blip>
              <a:stretch>
                <a:fillRect l="0" t="-8455" r="0" b="-8455"/>
              </a:stretch>
            </a:blipFill>
          </p:spPr>
        </p:sp>
        <p:sp>
          <p:nvSpPr>
            <p:cNvPr name="TextBox 70" id="70"/>
            <p:cNvSpPr txBox="true"/>
            <p:nvPr/>
          </p:nvSpPr>
          <p:spPr>
            <a:xfrm>
              <a:off x="0" y="-38100"/>
              <a:ext cx="6583680" cy="2232660"/>
            </a:xfrm>
            <a:prstGeom prst="rect">
              <a:avLst/>
            </a:prstGeom>
          </p:spPr>
          <p:txBody>
            <a:bodyPr anchor="ctr" rtlCol="false" tIns="0" lIns="0" bIns="0" rIns="0"/>
            <a:lstStyle/>
            <a:p>
              <a:pPr algn="l">
                <a:lnSpc>
                  <a:spcPts val="2400"/>
                </a:lnSpc>
              </a:pPr>
              <a:r>
                <a:rPr lang="en-US" sz="2000">
                  <a:solidFill>
                    <a:srgbClr val="8888A8"/>
                  </a:solidFill>
                  <a:latin typeface="Calibri (MS)"/>
                  <a:ea typeface="Calibri (MS)"/>
                  <a:cs typeface="Calibri (MS)"/>
                  <a:sym typeface="Calibri (MS)"/>
                </a:rPr>
                <a:t>8 moods — Funny, Scary, Romantic, Mind-Bending, Action, Chill, Inspiring, Fantasy</a:t>
              </a:r>
            </a:p>
          </p:txBody>
        </p:sp>
      </p:grpSp>
      <p:grpSp>
        <p:nvGrpSpPr>
          <p:cNvPr name="Group 71" id="71"/>
          <p:cNvGrpSpPr/>
          <p:nvPr/>
        </p:nvGrpSpPr>
        <p:grpSpPr>
          <a:xfrm rot="0">
            <a:off x="12237720" y="6568440"/>
            <a:ext cx="5516880" cy="3048000"/>
            <a:chOff x="0" y="0"/>
            <a:chExt cx="7355840" cy="4064000"/>
          </a:xfrm>
        </p:grpSpPr>
        <p:sp>
          <p:nvSpPr>
            <p:cNvPr name="Freeform 72" id="72"/>
            <p:cNvSpPr/>
            <p:nvPr/>
          </p:nvSpPr>
          <p:spPr>
            <a:xfrm flipH="false" flipV="false" rot="0">
              <a:off x="20320" y="20320"/>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1A1A35"/>
            </a:solidFill>
          </p:spPr>
        </p:sp>
        <p:sp>
          <p:nvSpPr>
            <p:cNvPr name="Freeform 73" id="73"/>
            <p:cNvSpPr/>
            <p:nvPr/>
          </p:nvSpPr>
          <p:spPr>
            <a:xfrm flipH="false" flipV="false" rot="0">
              <a:off x="0" y="0"/>
              <a:ext cx="7355840" cy="4064000"/>
            </a:xfrm>
            <a:custGeom>
              <a:avLst/>
              <a:gdLst/>
              <a:ahLst/>
              <a:cxnLst/>
              <a:rect r="r" b="b" t="t" l="l"/>
              <a:pathLst>
                <a:path h="4064000" w="7355840">
                  <a:moveTo>
                    <a:pt x="20320" y="0"/>
                  </a:moveTo>
                  <a:lnTo>
                    <a:pt x="7335520" y="0"/>
                  </a:lnTo>
                  <a:cubicBezTo>
                    <a:pt x="7346696" y="0"/>
                    <a:pt x="7355840" y="9144"/>
                    <a:pt x="7355840" y="20320"/>
                  </a:cubicBezTo>
                  <a:lnTo>
                    <a:pt x="7355840" y="4043680"/>
                  </a:lnTo>
                  <a:cubicBezTo>
                    <a:pt x="7355840" y="4054856"/>
                    <a:pt x="7346696" y="4064000"/>
                    <a:pt x="7335520" y="4064000"/>
                  </a:cubicBezTo>
                  <a:lnTo>
                    <a:pt x="20320" y="4064000"/>
                  </a:lnTo>
                  <a:cubicBezTo>
                    <a:pt x="9144" y="4064000"/>
                    <a:pt x="0" y="4054856"/>
                    <a:pt x="0" y="4043680"/>
                  </a:cubicBezTo>
                  <a:lnTo>
                    <a:pt x="0" y="20320"/>
                  </a:lnTo>
                  <a:cubicBezTo>
                    <a:pt x="0" y="9144"/>
                    <a:pt x="9144" y="0"/>
                    <a:pt x="20320" y="0"/>
                  </a:cubicBezTo>
                  <a:moveTo>
                    <a:pt x="20320" y="40640"/>
                  </a:moveTo>
                  <a:lnTo>
                    <a:pt x="20320" y="20320"/>
                  </a:lnTo>
                  <a:lnTo>
                    <a:pt x="40640" y="20320"/>
                  </a:lnTo>
                  <a:lnTo>
                    <a:pt x="40640" y="4043680"/>
                  </a:lnTo>
                  <a:lnTo>
                    <a:pt x="20320" y="4043680"/>
                  </a:lnTo>
                  <a:lnTo>
                    <a:pt x="20320" y="4023360"/>
                  </a:lnTo>
                  <a:lnTo>
                    <a:pt x="7335520" y="4023360"/>
                  </a:lnTo>
                  <a:lnTo>
                    <a:pt x="7335520" y="4043680"/>
                  </a:lnTo>
                  <a:lnTo>
                    <a:pt x="7315200" y="4043680"/>
                  </a:lnTo>
                  <a:lnTo>
                    <a:pt x="7315200" y="20320"/>
                  </a:lnTo>
                  <a:lnTo>
                    <a:pt x="7335520" y="20320"/>
                  </a:lnTo>
                  <a:lnTo>
                    <a:pt x="7335520" y="40640"/>
                  </a:lnTo>
                  <a:lnTo>
                    <a:pt x="20320" y="40640"/>
                  </a:lnTo>
                  <a:close/>
                </a:path>
              </a:pathLst>
            </a:custGeom>
            <a:solidFill>
              <a:srgbClr val="6AF7C4"/>
            </a:solidFill>
          </p:spPr>
        </p:sp>
      </p:grpSp>
      <p:grpSp>
        <p:nvGrpSpPr>
          <p:cNvPr name="Group 74" id="74"/>
          <p:cNvGrpSpPr/>
          <p:nvPr/>
        </p:nvGrpSpPr>
        <p:grpSpPr>
          <a:xfrm rot="0">
            <a:off x="12240263" y="6570983"/>
            <a:ext cx="5511803" cy="135131"/>
            <a:chOff x="0" y="0"/>
            <a:chExt cx="7349071" cy="180175"/>
          </a:xfrm>
        </p:grpSpPr>
        <p:sp>
          <p:nvSpPr>
            <p:cNvPr name="Freeform 75" id="75"/>
            <p:cNvSpPr/>
            <p:nvPr/>
          </p:nvSpPr>
          <p:spPr>
            <a:xfrm flipH="false" flipV="false" rot="0">
              <a:off x="16891" y="16891"/>
              <a:ext cx="7315200" cy="146304"/>
            </a:xfrm>
            <a:custGeom>
              <a:avLst/>
              <a:gdLst/>
              <a:ahLst/>
              <a:cxnLst/>
              <a:rect r="r" b="b" t="t" l="l"/>
              <a:pathLst>
                <a:path h="146304" w="7315200">
                  <a:moveTo>
                    <a:pt x="0" y="0"/>
                  </a:moveTo>
                  <a:lnTo>
                    <a:pt x="7315200" y="0"/>
                  </a:lnTo>
                  <a:lnTo>
                    <a:pt x="7315200" y="146304"/>
                  </a:lnTo>
                  <a:lnTo>
                    <a:pt x="0" y="146304"/>
                  </a:lnTo>
                  <a:close/>
                </a:path>
              </a:pathLst>
            </a:custGeom>
            <a:solidFill>
              <a:srgbClr val="6AF7C4"/>
            </a:solidFill>
          </p:spPr>
        </p:sp>
        <p:sp>
          <p:nvSpPr>
            <p:cNvPr name="Freeform 76" id="76"/>
            <p:cNvSpPr/>
            <p:nvPr/>
          </p:nvSpPr>
          <p:spPr>
            <a:xfrm flipH="false" flipV="false" rot="0">
              <a:off x="0" y="0"/>
              <a:ext cx="7348982" cy="180088"/>
            </a:xfrm>
            <a:custGeom>
              <a:avLst/>
              <a:gdLst/>
              <a:ahLst/>
              <a:cxnLst/>
              <a:rect r="r" b="b" t="t" l="l"/>
              <a:pathLst>
                <a:path h="180088" w="7348982">
                  <a:moveTo>
                    <a:pt x="16891" y="0"/>
                  </a:moveTo>
                  <a:lnTo>
                    <a:pt x="7332091" y="0"/>
                  </a:lnTo>
                  <a:cubicBezTo>
                    <a:pt x="7341489" y="0"/>
                    <a:pt x="7348982" y="7620"/>
                    <a:pt x="7348982" y="16891"/>
                  </a:cubicBezTo>
                  <a:lnTo>
                    <a:pt x="7348982" y="163195"/>
                  </a:lnTo>
                  <a:cubicBezTo>
                    <a:pt x="7348982" y="172593"/>
                    <a:pt x="7341362" y="180086"/>
                    <a:pt x="733209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7332091" y="146304"/>
                  </a:lnTo>
                  <a:lnTo>
                    <a:pt x="7332091" y="163195"/>
                  </a:lnTo>
                  <a:lnTo>
                    <a:pt x="7315200" y="163195"/>
                  </a:lnTo>
                  <a:lnTo>
                    <a:pt x="7315200" y="16891"/>
                  </a:lnTo>
                  <a:lnTo>
                    <a:pt x="7332091" y="16891"/>
                  </a:lnTo>
                  <a:lnTo>
                    <a:pt x="7332091" y="33909"/>
                  </a:lnTo>
                  <a:lnTo>
                    <a:pt x="16891" y="33909"/>
                  </a:lnTo>
                  <a:close/>
                </a:path>
              </a:pathLst>
            </a:custGeom>
            <a:solidFill>
              <a:srgbClr val="6AF7C4"/>
            </a:solidFill>
          </p:spPr>
        </p:sp>
      </p:grpSp>
      <p:grpSp>
        <p:nvGrpSpPr>
          <p:cNvPr name="Group 77" id="77"/>
          <p:cNvGrpSpPr/>
          <p:nvPr/>
        </p:nvGrpSpPr>
        <p:grpSpPr>
          <a:xfrm rot="0">
            <a:off x="12527280" y="6803136"/>
            <a:ext cx="4937760" cy="731520"/>
            <a:chOff x="0" y="0"/>
            <a:chExt cx="6583680" cy="975360"/>
          </a:xfrm>
        </p:grpSpPr>
        <p:sp>
          <p:nvSpPr>
            <p:cNvPr name="Freeform 78" id="78"/>
            <p:cNvSpPr/>
            <p:nvPr/>
          </p:nvSpPr>
          <p:spPr>
            <a:xfrm flipH="false" flipV="false" rot="0">
              <a:off x="0" y="0"/>
              <a:ext cx="6583680" cy="975360"/>
            </a:xfrm>
            <a:custGeom>
              <a:avLst/>
              <a:gdLst/>
              <a:ahLst/>
              <a:cxnLst/>
              <a:rect r="r" b="b" t="t" l="l"/>
              <a:pathLst>
                <a:path h="975360" w="6583680">
                  <a:moveTo>
                    <a:pt x="0" y="0"/>
                  </a:moveTo>
                  <a:lnTo>
                    <a:pt x="6583680" y="0"/>
                  </a:lnTo>
                  <a:lnTo>
                    <a:pt x="6583680" y="975360"/>
                  </a:lnTo>
                  <a:lnTo>
                    <a:pt x="0" y="975360"/>
                  </a:lnTo>
                  <a:close/>
                </a:path>
              </a:pathLst>
            </a:custGeom>
            <a:blipFill>
              <a:blip r:embed="rId2">
                <a:alphaModFix amt="0"/>
              </a:blip>
              <a:stretch>
                <a:fillRect l="0" t="-81524" r="0" b="-81524"/>
              </a:stretch>
            </a:blipFill>
          </p:spPr>
        </p:sp>
        <p:sp>
          <p:nvSpPr>
            <p:cNvPr name="TextBox 79" id="79"/>
            <p:cNvSpPr txBox="true"/>
            <p:nvPr/>
          </p:nvSpPr>
          <p:spPr>
            <a:xfrm>
              <a:off x="0" y="-9525"/>
              <a:ext cx="6583680" cy="984885"/>
            </a:xfrm>
            <a:prstGeom prst="rect">
              <a:avLst/>
            </a:prstGeom>
          </p:spPr>
          <p:txBody>
            <a:bodyPr anchor="ctr" rtlCol="false" tIns="0" lIns="0" bIns="0" rIns="0"/>
            <a:lstStyle/>
            <a:p>
              <a:pPr algn="l">
                <a:lnSpc>
                  <a:spcPts val="2879"/>
                </a:lnSpc>
              </a:pPr>
              <a:r>
                <a:rPr lang="en-US" sz="2400" b="true">
                  <a:solidFill>
                    <a:srgbClr val="6AF7C4"/>
                  </a:solidFill>
                  <a:latin typeface="Arial Bold"/>
                  <a:ea typeface="Arial Bold"/>
                  <a:cs typeface="Arial Bold"/>
                  <a:sym typeface="Arial Bold"/>
                </a:rPr>
                <a:t>Statistics Dashboard</a:t>
              </a:r>
            </a:p>
          </p:txBody>
        </p:sp>
      </p:grpSp>
      <p:grpSp>
        <p:nvGrpSpPr>
          <p:cNvPr name="Group 80" id="80"/>
          <p:cNvGrpSpPr/>
          <p:nvPr/>
        </p:nvGrpSpPr>
        <p:grpSpPr>
          <a:xfrm rot="0">
            <a:off x="12527280" y="7589520"/>
            <a:ext cx="4937760" cy="1645920"/>
            <a:chOff x="0" y="0"/>
            <a:chExt cx="6583680" cy="2194560"/>
          </a:xfrm>
        </p:grpSpPr>
        <p:sp>
          <p:nvSpPr>
            <p:cNvPr name="Freeform 81" id="81"/>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2">
                <a:alphaModFix amt="0"/>
              </a:blip>
              <a:stretch>
                <a:fillRect l="0" t="-8455" r="0" b="-8455"/>
              </a:stretch>
            </a:blipFill>
          </p:spPr>
        </p:sp>
        <p:sp>
          <p:nvSpPr>
            <p:cNvPr name="TextBox 82" id="82"/>
            <p:cNvSpPr txBox="true"/>
            <p:nvPr/>
          </p:nvSpPr>
          <p:spPr>
            <a:xfrm>
              <a:off x="0" y="-38100"/>
              <a:ext cx="6583680" cy="2232660"/>
            </a:xfrm>
            <a:prstGeom prst="rect">
              <a:avLst/>
            </a:prstGeom>
          </p:spPr>
          <p:txBody>
            <a:bodyPr anchor="ctr" rtlCol="false" tIns="0" lIns="0" bIns="0" rIns="0"/>
            <a:lstStyle/>
            <a:p>
              <a:pPr algn="l">
                <a:lnSpc>
                  <a:spcPts val="2400"/>
                </a:lnSpc>
              </a:pPr>
              <a:r>
                <a:rPr lang="en-US" sz="2000">
                  <a:solidFill>
                    <a:srgbClr val="8888A8"/>
                  </a:solidFill>
                  <a:latin typeface="Calibri (MS)"/>
                  <a:ea typeface="Calibri (MS)"/>
                  <a:cs typeface="Calibri (MS)"/>
                  <a:sym typeface="Calibri (MS)"/>
                </a:rPr>
                <a:t>Visual charts for category, genre, ratings, monthly activity and hours watched</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16891" y="16891"/>
              <a:ext cx="292608" cy="13715999"/>
            </a:xfrm>
            <a:custGeom>
              <a:avLst/>
              <a:gdLst/>
              <a:ahLst/>
              <a:cxnLst/>
              <a:rect r="r" b="b" t="t" l="l"/>
              <a:pathLst>
                <a:path h="13715999" w="292608">
                  <a:moveTo>
                    <a:pt x="0" y="0"/>
                  </a:moveTo>
                  <a:lnTo>
                    <a:pt x="292608" y="0"/>
                  </a:lnTo>
                  <a:lnTo>
                    <a:pt x="292608" y="13715999"/>
                  </a:lnTo>
                  <a:lnTo>
                    <a:pt x="0" y="13715999"/>
                  </a:lnTo>
                  <a:close/>
                </a:path>
              </a:pathLst>
            </a:custGeom>
            <a:solidFill>
              <a:srgbClr val="7C6AF7"/>
            </a:solidFill>
          </p:spPr>
        </p:sp>
        <p:sp>
          <p:nvSpPr>
            <p:cNvPr name="Freeform 4" id="4"/>
            <p:cNvSpPr/>
            <p:nvPr/>
          </p:nvSpPr>
          <p:spPr>
            <a:xfrm flipH="false" flipV="false" rot="0">
              <a:off x="0" y="0"/>
              <a:ext cx="326390" cy="13749782"/>
            </a:xfrm>
            <a:custGeom>
              <a:avLst/>
              <a:gdLst/>
              <a:ahLst/>
              <a:cxnLst/>
              <a:rect r="r" b="b" t="t" l="l"/>
              <a:pathLst>
                <a:path h="13749782" w="326390">
                  <a:moveTo>
                    <a:pt x="16891" y="0"/>
                  </a:moveTo>
                  <a:lnTo>
                    <a:pt x="309499" y="0"/>
                  </a:lnTo>
                  <a:cubicBezTo>
                    <a:pt x="318897" y="0"/>
                    <a:pt x="326390" y="7620"/>
                    <a:pt x="326390" y="16891"/>
                  </a:cubicBezTo>
                  <a:lnTo>
                    <a:pt x="326390" y="13732890"/>
                  </a:lnTo>
                  <a:cubicBezTo>
                    <a:pt x="326390" y="13742290"/>
                    <a:pt x="318770" y="13749782"/>
                    <a:pt x="309499"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09499" y="13716000"/>
                  </a:lnTo>
                  <a:lnTo>
                    <a:pt x="309499" y="13732890"/>
                  </a:lnTo>
                  <a:lnTo>
                    <a:pt x="292608" y="13732890"/>
                  </a:lnTo>
                  <a:lnTo>
                    <a:pt x="292608" y="16891"/>
                  </a:lnTo>
                  <a:lnTo>
                    <a:pt x="309499" y="16891"/>
                  </a:lnTo>
                  <a:lnTo>
                    <a:pt x="309499" y="33909"/>
                  </a:lnTo>
                  <a:lnTo>
                    <a:pt x="16891" y="33909"/>
                  </a:lnTo>
                  <a:close/>
                </a:path>
              </a:pathLst>
            </a:custGeom>
            <a:solidFill>
              <a:srgbClr val="7C6AF7"/>
            </a:solidFill>
          </p:spPr>
        </p:sp>
      </p:grpSp>
      <p:grpSp>
        <p:nvGrpSpPr>
          <p:cNvPr name="Group 5" id="5"/>
          <p:cNvGrpSpPr/>
          <p:nvPr/>
        </p:nvGrpSpPr>
        <p:grpSpPr>
          <a:xfrm rot="0">
            <a:off x="548640" y="457200"/>
            <a:ext cx="2194560" cy="1463040"/>
            <a:chOff x="0" y="0"/>
            <a:chExt cx="2926080" cy="1950720"/>
          </a:xfrm>
        </p:grpSpPr>
        <p:sp>
          <p:nvSpPr>
            <p:cNvPr name="Freeform 6" id="6"/>
            <p:cNvSpPr/>
            <p:nvPr/>
          </p:nvSpPr>
          <p:spPr>
            <a:xfrm flipH="false" flipV="false" rot="0">
              <a:off x="0" y="0"/>
              <a:ext cx="2926080" cy="1950720"/>
            </a:xfrm>
            <a:custGeom>
              <a:avLst/>
              <a:gdLst/>
              <a:ahLst/>
              <a:cxnLst/>
              <a:rect r="r" b="b" t="t" l="l"/>
              <a:pathLst>
                <a:path h="1950720" w="2926080">
                  <a:moveTo>
                    <a:pt x="0" y="0"/>
                  </a:moveTo>
                  <a:lnTo>
                    <a:pt x="2926080" y="0"/>
                  </a:lnTo>
                  <a:lnTo>
                    <a:pt x="2926080" y="1950720"/>
                  </a:lnTo>
                  <a:lnTo>
                    <a:pt x="0" y="1950720"/>
                  </a:lnTo>
                  <a:close/>
                </a:path>
              </a:pathLst>
            </a:custGeom>
            <a:blipFill>
              <a:blip r:embed="rId2">
                <a:alphaModFix amt="0"/>
              </a:blip>
              <a:stretch>
                <a:fillRect l="-35535" t="0" r="-35535" b="0"/>
              </a:stretch>
            </a:blipFill>
          </p:spPr>
        </p:sp>
        <p:sp>
          <p:nvSpPr>
            <p:cNvPr name="TextBox 7" id="7"/>
            <p:cNvSpPr txBox="true"/>
            <p:nvPr/>
          </p:nvSpPr>
          <p:spPr>
            <a:xfrm>
              <a:off x="0" y="-47625"/>
              <a:ext cx="2926080" cy="1998345"/>
            </a:xfrm>
            <a:prstGeom prst="rect">
              <a:avLst/>
            </a:prstGeom>
          </p:spPr>
          <p:txBody>
            <a:bodyPr anchor="ctr" rtlCol="false" tIns="0" lIns="0" bIns="0" rIns="0"/>
            <a:lstStyle/>
            <a:p>
              <a:pPr algn="l">
                <a:lnSpc>
                  <a:spcPts val="11519"/>
                </a:lnSpc>
              </a:pPr>
              <a:r>
                <a:rPr lang="en-US" sz="9600" b="true">
                  <a:solidFill>
                    <a:srgbClr val="7C6AF7"/>
                  </a:solidFill>
                  <a:latin typeface="Arial Bold"/>
                  <a:ea typeface="Arial Bold"/>
                  <a:cs typeface="Arial Bold"/>
                  <a:sym typeface="Arial Bold"/>
                </a:rPr>
                <a:t>05</a:t>
              </a:r>
            </a:p>
          </p:txBody>
        </p:sp>
      </p:grpSp>
      <p:grpSp>
        <p:nvGrpSpPr>
          <p:cNvPr name="Group 8" id="8"/>
          <p:cNvGrpSpPr/>
          <p:nvPr/>
        </p:nvGrpSpPr>
        <p:grpSpPr>
          <a:xfrm rot="0">
            <a:off x="548640" y="1645920"/>
            <a:ext cx="16459200" cy="1097280"/>
            <a:chOff x="0" y="0"/>
            <a:chExt cx="21945600" cy="1463040"/>
          </a:xfrm>
        </p:grpSpPr>
        <p:sp>
          <p:nvSpPr>
            <p:cNvPr name="Freeform 9" id="9"/>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2">
                <a:alphaModFix amt="0"/>
              </a:blip>
              <a:stretch>
                <a:fillRect l="0" t="-242275" r="0" b="-242275"/>
              </a:stretch>
            </a:blipFill>
          </p:spPr>
        </p:sp>
        <p:sp>
          <p:nvSpPr>
            <p:cNvPr name="TextBox 10" id="10"/>
            <p:cNvSpPr txBox="true"/>
            <p:nvPr/>
          </p:nvSpPr>
          <p:spPr>
            <a:xfrm>
              <a:off x="0" y="-28575"/>
              <a:ext cx="21945600" cy="1491615"/>
            </a:xfrm>
            <a:prstGeom prst="rect">
              <a:avLst/>
            </a:prstGeom>
          </p:spPr>
          <p:txBody>
            <a:bodyPr anchor="ctr" rtlCol="false" tIns="0" lIns="0" bIns="0" rIns="0"/>
            <a:lstStyle/>
            <a:p>
              <a:pPr algn="l">
                <a:lnSpc>
                  <a:spcPts val="7680"/>
                </a:lnSpc>
              </a:pPr>
              <a:r>
                <a:rPr lang="en-US" sz="6400" b="true">
                  <a:solidFill>
                    <a:srgbClr val="FFFFFF"/>
                  </a:solidFill>
                  <a:latin typeface="Arial Bold"/>
                  <a:ea typeface="Arial Bold"/>
                  <a:cs typeface="Arial Bold"/>
                  <a:sym typeface="Arial Bold"/>
                </a:rPr>
                <a:t>Key Features</a:t>
              </a:r>
            </a:p>
          </p:txBody>
        </p:sp>
      </p:grpSp>
      <p:grpSp>
        <p:nvGrpSpPr>
          <p:cNvPr name="Group 11" id="11"/>
          <p:cNvGrpSpPr/>
          <p:nvPr/>
        </p:nvGrpSpPr>
        <p:grpSpPr>
          <a:xfrm rot="0">
            <a:off x="535943" y="3187703"/>
            <a:ext cx="4048763" cy="3042923"/>
            <a:chOff x="0" y="0"/>
            <a:chExt cx="5398351" cy="4057231"/>
          </a:xfrm>
        </p:grpSpPr>
        <p:sp>
          <p:nvSpPr>
            <p:cNvPr name="Freeform 12" id="12"/>
            <p:cNvSpPr/>
            <p:nvPr/>
          </p:nvSpPr>
          <p:spPr>
            <a:xfrm flipH="false" flipV="false" rot="0">
              <a:off x="16891" y="16891"/>
              <a:ext cx="5364480" cy="4023360"/>
            </a:xfrm>
            <a:custGeom>
              <a:avLst/>
              <a:gdLst/>
              <a:ahLst/>
              <a:cxnLst/>
              <a:rect r="r" b="b" t="t" l="l"/>
              <a:pathLst>
                <a:path h="4023360" w="5364480">
                  <a:moveTo>
                    <a:pt x="0" y="0"/>
                  </a:moveTo>
                  <a:lnTo>
                    <a:pt x="5364480" y="0"/>
                  </a:lnTo>
                  <a:lnTo>
                    <a:pt x="5364480" y="4023360"/>
                  </a:lnTo>
                  <a:lnTo>
                    <a:pt x="0" y="4023360"/>
                  </a:lnTo>
                  <a:close/>
                </a:path>
              </a:pathLst>
            </a:custGeom>
            <a:solidFill>
              <a:srgbClr val="1A1A35"/>
            </a:solidFill>
          </p:spPr>
        </p:sp>
        <p:sp>
          <p:nvSpPr>
            <p:cNvPr name="Freeform 13" id="13"/>
            <p:cNvSpPr/>
            <p:nvPr/>
          </p:nvSpPr>
          <p:spPr>
            <a:xfrm flipH="false" flipV="false" rot="0">
              <a:off x="0" y="0"/>
              <a:ext cx="5398262" cy="4057142"/>
            </a:xfrm>
            <a:custGeom>
              <a:avLst/>
              <a:gdLst/>
              <a:ahLst/>
              <a:cxnLst/>
              <a:rect r="r" b="b" t="t" l="l"/>
              <a:pathLst>
                <a:path h="4057142" w="5398262">
                  <a:moveTo>
                    <a:pt x="16891" y="0"/>
                  </a:moveTo>
                  <a:lnTo>
                    <a:pt x="5381371" y="0"/>
                  </a:lnTo>
                  <a:cubicBezTo>
                    <a:pt x="5390769" y="0"/>
                    <a:pt x="5398262" y="7620"/>
                    <a:pt x="5398262" y="16891"/>
                  </a:cubicBezTo>
                  <a:lnTo>
                    <a:pt x="5398262" y="4040251"/>
                  </a:lnTo>
                  <a:cubicBezTo>
                    <a:pt x="5398262" y="4049649"/>
                    <a:pt x="5390642" y="4057142"/>
                    <a:pt x="538137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5381371" y="4023360"/>
                  </a:lnTo>
                  <a:lnTo>
                    <a:pt x="5381371" y="4040251"/>
                  </a:lnTo>
                  <a:lnTo>
                    <a:pt x="5364480" y="4040251"/>
                  </a:lnTo>
                  <a:lnTo>
                    <a:pt x="5364480" y="16891"/>
                  </a:lnTo>
                  <a:lnTo>
                    <a:pt x="5381371" y="16891"/>
                  </a:lnTo>
                  <a:lnTo>
                    <a:pt x="5381371" y="33909"/>
                  </a:lnTo>
                  <a:lnTo>
                    <a:pt x="16891" y="33909"/>
                  </a:lnTo>
                  <a:close/>
                </a:path>
              </a:pathLst>
            </a:custGeom>
            <a:solidFill>
              <a:srgbClr val="7C6AF7"/>
            </a:solidFill>
          </p:spPr>
        </p:sp>
      </p:grpSp>
      <p:grpSp>
        <p:nvGrpSpPr>
          <p:cNvPr name="Group 14" id="14"/>
          <p:cNvGrpSpPr/>
          <p:nvPr/>
        </p:nvGrpSpPr>
        <p:grpSpPr>
          <a:xfrm rot="0">
            <a:off x="548640" y="3383280"/>
            <a:ext cx="4023360" cy="914400"/>
            <a:chOff x="0" y="0"/>
            <a:chExt cx="5364480" cy="1219200"/>
          </a:xfrm>
        </p:grpSpPr>
        <p:sp>
          <p:nvSpPr>
            <p:cNvPr name="Freeform 15" id="15"/>
            <p:cNvSpPr/>
            <p:nvPr/>
          </p:nvSpPr>
          <p:spPr>
            <a:xfrm flipH="false" flipV="false" rot="0">
              <a:off x="0" y="0"/>
              <a:ext cx="5364480" cy="1219200"/>
            </a:xfrm>
            <a:custGeom>
              <a:avLst/>
              <a:gdLst/>
              <a:ahLst/>
              <a:cxnLst/>
              <a:rect r="r" b="b" t="t" l="l"/>
              <a:pathLst>
                <a:path h="1219200" w="5364480">
                  <a:moveTo>
                    <a:pt x="0" y="0"/>
                  </a:moveTo>
                  <a:lnTo>
                    <a:pt x="5364480" y="0"/>
                  </a:lnTo>
                  <a:lnTo>
                    <a:pt x="5364480" y="1219200"/>
                  </a:lnTo>
                  <a:lnTo>
                    <a:pt x="0" y="1219200"/>
                  </a:lnTo>
                  <a:close/>
                </a:path>
              </a:pathLst>
            </a:custGeom>
            <a:blipFill>
              <a:blip r:embed="rId2">
                <a:alphaModFix amt="0"/>
              </a:blip>
              <a:stretch>
                <a:fillRect l="0" t="-35734" r="0" b="-35734"/>
              </a:stretch>
            </a:blipFill>
          </p:spPr>
        </p:sp>
        <p:sp>
          <p:nvSpPr>
            <p:cNvPr name="TextBox 16" id="16"/>
            <p:cNvSpPr txBox="true"/>
            <p:nvPr/>
          </p:nvSpPr>
          <p:spPr>
            <a:xfrm>
              <a:off x="0" y="-76200"/>
              <a:ext cx="5364480" cy="129540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17" id="17"/>
          <p:cNvGrpSpPr/>
          <p:nvPr/>
        </p:nvGrpSpPr>
        <p:grpSpPr>
          <a:xfrm rot="0">
            <a:off x="731520" y="4297680"/>
            <a:ext cx="3657600" cy="640080"/>
            <a:chOff x="0" y="0"/>
            <a:chExt cx="4876800" cy="853440"/>
          </a:xfrm>
        </p:grpSpPr>
        <p:sp>
          <p:nvSpPr>
            <p:cNvPr name="Freeform 18" id="18"/>
            <p:cNvSpPr/>
            <p:nvPr/>
          </p:nvSpPr>
          <p:spPr>
            <a:xfrm flipH="false" flipV="false" rot="0">
              <a:off x="0" y="0"/>
              <a:ext cx="4876800" cy="853440"/>
            </a:xfrm>
            <a:custGeom>
              <a:avLst/>
              <a:gdLst/>
              <a:ahLst/>
              <a:cxnLst/>
              <a:rect r="r" b="b" t="t" l="l"/>
              <a:pathLst>
                <a:path h="853440" w="4876800">
                  <a:moveTo>
                    <a:pt x="0" y="0"/>
                  </a:moveTo>
                  <a:lnTo>
                    <a:pt x="4876800" y="0"/>
                  </a:lnTo>
                  <a:lnTo>
                    <a:pt x="4876800" y="853440"/>
                  </a:lnTo>
                  <a:lnTo>
                    <a:pt x="0" y="853440"/>
                  </a:lnTo>
                  <a:close/>
                </a:path>
              </a:pathLst>
            </a:custGeom>
            <a:blipFill>
              <a:blip r:embed="rId2">
                <a:alphaModFix amt="0"/>
              </a:blip>
              <a:stretch>
                <a:fillRect l="0" t="-61343" r="0" b="-61343"/>
              </a:stretch>
            </a:blipFill>
          </p:spPr>
        </p:sp>
        <p:sp>
          <p:nvSpPr>
            <p:cNvPr name="TextBox 19" id="19"/>
            <p:cNvSpPr txBox="true"/>
            <p:nvPr/>
          </p:nvSpPr>
          <p:spPr>
            <a:xfrm>
              <a:off x="0" y="-19050"/>
              <a:ext cx="4876800" cy="872490"/>
            </a:xfrm>
            <a:prstGeom prst="rect">
              <a:avLst/>
            </a:prstGeom>
          </p:spPr>
          <p:txBody>
            <a:bodyPr anchor="ctr" rtlCol="false" tIns="0" lIns="0" bIns="0" rIns="0"/>
            <a:lstStyle/>
            <a:p>
              <a:pPr algn="ctr">
                <a:lnSpc>
                  <a:spcPts val="2640"/>
                </a:lnSpc>
              </a:pPr>
              <a:r>
                <a:rPr lang="en-US" sz="2200" b="true">
                  <a:solidFill>
                    <a:srgbClr val="7C6AF7"/>
                  </a:solidFill>
                  <a:latin typeface="Arial Bold"/>
                  <a:ea typeface="Arial Bold"/>
                  <a:cs typeface="Arial Bold"/>
                  <a:sym typeface="Arial Bold"/>
                </a:rPr>
                <a:t>User Auth</a:t>
              </a:r>
            </a:p>
          </p:txBody>
        </p:sp>
      </p:grpSp>
      <p:grpSp>
        <p:nvGrpSpPr>
          <p:cNvPr name="Group 20" id="20"/>
          <p:cNvGrpSpPr/>
          <p:nvPr/>
        </p:nvGrpSpPr>
        <p:grpSpPr>
          <a:xfrm rot="0">
            <a:off x="731520" y="4937760"/>
            <a:ext cx="3657600" cy="1097280"/>
            <a:chOff x="0" y="0"/>
            <a:chExt cx="4876800" cy="1463040"/>
          </a:xfrm>
        </p:grpSpPr>
        <p:sp>
          <p:nvSpPr>
            <p:cNvPr name="Freeform 21" id="21"/>
            <p:cNvSpPr/>
            <p:nvPr/>
          </p:nvSpPr>
          <p:spPr>
            <a:xfrm flipH="false" flipV="false" rot="0">
              <a:off x="0" y="0"/>
              <a:ext cx="4876800" cy="1463040"/>
            </a:xfrm>
            <a:custGeom>
              <a:avLst/>
              <a:gdLst/>
              <a:ahLst/>
              <a:cxnLst/>
              <a:rect r="r" b="b" t="t" l="l"/>
              <a:pathLst>
                <a:path h="1463040" w="4876800">
                  <a:moveTo>
                    <a:pt x="0" y="0"/>
                  </a:moveTo>
                  <a:lnTo>
                    <a:pt x="4876800" y="0"/>
                  </a:lnTo>
                  <a:lnTo>
                    <a:pt x="4876800" y="1463040"/>
                  </a:lnTo>
                  <a:lnTo>
                    <a:pt x="0" y="1463040"/>
                  </a:lnTo>
                  <a:close/>
                </a:path>
              </a:pathLst>
            </a:custGeom>
            <a:blipFill>
              <a:blip r:embed="rId2">
                <a:alphaModFix amt="0"/>
              </a:blip>
              <a:stretch>
                <a:fillRect l="0" t="-14950" r="0" b="-14950"/>
              </a:stretch>
            </a:blipFill>
          </p:spPr>
        </p:sp>
        <p:sp>
          <p:nvSpPr>
            <p:cNvPr name="TextBox 22" id="22"/>
            <p:cNvSpPr txBox="true"/>
            <p:nvPr/>
          </p:nvSpPr>
          <p:spPr>
            <a:xfrm>
              <a:off x="0" y="-38100"/>
              <a:ext cx="4876800" cy="1501140"/>
            </a:xfrm>
            <a:prstGeom prst="rect">
              <a:avLst/>
            </a:prstGeom>
          </p:spPr>
          <p:txBody>
            <a:bodyPr anchor="ctr" rtlCol="false" tIns="0" lIns="0" bIns="0" rIns="0"/>
            <a:lstStyle/>
            <a:p>
              <a:pPr algn="ctr">
                <a:lnSpc>
                  <a:spcPts val="2160"/>
                </a:lnSpc>
              </a:pPr>
              <a:r>
                <a:rPr lang="en-US" sz="1800">
                  <a:solidFill>
                    <a:srgbClr val="8888A8"/>
                  </a:solidFill>
                  <a:latin typeface="Calibri (MS)"/>
                  <a:ea typeface="Calibri (MS)"/>
                  <a:cs typeface="Calibri (MS)"/>
                  <a:sym typeface="Calibri (MS)"/>
                </a:rPr>
                <a:t>Register, Login, Logout with session management</a:t>
              </a:r>
            </a:p>
          </p:txBody>
        </p:sp>
      </p:grpSp>
      <p:grpSp>
        <p:nvGrpSpPr>
          <p:cNvPr name="Group 23" id="23"/>
          <p:cNvGrpSpPr/>
          <p:nvPr/>
        </p:nvGrpSpPr>
        <p:grpSpPr>
          <a:xfrm rot="0">
            <a:off x="4925063" y="3187703"/>
            <a:ext cx="4048763" cy="3042923"/>
            <a:chOff x="0" y="0"/>
            <a:chExt cx="5398351" cy="4057231"/>
          </a:xfrm>
        </p:grpSpPr>
        <p:sp>
          <p:nvSpPr>
            <p:cNvPr name="Freeform 24" id="24"/>
            <p:cNvSpPr/>
            <p:nvPr/>
          </p:nvSpPr>
          <p:spPr>
            <a:xfrm flipH="false" flipV="false" rot="0">
              <a:off x="16891" y="16891"/>
              <a:ext cx="5364480" cy="4023360"/>
            </a:xfrm>
            <a:custGeom>
              <a:avLst/>
              <a:gdLst/>
              <a:ahLst/>
              <a:cxnLst/>
              <a:rect r="r" b="b" t="t" l="l"/>
              <a:pathLst>
                <a:path h="4023360" w="5364480">
                  <a:moveTo>
                    <a:pt x="0" y="0"/>
                  </a:moveTo>
                  <a:lnTo>
                    <a:pt x="5364480" y="0"/>
                  </a:lnTo>
                  <a:lnTo>
                    <a:pt x="5364480" y="4023360"/>
                  </a:lnTo>
                  <a:lnTo>
                    <a:pt x="0" y="4023360"/>
                  </a:lnTo>
                  <a:close/>
                </a:path>
              </a:pathLst>
            </a:custGeom>
            <a:solidFill>
              <a:srgbClr val="1A1A35"/>
            </a:solidFill>
          </p:spPr>
        </p:sp>
        <p:sp>
          <p:nvSpPr>
            <p:cNvPr name="Freeform 25" id="25"/>
            <p:cNvSpPr/>
            <p:nvPr/>
          </p:nvSpPr>
          <p:spPr>
            <a:xfrm flipH="false" flipV="false" rot="0">
              <a:off x="0" y="0"/>
              <a:ext cx="5398262" cy="4057142"/>
            </a:xfrm>
            <a:custGeom>
              <a:avLst/>
              <a:gdLst/>
              <a:ahLst/>
              <a:cxnLst/>
              <a:rect r="r" b="b" t="t" l="l"/>
              <a:pathLst>
                <a:path h="4057142" w="5398262">
                  <a:moveTo>
                    <a:pt x="16891" y="0"/>
                  </a:moveTo>
                  <a:lnTo>
                    <a:pt x="5381371" y="0"/>
                  </a:lnTo>
                  <a:cubicBezTo>
                    <a:pt x="5390769" y="0"/>
                    <a:pt x="5398262" y="7620"/>
                    <a:pt x="5398262" y="16891"/>
                  </a:cubicBezTo>
                  <a:lnTo>
                    <a:pt x="5398262" y="4040251"/>
                  </a:lnTo>
                  <a:cubicBezTo>
                    <a:pt x="5398262" y="4049649"/>
                    <a:pt x="5390642" y="4057142"/>
                    <a:pt x="538137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5381371" y="4023360"/>
                  </a:lnTo>
                  <a:lnTo>
                    <a:pt x="5381371" y="4040251"/>
                  </a:lnTo>
                  <a:lnTo>
                    <a:pt x="5364480" y="4040251"/>
                  </a:lnTo>
                  <a:lnTo>
                    <a:pt x="5364480" y="16891"/>
                  </a:lnTo>
                  <a:lnTo>
                    <a:pt x="5381371" y="16891"/>
                  </a:lnTo>
                  <a:lnTo>
                    <a:pt x="5381371" y="33909"/>
                  </a:lnTo>
                  <a:lnTo>
                    <a:pt x="16891" y="33909"/>
                  </a:lnTo>
                  <a:close/>
                </a:path>
              </a:pathLst>
            </a:custGeom>
            <a:solidFill>
              <a:srgbClr val="F76A6A"/>
            </a:solidFill>
          </p:spPr>
        </p:sp>
      </p:grpSp>
      <p:grpSp>
        <p:nvGrpSpPr>
          <p:cNvPr name="Group 26" id="26"/>
          <p:cNvGrpSpPr/>
          <p:nvPr/>
        </p:nvGrpSpPr>
        <p:grpSpPr>
          <a:xfrm rot="0">
            <a:off x="4937760" y="3383280"/>
            <a:ext cx="4023360" cy="914400"/>
            <a:chOff x="0" y="0"/>
            <a:chExt cx="5364480" cy="1219200"/>
          </a:xfrm>
        </p:grpSpPr>
        <p:sp>
          <p:nvSpPr>
            <p:cNvPr name="Freeform 27" id="27"/>
            <p:cNvSpPr/>
            <p:nvPr/>
          </p:nvSpPr>
          <p:spPr>
            <a:xfrm flipH="false" flipV="false" rot="0">
              <a:off x="0" y="0"/>
              <a:ext cx="5364480" cy="1219200"/>
            </a:xfrm>
            <a:custGeom>
              <a:avLst/>
              <a:gdLst/>
              <a:ahLst/>
              <a:cxnLst/>
              <a:rect r="r" b="b" t="t" l="l"/>
              <a:pathLst>
                <a:path h="1219200" w="5364480">
                  <a:moveTo>
                    <a:pt x="0" y="0"/>
                  </a:moveTo>
                  <a:lnTo>
                    <a:pt x="5364480" y="0"/>
                  </a:lnTo>
                  <a:lnTo>
                    <a:pt x="5364480" y="1219200"/>
                  </a:lnTo>
                  <a:lnTo>
                    <a:pt x="0" y="1219200"/>
                  </a:lnTo>
                  <a:close/>
                </a:path>
              </a:pathLst>
            </a:custGeom>
            <a:blipFill>
              <a:blip r:embed="rId2">
                <a:alphaModFix amt="0"/>
              </a:blip>
              <a:stretch>
                <a:fillRect l="0" t="-35734" r="0" b="-35734"/>
              </a:stretch>
            </a:blipFill>
          </p:spPr>
        </p:sp>
        <p:sp>
          <p:nvSpPr>
            <p:cNvPr name="TextBox 28" id="28"/>
            <p:cNvSpPr txBox="true"/>
            <p:nvPr/>
          </p:nvSpPr>
          <p:spPr>
            <a:xfrm>
              <a:off x="0" y="-76200"/>
              <a:ext cx="5364480" cy="129540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29" id="29"/>
          <p:cNvGrpSpPr/>
          <p:nvPr/>
        </p:nvGrpSpPr>
        <p:grpSpPr>
          <a:xfrm rot="0">
            <a:off x="5120640" y="4297680"/>
            <a:ext cx="3657600" cy="640080"/>
            <a:chOff x="0" y="0"/>
            <a:chExt cx="4876800" cy="853440"/>
          </a:xfrm>
        </p:grpSpPr>
        <p:sp>
          <p:nvSpPr>
            <p:cNvPr name="Freeform 30" id="30"/>
            <p:cNvSpPr/>
            <p:nvPr/>
          </p:nvSpPr>
          <p:spPr>
            <a:xfrm flipH="false" flipV="false" rot="0">
              <a:off x="0" y="0"/>
              <a:ext cx="4876800" cy="853440"/>
            </a:xfrm>
            <a:custGeom>
              <a:avLst/>
              <a:gdLst/>
              <a:ahLst/>
              <a:cxnLst/>
              <a:rect r="r" b="b" t="t" l="l"/>
              <a:pathLst>
                <a:path h="853440" w="4876800">
                  <a:moveTo>
                    <a:pt x="0" y="0"/>
                  </a:moveTo>
                  <a:lnTo>
                    <a:pt x="4876800" y="0"/>
                  </a:lnTo>
                  <a:lnTo>
                    <a:pt x="4876800" y="853440"/>
                  </a:lnTo>
                  <a:lnTo>
                    <a:pt x="0" y="853440"/>
                  </a:lnTo>
                  <a:close/>
                </a:path>
              </a:pathLst>
            </a:custGeom>
            <a:blipFill>
              <a:blip r:embed="rId2">
                <a:alphaModFix amt="0"/>
              </a:blip>
              <a:stretch>
                <a:fillRect l="0" t="-61343" r="0" b="-61343"/>
              </a:stretch>
            </a:blipFill>
          </p:spPr>
        </p:sp>
        <p:sp>
          <p:nvSpPr>
            <p:cNvPr name="TextBox 31" id="31"/>
            <p:cNvSpPr txBox="true"/>
            <p:nvPr/>
          </p:nvSpPr>
          <p:spPr>
            <a:xfrm>
              <a:off x="0" y="-19050"/>
              <a:ext cx="4876800" cy="872490"/>
            </a:xfrm>
            <a:prstGeom prst="rect">
              <a:avLst/>
            </a:prstGeom>
          </p:spPr>
          <p:txBody>
            <a:bodyPr anchor="ctr" rtlCol="false" tIns="0" lIns="0" bIns="0" rIns="0"/>
            <a:lstStyle/>
            <a:p>
              <a:pPr algn="ctr">
                <a:lnSpc>
                  <a:spcPts val="2640"/>
                </a:lnSpc>
              </a:pPr>
              <a:r>
                <a:rPr lang="en-US" sz="2200" b="true">
                  <a:solidFill>
                    <a:srgbClr val="F76A6A"/>
                  </a:solidFill>
                  <a:latin typeface="Arial Bold"/>
                  <a:ea typeface="Arial Bold"/>
                  <a:cs typeface="Arial Bold"/>
                  <a:sym typeface="Arial Bold"/>
                </a:rPr>
                <a:t>Content Tracking</a:t>
              </a:r>
            </a:p>
          </p:txBody>
        </p:sp>
      </p:grpSp>
      <p:grpSp>
        <p:nvGrpSpPr>
          <p:cNvPr name="Group 32" id="32"/>
          <p:cNvGrpSpPr/>
          <p:nvPr/>
        </p:nvGrpSpPr>
        <p:grpSpPr>
          <a:xfrm rot="0">
            <a:off x="5120640" y="4937760"/>
            <a:ext cx="3657600" cy="1097280"/>
            <a:chOff x="0" y="0"/>
            <a:chExt cx="4876800" cy="1463040"/>
          </a:xfrm>
        </p:grpSpPr>
        <p:sp>
          <p:nvSpPr>
            <p:cNvPr name="Freeform 33" id="33"/>
            <p:cNvSpPr/>
            <p:nvPr/>
          </p:nvSpPr>
          <p:spPr>
            <a:xfrm flipH="false" flipV="false" rot="0">
              <a:off x="0" y="0"/>
              <a:ext cx="4876800" cy="1463040"/>
            </a:xfrm>
            <a:custGeom>
              <a:avLst/>
              <a:gdLst/>
              <a:ahLst/>
              <a:cxnLst/>
              <a:rect r="r" b="b" t="t" l="l"/>
              <a:pathLst>
                <a:path h="1463040" w="4876800">
                  <a:moveTo>
                    <a:pt x="0" y="0"/>
                  </a:moveTo>
                  <a:lnTo>
                    <a:pt x="4876800" y="0"/>
                  </a:lnTo>
                  <a:lnTo>
                    <a:pt x="4876800" y="1463040"/>
                  </a:lnTo>
                  <a:lnTo>
                    <a:pt x="0" y="1463040"/>
                  </a:lnTo>
                  <a:close/>
                </a:path>
              </a:pathLst>
            </a:custGeom>
            <a:blipFill>
              <a:blip r:embed="rId2">
                <a:alphaModFix amt="0"/>
              </a:blip>
              <a:stretch>
                <a:fillRect l="0" t="-14950" r="0" b="-14950"/>
              </a:stretch>
            </a:blipFill>
          </p:spPr>
        </p:sp>
        <p:sp>
          <p:nvSpPr>
            <p:cNvPr name="TextBox 34" id="34"/>
            <p:cNvSpPr txBox="true"/>
            <p:nvPr/>
          </p:nvSpPr>
          <p:spPr>
            <a:xfrm>
              <a:off x="0" y="-38100"/>
              <a:ext cx="4876800" cy="1501140"/>
            </a:xfrm>
            <a:prstGeom prst="rect">
              <a:avLst/>
            </a:prstGeom>
          </p:spPr>
          <p:txBody>
            <a:bodyPr anchor="ctr" rtlCol="false" tIns="0" lIns="0" bIns="0" rIns="0"/>
            <a:lstStyle/>
            <a:p>
              <a:pPr algn="ctr">
                <a:lnSpc>
                  <a:spcPts val="2160"/>
                </a:lnSpc>
              </a:pPr>
              <a:r>
                <a:rPr lang="en-US" sz="1800">
                  <a:solidFill>
                    <a:srgbClr val="8888A8"/>
                  </a:solidFill>
                  <a:latin typeface="Calibri (MS)"/>
                  <a:ea typeface="Calibri (MS)"/>
                  <a:cs typeface="Calibri (MS)"/>
                  <a:sym typeface="Calibri (MS)"/>
                </a:rPr>
                <a:t>Add, Edit, Delete with status, rating &amp; progress</a:t>
              </a:r>
            </a:p>
          </p:txBody>
        </p:sp>
      </p:grpSp>
      <p:grpSp>
        <p:nvGrpSpPr>
          <p:cNvPr name="Group 35" id="35"/>
          <p:cNvGrpSpPr/>
          <p:nvPr/>
        </p:nvGrpSpPr>
        <p:grpSpPr>
          <a:xfrm rot="0">
            <a:off x="9314183" y="3187703"/>
            <a:ext cx="4048763" cy="3042923"/>
            <a:chOff x="0" y="0"/>
            <a:chExt cx="5398351" cy="4057231"/>
          </a:xfrm>
        </p:grpSpPr>
        <p:sp>
          <p:nvSpPr>
            <p:cNvPr name="Freeform 36" id="36"/>
            <p:cNvSpPr/>
            <p:nvPr/>
          </p:nvSpPr>
          <p:spPr>
            <a:xfrm flipH="false" flipV="false" rot="0">
              <a:off x="16891" y="16891"/>
              <a:ext cx="5364480" cy="4023360"/>
            </a:xfrm>
            <a:custGeom>
              <a:avLst/>
              <a:gdLst/>
              <a:ahLst/>
              <a:cxnLst/>
              <a:rect r="r" b="b" t="t" l="l"/>
              <a:pathLst>
                <a:path h="4023360" w="5364480">
                  <a:moveTo>
                    <a:pt x="0" y="0"/>
                  </a:moveTo>
                  <a:lnTo>
                    <a:pt x="5364480" y="0"/>
                  </a:lnTo>
                  <a:lnTo>
                    <a:pt x="5364480" y="4023360"/>
                  </a:lnTo>
                  <a:lnTo>
                    <a:pt x="0" y="4023360"/>
                  </a:lnTo>
                  <a:close/>
                </a:path>
              </a:pathLst>
            </a:custGeom>
            <a:solidFill>
              <a:srgbClr val="1A1A35"/>
            </a:solidFill>
          </p:spPr>
        </p:sp>
        <p:sp>
          <p:nvSpPr>
            <p:cNvPr name="Freeform 37" id="37"/>
            <p:cNvSpPr/>
            <p:nvPr/>
          </p:nvSpPr>
          <p:spPr>
            <a:xfrm flipH="false" flipV="false" rot="0">
              <a:off x="0" y="0"/>
              <a:ext cx="5398262" cy="4057142"/>
            </a:xfrm>
            <a:custGeom>
              <a:avLst/>
              <a:gdLst/>
              <a:ahLst/>
              <a:cxnLst/>
              <a:rect r="r" b="b" t="t" l="l"/>
              <a:pathLst>
                <a:path h="4057142" w="5398262">
                  <a:moveTo>
                    <a:pt x="16891" y="0"/>
                  </a:moveTo>
                  <a:lnTo>
                    <a:pt x="5381371" y="0"/>
                  </a:lnTo>
                  <a:cubicBezTo>
                    <a:pt x="5390769" y="0"/>
                    <a:pt x="5398262" y="7620"/>
                    <a:pt x="5398262" y="16891"/>
                  </a:cubicBezTo>
                  <a:lnTo>
                    <a:pt x="5398262" y="4040251"/>
                  </a:lnTo>
                  <a:cubicBezTo>
                    <a:pt x="5398262" y="4049649"/>
                    <a:pt x="5390642" y="4057142"/>
                    <a:pt x="538137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5381371" y="4023360"/>
                  </a:lnTo>
                  <a:lnTo>
                    <a:pt x="5381371" y="4040251"/>
                  </a:lnTo>
                  <a:lnTo>
                    <a:pt x="5364480" y="4040251"/>
                  </a:lnTo>
                  <a:lnTo>
                    <a:pt x="5364480" y="16891"/>
                  </a:lnTo>
                  <a:lnTo>
                    <a:pt x="5381371" y="16891"/>
                  </a:lnTo>
                  <a:lnTo>
                    <a:pt x="5381371" y="33909"/>
                  </a:lnTo>
                  <a:lnTo>
                    <a:pt x="16891" y="33909"/>
                  </a:lnTo>
                  <a:close/>
                </a:path>
              </a:pathLst>
            </a:custGeom>
            <a:solidFill>
              <a:srgbClr val="6AF7C4"/>
            </a:solidFill>
          </p:spPr>
        </p:sp>
      </p:grpSp>
      <p:grpSp>
        <p:nvGrpSpPr>
          <p:cNvPr name="Group 38" id="38"/>
          <p:cNvGrpSpPr/>
          <p:nvPr/>
        </p:nvGrpSpPr>
        <p:grpSpPr>
          <a:xfrm rot="0">
            <a:off x="9326880" y="3383280"/>
            <a:ext cx="4023360" cy="914400"/>
            <a:chOff x="0" y="0"/>
            <a:chExt cx="5364480" cy="1219200"/>
          </a:xfrm>
        </p:grpSpPr>
        <p:sp>
          <p:nvSpPr>
            <p:cNvPr name="Freeform 39" id="39"/>
            <p:cNvSpPr/>
            <p:nvPr/>
          </p:nvSpPr>
          <p:spPr>
            <a:xfrm flipH="false" flipV="false" rot="0">
              <a:off x="0" y="0"/>
              <a:ext cx="5364480" cy="1219200"/>
            </a:xfrm>
            <a:custGeom>
              <a:avLst/>
              <a:gdLst/>
              <a:ahLst/>
              <a:cxnLst/>
              <a:rect r="r" b="b" t="t" l="l"/>
              <a:pathLst>
                <a:path h="1219200" w="5364480">
                  <a:moveTo>
                    <a:pt x="0" y="0"/>
                  </a:moveTo>
                  <a:lnTo>
                    <a:pt x="5364480" y="0"/>
                  </a:lnTo>
                  <a:lnTo>
                    <a:pt x="5364480" y="1219200"/>
                  </a:lnTo>
                  <a:lnTo>
                    <a:pt x="0" y="1219200"/>
                  </a:lnTo>
                  <a:close/>
                </a:path>
              </a:pathLst>
            </a:custGeom>
            <a:blipFill>
              <a:blip r:embed="rId2">
                <a:alphaModFix amt="0"/>
              </a:blip>
              <a:stretch>
                <a:fillRect l="0" t="-35734" r="0" b="-35734"/>
              </a:stretch>
            </a:blipFill>
          </p:spPr>
        </p:sp>
        <p:sp>
          <p:nvSpPr>
            <p:cNvPr name="TextBox 40" id="40"/>
            <p:cNvSpPr txBox="true"/>
            <p:nvPr/>
          </p:nvSpPr>
          <p:spPr>
            <a:xfrm>
              <a:off x="0" y="-76200"/>
              <a:ext cx="5364480" cy="129540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41" id="41"/>
          <p:cNvGrpSpPr/>
          <p:nvPr/>
        </p:nvGrpSpPr>
        <p:grpSpPr>
          <a:xfrm rot="0">
            <a:off x="9509760" y="4297680"/>
            <a:ext cx="3657600" cy="640080"/>
            <a:chOff x="0" y="0"/>
            <a:chExt cx="4876800" cy="853440"/>
          </a:xfrm>
        </p:grpSpPr>
        <p:sp>
          <p:nvSpPr>
            <p:cNvPr name="Freeform 42" id="42"/>
            <p:cNvSpPr/>
            <p:nvPr/>
          </p:nvSpPr>
          <p:spPr>
            <a:xfrm flipH="false" flipV="false" rot="0">
              <a:off x="0" y="0"/>
              <a:ext cx="4876800" cy="853440"/>
            </a:xfrm>
            <a:custGeom>
              <a:avLst/>
              <a:gdLst/>
              <a:ahLst/>
              <a:cxnLst/>
              <a:rect r="r" b="b" t="t" l="l"/>
              <a:pathLst>
                <a:path h="853440" w="4876800">
                  <a:moveTo>
                    <a:pt x="0" y="0"/>
                  </a:moveTo>
                  <a:lnTo>
                    <a:pt x="4876800" y="0"/>
                  </a:lnTo>
                  <a:lnTo>
                    <a:pt x="4876800" y="853440"/>
                  </a:lnTo>
                  <a:lnTo>
                    <a:pt x="0" y="853440"/>
                  </a:lnTo>
                  <a:close/>
                </a:path>
              </a:pathLst>
            </a:custGeom>
            <a:blipFill>
              <a:blip r:embed="rId2">
                <a:alphaModFix amt="0"/>
              </a:blip>
              <a:stretch>
                <a:fillRect l="0" t="-61343" r="0" b="-61343"/>
              </a:stretch>
            </a:blipFill>
          </p:spPr>
        </p:sp>
        <p:sp>
          <p:nvSpPr>
            <p:cNvPr name="TextBox 43" id="43"/>
            <p:cNvSpPr txBox="true"/>
            <p:nvPr/>
          </p:nvSpPr>
          <p:spPr>
            <a:xfrm>
              <a:off x="0" y="-19050"/>
              <a:ext cx="4876800" cy="872490"/>
            </a:xfrm>
            <a:prstGeom prst="rect">
              <a:avLst/>
            </a:prstGeom>
          </p:spPr>
          <p:txBody>
            <a:bodyPr anchor="ctr" rtlCol="false" tIns="0" lIns="0" bIns="0" rIns="0"/>
            <a:lstStyle/>
            <a:p>
              <a:pPr algn="ctr">
                <a:lnSpc>
                  <a:spcPts val="2640"/>
                </a:lnSpc>
              </a:pPr>
              <a:r>
                <a:rPr lang="en-US" sz="2200" b="true">
                  <a:solidFill>
                    <a:srgbClr val="6AF7C4"/>
                  </a:solidFill>
                  <a:latin typeface="Arial Bold"/>
                  <a:ea typeface="Arial Bold"/>
                  <a:cs typeface="Arial Bold"/>
                  <a:sym typeface="Arial Bold"/>
                </a:rPr>
                <a:t>Netflix Browse</a:t>
              </a:r>
            </a:p>
          </p:txBody>
        </p:sp>
      </p:grpSp>
      <p:grpSp>
        <p:nvGrpSpPr>
          <p:cNvPr name="Group 44" id="44"/>
          <p:cNvGrpSpPr/>
          <p:nvPr/>
        </p:nvGrpSpPr>
        <p:grpSpPr>
          <a:xfrm rot="0">
            <a:off x="9509760" y="4937760"/>
            <a:ext cx="3657600" cy="1097280"/>
            <a:chOff x="0" y="0"/>
            <a:chExt cx="4876800" cy="1463040"/>
          </a:xfrm>
        </p:grpSpPr>
        <p:sp>
          <p:nvSpPr>
            <p:cNvPr name="Freeform 45" id="45"/>
            <p:cNvSpPr/>
            <p:nvPr/>
          </p:nvSpPr>
          <p:spPr>
            <a:xfrm flipH="false" flipV="false" rot="0">
              <a:off x="0" y="0"/>
              <a:ext cx="4876800" cy="1463040"/>
            </a:xfrm>
            <a:custGeom>
              <a:avLst/>
              <a:gdLst/>
              <a:ahLst/>
              <a:cxnLst/>
              <a:rect r="r" b="b" t="t" l="l"/>
              <a:pathLst>
                <a:path h="1463040" w="4876800">
                  <a:moveTo>
                    <a:pt x="0" y="0"/>
                  </a:moveTo>
                  <a:lnTo>
                    <a:pt x="4876800" y="0"/>
                  </a:lnTo>
                  <a:lnTo>
                    <a:pt x="4876800" y="1463040"/>
                  </a:lnTo>
                  <a:lnTo>
                    <a:pt x="0" y="1463040"/>
                  </a:lnTo>
                  <a:close/>
                </a:path>
              </a:pathLst>
            </a:custGeom>
            <a:blipFill>
              <a:blip r:embed="rId2">
                <a:alphaModFix amt="0"/>
              </a:blip>
              <a:stretch>
                <a:fillRect l="0" t="-14950" r="0" b="-14950"/>
              </a:stretch>
            </a:blipFill>
          </p:spPr>
        </p:sp>
        <p:sp>
          <p:nvSpPr>
            <p:cNvPr name="TextBox 46" id="46"/>
            <p:cNvSpPr txBox="true"/>
            <p:nvPr/>
          </p:nvSpPr>
          <p:spPr>
            <a:xfrm>
              <a:off x="0" y="-38100"/>
              <a:ext cx="4876800" cy="1501140"/>
            </a:xfrm>
            <a:prstGeom prst="rect">
              <a:avLst/>
            </a:prstGeom>
          </p:spPr>
          <p:txBody>
            <a:bodyPr anchor="ctr" rtlCol="false" tIns="0" lIns="0" bIns="0" rIns="0"/>
            <a:lstStyle/>
            <a:p>
              <a:pPr algn="ctr">
                <a:lnSpc>
                  <a:spcPts val="2160"/>
                </a:lnSpc>
              </a:pPr>
              <a:r>
                <a:rPr lang="en-US" sz="1800">
                  <a:solidFill>
                    <a:srgbClr val="8888A8"/>
                  </a:solidFill>
                  <a:latin typeface="Calibri (MS)"/>
                  <a:ea typeface="Calibri (MS)"/>
                  <a:cs typeface="Calibri (MS)"/>
                  <a:sym typeface="Calibri (MS)"/>
                </a:rPr>
                <a:t>Real posters from live APIs with hover effects</a:t>
              </a:r>
            </a:p>
          </p:txBody>
        </p:sp>
      </p:grpSp>
      <p:grpSp>
        <p:nvGrpSpPr>
          <p:cNvPr name="Group 47" id="47"/>
          <p:cNvGrpSpPr/>
          <p:nvPr/>
        </p:nvGrpSpPr>
        <p:grpSpPr>
          <a:xfrm rot="0">
            <a:off x="13703303" y="3187703"/>
            <a:ext cx="4048763" cy="3042923"/>
            <a:chOff x="0" y="0"/>
            <a:chExt cx="5398351" cy="4057231"/>
          </a:xfrm>
        </p:grpSpPr>
        <p:sp>
          <p:nvSpPr>
            <p:cNvPr name="Freeform 48" id="48"/>
            <p:cNvSpPr/>
            <p:nvPr/>
          </p:nvSpPr>
          <p:spPr>
            <a:xfrm flipH="false" flipV="false" rot="0">
              <a:off x="16891" y="16891"/>
              <a:ext cx="5364480" cy="4023360"/>
            </a:xfrm>
            <a:custGeom>
              <a:avLst/>
              <a:gdLst/>
              <a:ahLst/>
              <a:cxnLst/>
              <a:rect r="r" b="b" t="t" l="l"/>
              <a:pathLst>
                <a:path h="4023360" w="5364480">
                  <a:moveTo>
                    <a:pt x="0" y="0"/>
                  </a:moveTo>
                  <a:lnTo>
                    <a:pt x="5364480" y="0"/>
                  </a:lnTo>
                  <a:lnTo>
                    <a:pt x="5364480" y="4023360"/>
                  </a:lnTo>
                  <a:lnTo>
                    <a:pt x="0" y="4023360"/>
                  </a:lnTo>
                  <a:close/>
                </a:path>
              </a:pathLst>
            </a:custGeom>
            <a:solidFill>
              <a:srgbClr val="1A1A35"/>
            </a:solidFill>
          </p:spPr>
        </p:sp>
        <p:sp>
          <p:nvSpPr>
            <p:cNvPr name="Freeform 49" id="49"/>
            <p:cNvSpPr/>
            <p:nvPr/>
          </p:nvSpPr>
          <p:spPr>
            <a:xfrm flipH="false" flipV="false" rot="0">
              <a:off x="0" y="0"/>
              <a:ext cx="5398262" cy="4057142"/>
            </a:xfrm>
            <a:custGeom>
              <a:avLst/>
              <a:gdLst/>
              <a:ahLst/>
              <a:cxnLst/>
              <a:rect r="r" b="b" t="t" l="l"/>
              <a:pathLst>
                <a:path h="4057142" w="5398262">
                  <a:moveTo>
                    <a:pt x="16891" y="0"/>
                  </a:moveTo>
                  <a:lnTo>
                    <a:pt x="5381371" y="0"/>
                  </a:lnTo>
                  <a:cubicBezTo>
                    <a:pt x="5390769" y="0"/>
                    <a:pt x="5398262" y="7620"/>
                    <a:pt x="5398262" y="16891"/>
                  </a:cubicBezTo>
                  <a:lnTo>
                    <a:pt x="5398262" y="4040251"/>
                  </a:lnTo>
                  <a:cubicBezTo>
                    <a:pt x="5398262" y="4049649"/>
                    <a:pt x="5390642" y="4057142"/>
                    <a:pt x="538137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5381371" y="4023360"/>
                  </a:lnTo>
                  <a:lnTo>
                    <a:pt x="5381371" y="4040251"/>
                  </a:lnTo>
                  <a:lnTo>
                    <a:pt x="5364480" y="4040251"/>
                  </a:lnTo>
                  <a:lnTo>
                    <a:pt x="5364480" y="16891"/>
                  </a:lnTo>
                  <a:lnTo>
                    <a:pt x="5381371" y="16891"/>
                  </a:lnTo>
                  <a:lnTo>
                    <a:pt x="5381371" y="33909"/>
                  </a:lnTo>
                  <a:lnTo>
                    <a:pt x="16891" y="33909"/>
                  </a:lnTo>
                  <a:close/>
                </a:path>
              </a:pathLst>
            </a:custGeom>
            <a:solidFill>
              <a:srgbClr val="F7C46A"/>
            </a:solidFill>
          </p:spPr>
        </p:sp>
      </p:grpSp>
      <p:grpSp>
        <p:nvGrpSpPr>
          <p:cNvPr name="Group 50" id="50"/>
          <p:cNvGrpSpPr/>
          <p:nvPr/>
        </p:nvGrpSpPr>
        <p:grpSpPr>
          <a:xfrm rot="0">
            <a:off x="13716000" y="3383280"/>
            <a:ext cx="4023360" cy="914400"/>
            <a:chOff x="0" y="0"/>
            <a:chExt cx="5364480" cy="1219200"/>
          </a:xfrm>
        </p:grpSpPr>
        <p:sp>
          <p:nvSpPr>
            <p:cNvPr name="Freeform 51" id="51"/>
            <p:cNvSpPr/>
            <p:nvPr/>
          </p:nvSpPr>
          <p:spPr>
            <a:xfrm flipH="false" flipV="false" rot="0">
              <a:off x="0" y="0"/>
              <a:ext cx="5364480" cy="1219200"/>
            </a:xfrm>
            <a:custGeom>
              <a:avLst/>
              <a:gdLst/>
              <a:ahLst/>
              <a:cxnLst/>
              <a:rect r="r" b="b" t="t" l="l"/>
              <a:pathLst>
                <a:path h="1219200" w="5364480">
                  <a:moveTo>
                    <a:pt x="0" y="0"/>
                  </a:moveTo>
                  <a:lnTo>
                    <a:pt x="5364480" y="0"/>
                  </a:lnTo>
                  <a:lnTo>
                    <a:pt x="5364480" y="1219200"/>
                  </a:lnTo>
                  <a:lnTo>
                    <a:pt x="0" y="1219200"/>
                  </a:lnTo>
                  <a:close/>
                </a:path>
              </a:pathLst>
            </a:custGeom>
            <a:blipFill>
              <a:blip r:embed="rId2">
                <a:alphaModFix amt="0"/>
              </a:blip>
              <a:stretch>
                <a:fillRect l="0" t="-35734" r="0" b="-35734"/>
              </a:stretch>
            </a:blipFill>
          </p:spPr>
        </p:sp>
        <p:sp>
          <p:nvSpPr>
            <p:cNvPr name="TextBox 52" id="52"/>
            <p:cNvSpPr txBox="true"/>
            <p:nvPr/>
          </p:nvSpPr>
          <p:spPr>
            <a:xfrm>
              <a:off x="0" y="-76200"/>
              <a:ext cx="5364480" cy="129540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53" id="53"/>
          <p:cNvGrpSpPr/>
          <p:nvPr/>
        </p:nvGrpSpPr>
        <p:grpSpPr>
          <a:xfrm rot="0">
            <a:off x="13898880" y="4297680"/>
            <a:ext cx="3657600" cy="640080"/>
            <a:chOff x="0" y="0"/>
            <a:chExt cx="4876800" cy="853440"/>
          </a:xfrm>
        </p:grpSpPr>
        <p:sp>
          <p:nvSpPr>
            <p:cNvPr name="Freeform 54" id="54"/>
            <p:cNvSpPr/>
            <p:nvPr/>
          </p:nvSpPr>
          <p:spPr>
            <a:xfrm flipH="false" flipV="false" rot="0">
              <a:off x="0" y="0"/>
              <a:ext cx="4876800" cy="853440"/>
            </a:xfrm>
            <a:custGeom>
              <a:avLst/>
              <a:gdLst/>
              <a:ahLst/>
              <a:cxnLst/>
              <a:rect r="r" b="b" t="t" l="l"/>
              <a:pathLst>
                <a:path h="853440" w="4876800">
                  <a:moveTo>
                    <a:pt x="0" y="0"/>
                  </a:moveTo>
                  <a:lnTo>
                    <a:pt x="4876800" y="0"/>
                  </a:lnTo>
                  <a:lnTo>
                    <a:pt x="4876800" y="853440"/>
                  </a:lnTo>
                  <a:lnTo>
                    <a:pt x="0" y="853440"/>
                  </a:lnTo>
                  <a:close/>
                </a:path>
              </a:pathLst>
            </a:custGeom>
            <a:blipFill>
              <a:blip r:embed="rId2">
                <a:alphaModFix amt="0"/>
              </a:blip>
              <a:stretch>
                <a:fillRect l="0" t="-61343" r="0" b="-61343"/>
              </a:stretch>
            </a:blipFill>
          </p:spPr>
        </p:sp>
        <p:sp>
          <p:nvSpPr>
            <p:cNvPr name="TextBox 55" id="55"/>
            <p:cNvSpPr txBox="true"/>
            <p:nvPr/>
          </p:nvSpPr>
          <p:spPr>
            <a:xfrm>
              <a:off x="0" y="-19050"/>
              <a:ext cx="4876800" cy="872490"/>
            </a:xfrm>
            <a:prstGeom prst="rect">
              <a:avLst/>
            </a:prstGeom>
          </p:spPr>
          <p:txBody>
            <a:bodyPr anchor="ctr" rtlCol="false" tIns="0" lIns="0" bIns="0" rIns="0"/>
            <a:lstStyle/>
            <a:p>
              <a:pPr algn="ctr">
                <a:lnSpc>
                  <a:spcPts val="2640"/>
                </a:lnSpc>
              </a:pPr>
              <a:r>
                <a:rPr lang="en-US" sz="2200" b="true">
                  <a:solidFill>
                    <a:srgbClr val="F7C46A"/>
                  </a:solidFill>
                  <a:latin typeface="Arial Bold"/>
                  <a:ea typeface="Arial Bold"/>
                  <a:cs typeface="Arial Bold"/>
                  <a:sym typeface="Arial Bold"/>
                </a:rPr>
                <a:t>Smart Search</a:t>
              </a:r>
            </a:p>
          </p:txBody>
        </p:sp>
      </p:grpSp>
      <p:grpSp>
        <p:nvGrpSpPr>
          <p:cNvPr name="Group 56" id="56"/>
          <p:cNvGrpSpPr/>
          <p:nvPr/>
        </p:nvGrpSpPr>
        <p:grpSpPr>
          <a:xfrm rot="0">
            <a:off x="13898880" y="4937760"/>
            <a:ext cx="3657600" cy="1097280"/>
            <a:chOff x="0" y="0"/>
            <a:chExt cx="4876800" cy="1463040"/>
          </a:xfrm>
        </p:grpSpPr>
        <p:sp>
          <p:nvSpPr>
            <p:cNvPr name="Freeform 57" id="57"/>
            <p:cNvSpPr/>
            <p:nvPr/>
          </p:nvSpPr>
          <p:spPr>
            <a:xfrm flipH="false" flipV="false" rot="0">
              <a:off x="0" y="0"/>
              <a:ext cx="4876800" cy="1463040"/>
            </a:xfrm>
            <a:custGeom>
              <a:avLst/>
              <a:gdLst/>
              <a:ahLst/>
              <a:cxnLst/>
              <a:rect r="r" b="b" t="t" l="l"/>
              <a:pathLst>
                <a:path h="1463040" w="4876800">
                  <a:moveTo>
                    <a:pt x="0" y="0"/>
                  </a:moveTo>
                  <a:lnTo>
                    <a:pt x="4876800" y="0"/>
                  </a:lnTo>
                  <a:lnTo>
                    <a:pt x="4876800" y="1463040"/>
                  </a:lnTo>
                  <a:lnTo>
                    <a:pt x="0" y="1463040"/>
                  </a:lnTo>
                  <a:close/>
                </a:path>
              </a:pathLst>
            </a:custGeom>
            <a:blipFill>
              <a:blip r:embed="rId2">
                <a:alphaModFix amt="0"/>
              </a:blip>
              <a:stretch>
                <a:fillRect l="0" t="-14950" r="0" b="-14950"/>
              </a:stretch>
            </a:blipFill>
          </p:spPr>
        </p:sp>
        <p:sp>
          <p:nvSpPr>
            <p:cNvPr name="TextBox 58" id="58"/>
            <p:cNvSpPr txBox="true"/>
            <p:nvPr/>
          </p:nvSpPr>
          <p:spPr>
            <a:xfrm>
              <a:off x="0" y="-38100"/>
              <a:ext cx="4876800" cy="1501140"/>
            </a:xfrm>
            <a:prstGeom prst="rect">
              <a:avLst/>
            </a:prstGeom>
          </p:spPr>
          <p:txBody>
            <a:bodyPr anchor="ctr" rtlCol="false" tIns="0" lIns="0" bIns="0" rIns="0"/>
            <a:lstStyle/>
            <a:p>
              <a:pPr algn="ctr">
                <a:lnSpc>
                  <a:spcPts val="2160"/>
                </a:lnSpc>
              </a:pPr>
              <a:r>
                <a:rPr lang="en-US" sz="1800">
                  <a:solidFill>
                    <a:srgbClr val="8888A8"/>
                  </a:solidFill>
                  <a:latin typeface="Calibri (MS)"/>
                  <a:ea typeface="Calibri (MS)"/>
                  <a:cs typeface="Calibri (MS)"/>
                  <a:sym typeface="Calibri (MS)"/>
                </a:rPr>
                <a:t>Search across all categories in real-time</a:t>
              </a:r>
            </a:p>
          </p:txBody>
        </p:sp>
      </p:grpSp>
      <p:grpSp>
        <p:nvGrpSpPr>
          <p:cNvPr name="Group 59" id="59"/>
          <p:cNvGrpSpPr/>
          <p:nvPr/>
        </p:nvGrpSpPr>
        <p:grpSpPr>
          <a:xfrm rot="0">
            <a:off x="535943" y="6570983"/>
            <a:ext cx="4048763" cy="3042923"/>
            <a:chOff x="0" y="0"/>
            <a:chExt cx="5398351" cy="4057231"/>
          </a:xfrm>
        </p:grpSpPr>
        <p:sp>
          <p:nvSpPr>
            <p:cNvPr name="Freeform 60" id="60"/>
            <p:cNvSpPr/>
            <p:nvPr/>
          </p:nvSpPr>
          <p:spPr>
            <a:xfrm flipH="false" flipV="false" rot="0">
              <a:off x="16891" y="16891"/>
              <a:ext cx="5364480" cy="4023360"/>
            </a:xfrm>
            <a:custGeom>
              <a:avLst/>
              <a:gdLst/>
              <a:ahLst/>
              <a:cxnLst/>
              <a:rect r="r" b="b" t="t" l="l"/>
              <a:pathLst>
                <a:path h="4023360" w="5364480">
                  <a:moveTo>
                    <a:pt x="0" y="0"/>
                  </a:moveTo>
                  <a:lnTo>
                    <a:pt x="5364480" y="0"/>
                  </a:lnTo>
                  <a:lnTo>
                    <a:pt x="5364480" y="4023360"/>
                  </a:lnTo>
                  <a:lnTo>
                    <a:pt x="0" y="4023360"/>
                  </a:lnTo>
                  <a:close/>
                </a:path>
              </a:pathLst>
            </a:custGeom>
            <a:solidFill>
              <a:srgbClr val="1A1A35"/>
            </a:solidFill>
          </p:spPr>
        </p:sp>
        <p:sp>
          <p:nvSpPr>
            <p:cNvPr name="Freeform 61" id="61"/>
            <p:cNvSpPr/>
            <p:nvPr/>
          </p:nvSpPr>
          <p:spPr>
            <a:xfrm flipH="false" flipV="false" rot="0">
              <a:off x="0" y="0"/>
              <a:ext cx="5398262" cy="4057142"/>
            </a:xfrm>
            <a:custGeom>
              <a:avLst/>
              <a:gdLst/>
              <a:ahLst/>
              <a:cxnLst/>
              <a:rect r="r" b="b" t="t" l="l"/>
              <a:pathLst>
                <a:path h="4057142" w="5398262">
                  <a:moveTo>
                    <a:pt x="16891" y="0"/>
                  </a:moveTo>
                  <a:lnTo>
                    <a:pt x="5381371" y="0"/>
                  </a:lnTo>
                  <a:cubicBezTo>
                    <a:pt x="5390769" y="0"/>
                    <a:pt x="5398262" y="7620"/>
                    <a:pt x="5398262" y="16891"/>
                  </a:cubicBezTo>
                  <a:lnTo>
                    <a:pt x="5398262" y="4040251"/>
                  </a:lnTo>
                  <a:cubicBezTo>
                    <a:pt x="5398262" y="4049649"/>
                    <a:pt x="5390642" y="4057142"/>
                    <a:pt x="538137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5381371" y="4023360"/>
                  </a:lnTo>
                  <a:lnTo>
                    <a:pt x="5381371" y="4040251"/>
                  </a:lnTo>
                  <a:lnTo>
                    <a:pt x="5364480" y="4040251"/>
                  </a:lnTo>
                  <a:lnTo>
                    <a:pt x="5364480" y="16891"/>
                  </a:lnTo>
                  <a:lnTo>
                    <a:pt x="5381371" y="16891"/>
                  </a:lnTo>
                  <a:lnTo>
                    <a:pt x="5381371" y="33909"/>
                  </a:lnTo>
                  <a:lnTo>
                    <a:pt x="16891" y="33909"/>
                  </a:lnTo>
                  <a:close/>
                </a:path>
              </a:pathLst>
            </a:custGeom>
            <a:solidFill>
              <a:srgbClr val="7C6AF7"/>
            </a:solidFill>
          </p:spPr>
        </p:sp>
      </p:grpSp>
      <p:grpSp>
        <p:nvGrpSpPr>
          <p:cNvPr name="Group 62" id="62"/>
          <p:cNvGrpSpPr/>
          <p:nvPr/>
        </p:nvGrpSpPr>
        <p:grpSpPr>
          <a:xfrm rot="0">
            <a:off x="548640" y="6766560"/>
            <a:ext cx="4023360" cy="914400"/>
            <a:chOff x="0" y="0"/>
            <a:chExt cx="5364480" cy="1219200"/>
          </a:xfrm>
        </p:grpSpPr>
        <p:sp>
          <p:nvSpPr>
            <p:cNvPr name="Freeform 63" id="63"/>
            <p:cNvSpPr/>
            <p:nvPr/>
          </p:nvSpPr>
          <p:spPr>
            <a:xfrm flipH="false" flipV="false" rot="0">
              <a:off x="0" y="0"/>
              <a:ext cx="5364480" cy="1219200"/>
            </a:xfrm>
            <a:custGeom>
              <a:avLst/>
              <a:gdLst/>
              <a:ahLst/>
              <a:cxnLst/>
              <a:rect r="r" b="b" t="t" l="l"/>
              <a:pathLst>
                <a:path h="1219200" w="5364480">
                  <a:moveTo>
                    <a:pt x="0" y="0"/>
                  </a:moveTo>
                  <a:lnTo>
                    <a:pt x="5364480" y="0"/>
                  </a:lnTo>
                  <a:lnTo>
                    <a:pt x="5364480" y="1219200"/>
                  </a:lnTo>
                  <a:lnTo>
                    <a:pt x="0" y="1219200"/>
                  </a:lnTo>
                  <a:close/>
                </a:path>
              </a:pathLst>
            </a:custGeom>
            <a:blipFill>
              <a:blip r:embed="rId2">
                <a:alphaModFix amt="0"/>
              </a:blip>
              <a:stretch>
                <a:fillRect l="0" t="-35734" r="0" b="-35734"/>
              </a:stretch>
            </a:blipFill>
          </p:spPr>
        </p:sp>
        <p:sp>
          <p:nvSpPr>
            <p:cNvPr name="TextBox 64" id="64"/>
            <p:cNvSpPr txBox="true"/>
            <p:nvPr/>
          </p:nvSpPr>
          <p:spPr>
            <a:xfrm>
              <a:off x="0" y="-76200"/>
              <a:ext cx="5364480" cy="129540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65" id="65"/>
          <p:cNvGrpSpPr/>
          <p:nvPr/>
        </p:nvGrpSpPr>
        <p:grpSpPr>
          <a:xfrm rot="0">
            <a:off x="731520" y="7680960"/>
            <a:ext cx="3657600" cy="640080"/>
            <a:chOff x="0" y="0"/>
            <a:chExt cx="4876800" cy="853440"/>
          </a:xfrm>
        </p:grpSpPr>
        <p:sp>
          <p:nvSpPr>
            <p:cNvPr name="Freeform 66" id="66"/>
            <p:cNvSpPr/>
            <p:nvPr/>
          </p:nvSpPr>
          <p:spPr>
            <a:xfrm flipH="false" flipV="false" rot="0">
              <a:off x="0" y="0"/>
              <a:ext cx="4876800" cy="853440"/>
            </a:xfrm>
            <a:custGeom>
              <a:avLst/>
              <a:gdLst/>
              <a:ahLst/>
              <a:cxnLst/>
              <a:rect r="r" b="b" t="t" l="l"/>
              <a:pathLst>
                <a:path h="853440" w="4876800">
                  <a:moveTo>
                    <a:pt x="0" y="0"/>
                  </a:moveTo>
                  <a:lnTo>
                    <a:pt x="4876800" y="0"/>
                  </a:lnTo>
                  <a:lnTo>
                    <a:pt x="4876800" y="853440"/>
                  </a:lnTo>
                  <a:lnTo>
                    <a:pt x="0" y="853440"/>
                  </a:lnTo>
                  <a:close/>
                </a:path>
              </a:pathLst>
            </a:custGeom>
            <a:blipFill>
              <a:blip r:embed="rId2">
                <a:alphaModFix amt="0"/>
              </a:blip>
              <a:stretch>
                <a:fillRect l="0" t="-61343" r="0" b="-61343"/>
              </a:stretch>
            </a:blipFill>
          </p:spPr>
        </p:sp>
        <p:sp>
          <p:nvSpPr>
            <p:cNvPr name="TextBox 67" id="67"/>
            <p:cNvSpPr txBox="true"/>
            <p:nvPr/>
          </p:nvSpPr>
          <p:spPr>
            <a:xfrm>
              <a:off x="0" y="-19050"/>
              <a:ext cx="4876800" cy="872490"/>
            </a:xfrm>
            <a:prstGeom prst="rect">
              <a:avLst/>
            </a:prstGeom>
          </p:spPr>
          <p:txBody>
            <a:bodyPr anchor="ctr" rtlCol="false" tIns="0" lIns="0" bIns="0" rIns="0"/>
            <a:lstStyle/>
            <a:p>
              <a:pPr algn="ctr">
                <a:lnSpc>
                  <a:spcPts val="2640"/>
                </a:lnSpc>
              </a:pPr>
              <a:r>
                <a:rPr lang="en-US" sz="2200" b="true">
                  <a:solidFill>
                    <a:srgbClr val="7C6AF7"/>
                  </a:solidFill>
                  <a:latin typeface="Arial Bold"/>
                  <a:ea typeface="Arial Bold"/>
                  <a:cs typeface="Arial Bold"/>
                  <a:sym typeface="Arial Bold"/>
                </a:rPr>
                <a:t>AI Recommendations</a:t>
              </a:r>
            </a:p>
          </p:txBody>
        </p:sp>
      </p:grpSp>
      <p:grpSp>
        <p:nvGrpSpPr>
          <p:cNvPr name="Group 68" id="68"/>
          <p:cNvGrpSpPr/>
          <p:nvPr/>
        </p:nvGrpSpPr>
        <p:grpSpPr>
          <a:xfrm rot="0">
            <a:off x="731520" y="8321040"/>
            <a:ext cx="3657600" cy="1097280"/>
            <a:chOff x="0" y="0"/>
            <a:chExt cx="4876800" cy="1463040"/>
          </a:xfrm>
        </p:grpSpPr>
        <p:sp>
          <p:nvSpPr>
            <p:cNvPr name="Freeform 69" id="69"/>
            <p:cNvSpPr/>
            <p:nvPr/>
          </p:nvSpPr>
          <p:spPr>
            <a:xfrm flipH="false" flipV="false" rot="0">
              <a:off x="0" y="0"/>
              <a:ext cx="4876800" cy="1463040"/>
            </a:xfrm>
            <a:custGeom>
              <a:avLst/>
              <a:gdLst/>
              <a:ahLst/>
              <a:cxnLst/>
              <a:rect r="r" b="b" t="t" l="l"/>
              <a:pathLst>
                <a:path h="1463040" w="4876800">
                  <a:moveTo>
                    <a:pt x="0" y="0"/>
                  </a:moveTo>
                  <a:lnTo>
                    <a:pt x="4876800" y="0"/>
                  </a:lnTo>
                  <a:lnTo>
                    <a:pt x="4876800" y="1463040"/>
                  </a:lnTo>
                  <a:lnTo>
                    <a:pt x="0" y="1463040"/>
                  </a:lnTo>
                  <a:close/>
                </a:path>
              </a:pathLst>
            </a:custGeom>
            <a:blipFill>
              <a:blip r:embed="rId2">
                <a:alphaModFix amt="0"/>
              </a:blip>
              <a:stretch>
                <a:fillRect l="0" t="-14950" r="0" b="-14950"/>
              </a:stretch>
            </a:blipFill>
          </p:spPr>
        </p:sp>
        <p:sp>
          <p:nvSpPr>
            <p:cNvPr name="TextBox 70" id="70"/>
            <p:cNvSpPr txBox="true"/>
            <p:nvPr/>
          </p:nvSpPr>
          <p:spPr>
            <a:xfrm>
              <a:off x="0" y="-38100"/>
              <a:ext cx="4876800" cy="1501140"/>
            </a:xfrm>
            <a:prstGeom prst="rect">
              <a:avLst/>
            </a:prstGeom>
          </p:spPr>
          <p:txBody>
            <a:bodyPr anchor="ctr" rtlCol="false" tIns="0" lIns="0" bIns="0" rIns="0"/>
            <a:lstStyle/>
            <a:p>
              <a:pPr algn="ctr">
                <a:lnSpc>
                  <a:spcPts val="2160"/>
                </a:lnSpc>
              </a:pPr>
              <a:r>
                <a:rPr lang="en-US" sz="1800">
                  <a:solidFill>
                    <a:srgbClr val="8888A8"/>
                  </a:solidFill>
                  <a:latin typeface="Calibri (MS)"/>
                  <a:ea typeface="Calibri (MS)"/>
                  <a:cs typeface="Calibri (MS)"/>
                  <a:sym typeface="Calibri (MS)"/>
                </a:rPr>
                <a:t>Based on your ratings, genre &amp; watch history</a:t>
              </a:r>
            </a:p>
          </p:txBody>
        </p:sp>
      </p:grpSp>
      <p:grpSp>
        <p:nvGrpSpPr>
          <p:cNvPr name="Group 71" id="71"/>
          <p:cNvGrpSpPr/>
          <p:nvPr/>
        </p:nvGrpSpPr>
        <p:grpSpPr>
          <a:xfrm rot="0">
            <a:off x="4925063" y="6570983"/>
            <a:ext cx="4048763" cy="3042923"/>
            <a:chOff x="0" y="0"/>
            <a:chExt cx="5398351" cy="4057231"/>
          </a:xfrm>
        </p:grpSpPr>
        <p:sp>
          <p:nvSpPr>
            <p:cNvPr name="Freeform 72" id="72"/>
            <p:cNvSpPr/>
            <p:nvPr/>
          </p:nvSpPr>
          <p:spPr>
            <a:xfrm flipH="false" flipV="false" rot="0">
              <a:off x="16891" y="16891"/>
              <a:ext cx="5364480" cy="4023360"/>
            </a:xfrm>
            <a:custGeom>
              <a:avLst/>
              <a:gdLst/>
              <a:ahLst/>
              <a:cxnLst/>
              <a:rect r="r" b="b" t="t" l="l"/>
              <a:pathLst>
                <a:path h="4023360" w="5364480">
                  <a:moveTo>
                    <a:pt x="0" y="0"/>
                  </a:moveTo>
                  <a:lnTo>
                    <a:pt x="5364480" y="0"/>
                  </a:lnTo>
                  <a:lnTo>
                    <a:pt x="5364480" y="4023360"/>
                  </a:lnTo>
                  <a:lnTo>
                    <a:pt x="0" y="4023360"/>
                  </a:lnTo>
                  <a:close/>
                </a:path>
              </a:pathLst>
            </a:custGeom>
            <a:solidFill>
              <a:srgbClr val="1A1A35"/>
            </a:solidFill>
          </p:spPr>
        </p:sp>
        <p:sp>
          <p:nvSpPr>
            <p:cNvPr name="Freeform 73" id="73"/>
            <p:cNvSpPr/>
            <p:nvPr/>
          </p:nvSpPr>
          <p:spPr>
            <a:xfrm flipH="false" flipV="false" rot="0">
              <a:off x="0" y="0"/>
              <a:ext cx="5398262" cy="4057142"/>
            </a:xfrm>
            <a:custGeom>
              <a:avLst/>
              <a:gdLst/>
              <a:ahLst/>
              <a:cxnLst/>
              <a:rect r="r" b="b" t="t" l="l"/>
              <a:pathLst>
                <a:path h="4057142" w="5398262">
                  <a:moveTo>
                    <a:pt x="16891" y="0"/>
                  </a:moveTo>
                  <a:lnTo>
                    <a:pt x="5381371" y="0"/>
                  </a:lnTo>
                  <a:cubicBezTo>
                    <a:pt x="5390769" y="0"/>
                    <a:pt x="5398262" y="7620"/>
                    <a:pt x="5398262" y="16891"/>
                  </a:cubicBezTo>
                  <a:lnTo>
                    <a:pt x="5398262" y="4040251"/>
                  </a:lnTo>
                  <a:cubicBezTo>
                    <a:pt x="5398262" y="4049649"/>
                    <a:pt x="5390642" y="4057142"/>
                    <a:pt x="538137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5381371" y="4023360"/>
                  </a:lnTo>
                  <a:lnTo>
                    <a:pt x="5381371" y="4040251"/>
                  </a:lnTo>
                  <a:lnTo>
                    <a:pt x="5364480" y="4040251"/>
                  </a:lnTo>
                  <a:lnTo>
                    <a:pt x="5364480" y="16891"/>
                  </a:lnTo>
                  <a:lnTo>
                    <a:pt x="5381371" y="16891"/>
                  </a:lnTo>
                  <a:lnTo>
                    <a:pt x="5381371" y="33909"/>
                  </a:lnTo>
                  <a:lnTo>
                    <a:pt x="16891" y="33909"/>
                  </a:lnTo>
                  <a:close/>
                </a:path>
              </a:pathLst>
            </a:custGeom>
            <a:solidFill>
              <a:srgbClr val="F76A6A"/>
            </a:solidFill>
          </p:spPr>
        </p:sp>
      </p:grpSp>
      <p:grpSp>
        <p:nvGrpSpPr>
          <p:cNvPr name="Group 74" id="74"/>
          <p:cNvGrpSpPr/>
          <p:nvPr/>
        </p:nvGrpSpPr>
        <p:grpSpPr>
          <a:xfrm rot="0">
            <a:off x="4937760" y="6766560"/>
            <a:ext cx="4023360" cy="914400"/>
            <a:chOff x="0" y="0"/>
            <a:chExt cx="5364480" cy="1219200"/>
          </a:xfrm>
        </p:grpSpPr>
        <p:sp>
          <p:nvSpPr>
            <p:cNvPr name="Freeform 75" id="75"/>
            <p:cNvSpPr/>
            <p:nvPr/>
          </p:nvSpPr>
          <p:spPr>
            <a:xfrm flipH="false" flipV="false" rot="0">
              <a:off x="0" y="0"/>
              <a:ext cx="5364480" cy="1219200"/>
            </a:xfrm>
            <a:custGeom>
              <a:avLst/>
              <a:gdLst/>
              <a:ahLst/>
              <a:cxnLst/>
              <a:rect r="r" b="b" t="t" l="l"/>
              <a:pathLst>
                <a:path h="1219200" w="5364480">
                  <a:moveTo>
                    <a:pt x="0" y="0"/>
                  </a:moveTo>
                  <a:lnTo>
                    <a:pt x="5364480" y="0"/>
                  </a:lnTo>
                  <a:lnTo>
                    <a:pt x="5364480" y="1219200"/>
                  </a:lnTo>
                  <a:lnTo>
                    <a:pt x="0" y="1219200"/>
                  </a:lnTo>
                  <a:close/>
                </a:path>
              </a:pathLst>
            </a:custGeom>
            <a:blipFill>
              <a:blip r:embed="rId2">
                <a:alphaModFix amt="0"/>
              </a:blip>
              <a:stretch>
                <a:fillRect l="0" t="-35734" r="0" b="-35734"/>
              </a:stretch>
            </a:blipFill>
          </p:spPr>
        </p:sp>
        <p:sp>
          <p:nvSpPr>
            <p:cNvPr name="TextBox 76" id="76"/>
            <p:cNvSpPr txBox="true"/>
            <p:nvPr/>
          </p:nvSpPr>
          <p:spPr>
            <a:xfrm>
              <a:off x="0" y="-76200"/>
              <a:ext cx="5364480" cy="129540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77" id="77"/>
          <p:cNvGrpSpPr/>
          <p:nvPr/>
        </p:nvGrpSpPr>
        <p:grpSpPr>
          <a:xfrm rot="0">
            <a:off x="5120640" y="7680960"/>
            <a:ext cx="3657600" cy="640080"/>
            <a:chOff x="0" y="0"/>
            <a:chExt cx="4876800" cy="853440"/>
          </a:xfrm>
        </p:grpSpPr>
        <p:sp>
          <p:nvSpPr>
            <p:cNvPr name="Freeform 78" id="78"/>
            <p:cNvSpPr/>
            <p:nvPr/>
          </p:nvSpPr>
          <p:spPr>
            <a:xfrm flipH="false" flipV="false" rot="0">
              <a:off x="0" y="0"/>
              <a:ext cx="4876800" cy="853440"/>
            </a:xfrm>
            <a:custGeom>
              <a:avLst/>
              <a:gdLst/>
              <a:ahLst/>
              <a:cxnLst/>
              <a:rect r="r" b="b" t="t" l="l"/>
              <a:pathLst>
                <a:path h="853440" w="4876800">
                  <a:moveTo>
                    <a:pt x="0" y="0"/>
                  </a:moveTo>
                  <a:lnTo>
                    <a:pt x="4876800" y="0"/>
                  </a:lnTo>
                  <a:lnTo>
                    <a:pt x="4876800" y="853440"/>
                  </a:lnTo>
                  <a:lnTo>
                    <a:pt x="0" y="853440"/>
                  </a:lnTo>
                  <a:close/>
                </a:path>
              </a:pathLst>
            </a:custGeom>
            <a:blipFill>
              <a:blip r:embed="rId2">
                <a:alphaModFix amt="0"/>
              </a:blip>
              <a:stretch>
                <a:fillRect l="0" t="-61343" r="0" b="-61343"/>
              </a:stretch>
            </a:blipFill>
          </p:spPr>
        </p:sp>
        <p:sp>
          <p:nvSpPr>
            <p:cNvPr name="TextBox 79" id="79"/>
            <p:cNvSpPr txBox="true"/>
            <p:nvPr/>
          </p:nvSpPr>
          <p:spPr>
            <a:xfrm>
              <a:off x="0" y="-19050"/>
              <a:ext cx="4876800" cy="872490"/>
            </a:xfrm>
            <a:prstGeom prst="rect">
              <a:avLst/>
            </a:prstGeom>
          </p:spPr>
          <p:txBody>
            <a:bodyPr anchor="ctr" rtlCol="false" tIns="0" lIns="0" bIns="0" rIns="0"/>
            <a:lstStyle/>
            <a:p>
              <a:pPr algn="ctr">
                <a:lnSpc>
                  <a:spcPts val="2640"/>
                </a:lnSpc>
              </a:pPr>
              <a:r>
                <a:rPr lang="en-US" sz="2200" b="true">
                  <a:solidFill>
                    <a:srgbClr val="F76A6A"/>
                  </a:solidFill>
                  <a:latin typeface="Arial Bold"/>
                  <a:ea typeface="Arial Bold"/>
                  <a:cs typeface="Arial Bold"/>
                  <a:sym typeface="Arial Bold"/>
                </a:rPr>
                <a:t>Mood Pick</a:t>
              </a:r>
            </a:p>
          </p:txBody>
        </p:sp>
      </p:grpSp>
      <p:grpSp>
        <p:nvGrpSpPr>
          <p:cNvPr name="Group 80" id="80"/>
          <p:cNvGrpSpPr/>
          <p:nvPr/>
        </p:nvGrpSpPr>
        <p:grpSpPr>
          <a:xfrm rot="0">
            <a:off x="5120640" y="8321040"/>
            <a:ext cx="3657600" cy="1097280"/>
            <a:chOff x="0" y="0"/>
            <a:chExt cx="4876800" cy="1463040"/>
          </a:xfrm>
        </p:grpSpPr>
        <p:sp>
          <p:nvSpPr>
            <p:cNvPr name="Freeform 81" id="81"/>
            <p:cNvSpPr/>
            <p:nvPr/>
          </p:nvSpPr>
          <p:spPr>
            <a:xfrm flipH="false" flipV="false" rot="0">
              <a:off x="0" y="0"/>
              <a:ext cx="4876800" cy="1463040"/>
            </a:xfrm>
            <a:custGeom>
              <a:avLst/>
              <a:gdLst/>
              <a:ahLst/>
              <a:cxnLst/>
              <a:rect r="r" b="b" t="t" l="l"/>
              <a:pathLst>
                <a:path h="1463040" w="4876800">
                  <a:moveTo>
                    <a:pt x="0" y="0"/>
                  </a:moveTo>
                  <a:lnTo>
                    <a:pt x="4876800" y="0"/>
                  </a:lnTo>
                  <a:lnTo>
                    <a:pt x="4876800" y="1463040"/>
                  </a:lnTo>
                  <a:lnTo>
                    <a:pt x="0" y="1463040"/>
                  </a:lnTo>
                  <a:close/>
                </a:path>
              </a:pathLst>
            </a:custGeom>
            <a:blipFill>
              <a:blip r:embed="rId2">
                <a:alphaModFix amt="0"/>
              </a:blip>
              <a:stretch>
                <a:fillRect l="0" t="-14950" r="0" b="-14950"/>
              </a:stretch>
            </a:blipFill>
          </p:spPr>
        </p:sp>
        <p:sp>
          <p:nvSpPr>
            <p:cNvPr name="TextBox 82" id="82"/>
            <p:cNvSpPr txBox="true"/>
            <p:nvPr/>
          </p:nvSpPr>
          <p:spPr>
            <a:xfrm>
              <a:off x="0" y="-38100"/>
              <a:ext cx="4876800" cy="1501140"/>
            </a:xfrm>
            <a:prstGeom prst="rect">
              <a:avLst/>
            </a:prstGeom>
          </p:spPr>
          <p:txBody>
            <a:bodyPr anchor="ctr" rtlCol="false" tIns="0" lIns="0" bIns="0" rIns="0"/>
            <a:lstStyle/>
            <a:p>
              <a:pPr algn="ctr">
                <a:lnSpc>
                  <a:spcPts val="2160"/>
                </a:lnSpc>
              </a:pPr>
              <a:r>
                <a:rPr lang="en-US" sz="1800">
                  <a:solidFill>
                    <a:srgbClr val="8888A8"/>
                  </a:solidFill>
                  <a:latin typeface="Calibri (MS)"/>
                  <a:ea typeface="Calibri (MS)"/>
                  <a:cs typeface="Calibri (MS)"/>
                  <a:sym typeface="Calibri (MS)"/>
                </a:rPr>
                <a:t>8 moods to discover perfect content instantly</a:t>
              </a:r>
            </a:p>
          </p:txBody>
        </p:sp>
      </p:grpSp>
      <p:grpSp>
        <p:nvGrpSpPr>
          <p:cNvPr name="Group 83" id="83"/>
          <p:cNvGrpSpPr/>
          <p:nvPr/>
        </p:nvGrpSpPr>
        <p:grpSpPr>
          <a:xfrm rot="0">
            <a:off x="9314183" y="6570983"/>
            <a:ext cx="4048763" cy="3042923"/>
            <a:chOff x="0" y="0"/>
            <a:chExt cx="5398351" cy="4057231"/>
          </a:xfrm>
        </p:grpSpPr>
        <p:sp>
          <p:nvSpPr>
            <p:cNvPr name="Freeform 84" id="84"/>
            <p:cNvSpPr/>
            <p:nvPr/>
          </p:nvSpPr>
          <p:spPr>
            <a:xfrm flipH="false" flipV="false" rot="0">
              <a:off x="16891" y="16891"/>
              <a:ext cx="5364480" cy="4023360"/>
            </a:xfrm>
            <a:custGeom>
              <a:avLst/>
              <a:gdLst/>
              <a:ahLst/>
              <a:cxnLst/>
              <a:rect r="r" b="b" t="t" l="l"/>
              <a:pathLst>
                <a:path h="4023360" w="5364480">
                  <a:moveTo>
                    <a:pt x="0" y="0"/>
                  </a:moveTo>
                  <a:lnTo>
                    <a:pt x="5364480" y="0"/>
                  </a:lnTo>
                  <a:lnTo>
                    <a:pt x="5364480" y="4023360"/>
                  </a:lnTo>
                  <a:lnTo>
                    <a:pt x="0" y="4023360"/>
                  </a:lnTo>
                  <a:close/>
                </a:path>
              </a:pathLst>
            </a:custGeom>
            <a:solidFill>
              <a:srgbClr val="1A1A35"/>
            </a:solidFill>
          </p:spPr>
        </p:sp>
        <p:sp>
          <p:nvSpPr>
            <p:cNvPr name="Freeform 85" id="85"/>
            <p:cNvSpPr/>
            <p:nvPr/>
          </p:nvSpPr>
          <p:spPr>
            <a:xfrm flipH="false" flipV="false" rot="0">
              <a:off x="0" y="0"/>
              <a:ext cx="5398262" cy="4057142"/>
            </a:xfrm>
            <a:custGeom>
              <a:avLst/>
              <a:gdLst/>
              <a:ahLst/>
              <a:cxnLst/>
              <a:rect r="r" b="b" t="t" l="l"/>
              <a:pathLst>
                <a:path h="4057142" w="5398262">
                  <a:moveTo>
                    <a:pt x="16891" y="0"/>
                  </a:moveTo>
                  <a:lnTo>
                    <a:pt x="5381371" y="0"/>
                  </a:lnTo>
                  <a:cubicBezTo>
                    <a:pt x="5390769" y="0"/>
                    <a:pt x="5398262" y="7620"/>
                    <a:pt x="5398262" y="16891"/>
                  </a:cubicBezTo>
                  <a:lnTo>
                    <a:pt x="5398262" y="4040251"/>
                  </a:lnTo>
                  <a:cubicBezTo>
                    <a:pt x="5398262" y="4049649"/>
                    <a:pt x="5390642" y="4057142"/>
                    <a:pt x="538137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5381371" y="4023360"/>
                  </a:lnTo>
                  <a:lnTo>
                    <a:pt x="5381371" y="4040251"/>
                  </a:lnTo>
                  <a:lnTo>
                    <a:pt x="5364480" y="4040251"/>
                  </a:lnTo>
                  <a:lnTo>
                    <a:pt x="5364480" y="16891"/>
                  </a:lnTo>
                  <a:lnTo>
                    <a:pt x="5381371" y="16891"/>
                  </a:lnTo>
                  <a:lnTo>
                    <a:pt x="5381371" y="33909"/>
                  </a:lnTo>
                  <a:lnTo>
                    <a:pt x="16891" y="33909"/>
                  </a:lnTo>
                  <a:close/>
                </a:path>
              </a:pathLst>
            </a:custGeom>
            <a:solidFill>
              <a:srgbClr val="6AF7C4"/>
            </a:solidFill>
          </p:spPr>
        </p:sp>
      </p:grpSp>
      <p:grpSp>
        <p:nvGrpSpPr>
          <p:cNvPr name="Group 86" id="86"/>
          <p:cNvGrpSpPr/>
          <p:nvPr/>
        </p:nvGrpSpPr>
        <p:grpSpPr>
          <a:xfrm rot="0">
            <a:off x="9326880" y="6766560"/>
            <a:ext cx="4023360" cy="914400"/>
            <a:chOff x="0" y="0"/>
            <a:chExt cx="5364480" cy="1219200"/>
          </a:xfrm>
        </p:grpSpPr>
        <p:sp>
          <p:nvSpPr>
            <p:cNvPr name="Freeform 87" id="87"/>
            <p:cNvSpPr/>
            <p:nvPr/>
          </p:nvSpPr>
          <p:spPr>
            <a:xfrm flipH="false" flipV="false" rot="0">
              <a:off x="0" y="0"/>
              <a:ext cx="5364480" cy="1219200"/>
            </a:xfrm>
            <a:custGeom>
              <a:avLst/>
              <a:gdLst/>
              <a:ahLst/>
              <a:cxnLst/>
              <a:rect r="r" b="b" t="t" l="l"/>
              <a:pathLst>
                <a:path h="1219200" w="5364480">
                  <a:moveTo>
                    <a:pt x="0" y="0"/>
                  </a:moveTo>
                  <a:lnTo>
                    <a:pt x="5364480" y="0"/>
                  </a:lnTo>
                  <a:lnTo>
                    <a:pt x="5364480" y="1219200"/>
                  </a:lnTo>
                  <a:lnTo>
                    <a:pt x="0" y="1219200"/>
                  </a:lnTo>
                  <a:close/>
                </a:path>
              </a:pathLst>
            </a:custGeom>
            <a:blipFill>
              <a:blip r:embed="rId2">
                <a:alphaModFix amt="0"/>
              </a:blip>
              <a:stretch>
                <a:fillRect l="0" t="-35734" r="0" b="-35734"/>
              </a:stretch>
            </a:blipFill>
          </p:spPr>
        </p:sp>
        <p:sp>
          <p:nvSpPr>
            <p:cNvPr name="TextBox 88" id="88"/>
            <p:cNvSpPr txBox="true"/>
            <p:nvPr/>
          </p:nvSpPr>
          <p:spPr>
            <a:xfrm>
              <a:off x="0" y="-76200"/>
              <a:ext cx="5364480" cy="129540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89" id="89"/>
          <p:cNvGrpSpPr/>
          <p:nvPr/>
        </p:nvGrpSpPr>
        <p:grpSpPr>
          <a:xfrm rot="0">
            <a:off x="9509760" y="7680960"/>
            <a:ext cx="3657600" cy="640080"/>
            <a:chOff x="0" y="0"/>
            <a:chExt cx="4876800" cy="853440"/>
          </a:xfrm>
        </p:grpSpPr>
        <p:sp>
          <p:nvSpPr>
            <p:cNvPr name="Freeform 90" id="90"/>
            <p:cNvSpPr/>
            <p:nvPr/>
          </p:nvSpPr>
          <p:spPr>
            <a:xfrm flipH="false" flipV="false" rot="0">
              <a:off x="0" y="0"/>
              <a:ext cx="4876800" cy="853440"/>
            </a:xfrm>
            <a:custGeom>
              <a:avLst/>
              <a:gdLst/>
              <a:ahLst/>
              <a:cxnLst/>
              <a:rect r="r" b="b" t="t" l="l"/>
              <a:pathLst>
                <a:path h="853440" w="4876800">
                  <a:moveTo>
                    <a:pt x="0" y="0"/>
                  </a:moveTo>
                  <a:lnTo>
                    <a:pt x="4876800" y="0"/>
                  </a:lnTo>
                  <a:lnTo>
                    <a:pt x="4876800" y="853440"/>
                  </a:lnTo>
                  <a:lnTo>
                    <a:pt x="0" y="853440"/>
                  </a:lnTo>
                  <a:close/>
                </a:path>
              </a:pathLst>
            </a:custGeom>
            <a:blipFill>
              <a:blip r:embed="rId2">
                <a:alphaModFix amt="0"/>
              </a:blip>
              <a:stretch>
                <a:fillRect l="0" t="-61343" r="0" b="-61343"/>
              </a:stretch>
            </a:blipFill>
          </p:spPr>
        </p:sp>
        <p:sp>
          <p:nvSpPr>
            <p:cNvPr name="TextBox 91" id="91"/>
            <p:cNvSpPr txBox="true"/>
            <p:nvPr/>
          </p:nvSpPr>
          <p:spPr>
            <a:xfrm>
              <a:off x="0" y="-19050"/>
              <a:ext cx="4876800" cy="872490"/>
            </a:xfrm>
            <a:prstGeom prst="rect">
              <a:avLst/>
            </a:prstGeom>
          </p:spPr>
          <p:txBody>
            <a:bodyPr anchor="ctr" rtlCol="false" tIns="0" lIns="0" bIns="0" rIns="0"/>
            <a:lstStyle/>
            <a:p>
              <a:pPr algn="ctr">
                <a:lnSpc>
                  <a:spcPts val="2640"/>
                </a:lnSpc>
              </a:pPr>
              <a:r>
                <a:rPr lang="en-US" sz="2200" b="true">
                  <a:solidFill>
                    <a:srgbClr val="6AF7C4"/>
                  </a:solidFill>
                  <a:latin typeface="Arial Bold"/>
                  <a:ea typeface="Arial Bold"/>
                  <a:cs typeface="Arial Bold"/>
                  <a:sym typeface="Arial Bold"/>
                </a:rPr>
                <a:t>Statistics</a:t>
              </a:r>
            </a:p>
          </p:txBody>
        </p:sp>
      </p:grpSp>
      <p:grpSp>
        <p:nvGrpSpPr>
          <p:cNvPr name="Group 92" id="92"/>
          <p:cNvGrpSpPr/>
          <p:nvPr/>
        </p:nvGrpSpPr>
        <p:grpSpPr>
          <a:xfrm rot="0">
            <a:off x="9509760" y="8321040"/>
            <a:ext cx="3657600" cy="1097280"/>
            <a:chOff x="0" y="0"/>
            <a:chExt cx="4876800" cy="1463040"/>
          </a:xfrm>
        </p:grpSpPr>
        <p:sp>
          <p:nvSpPr>
            <p:cNvPr name="Freeform 93" id="93"/>
            <p:cNvSpPr/>
            <p:nvPr/>
          </p:nvSpPr>
          <p:spPr>
            <a:xfrm flipH="false" flipV="false" rot="0">
              <a:off x="0" y="0"/>
              <a:ext cx="4876800" cy="1463040"/>
            </a:xfrm>
            <a:custGeom>
              <a:avLst/>
              <a:gdLst/>
              <a:ahLst/>
              <a:cxnLst/>
              <a:rect r="r" b="b" t="t" l="l"/>
              <a:pathLst>
                <a:path h="1463040" w="4876800">
                  <a:moveTo>
                    <a:pt x="0" y="0"/>
                  </a:moveTo>
                  <a:lnTo>
                    <a:pt x="4876800" y="0"/>
                  </a:lnTo>
                  <a:lnTo>
                    <a:pt x="4876800" y="1463040"/>
                  </a:lnTo>
                  <a:lnTo>
                    <a:pt x="0" y="1463040"/>
                  </a:lnTo>
                  <a:close/>
                </a:path>
              </a:pathLst>
            </a:custGeom>
            <a:blipFill>
              <a:blip r:embed="rId2">
                <a:alphaModFix amt="0"/>
              </a:blip>
              <a:stretch>
                <a:fillRect l="0" t="-14950" r="0" b="-14950"/>
              </a:stretch>
            </a:blipFill>
          </p:spPr>
        </p:sp>
        <p:sp>
          <p:nvSpPr>
            <p:cNvPr name="TextBox 94" id="94"/>
            <p:cNvSpPr txBox="true"/>
            <p:nvPr/>
          </p:nvSpPr>
          <p:spPr>
            <a:xfrm>
              <a:off x="0" y="-38100"/>
              <a:ext cx="4876800" cy="1501140"/>
            </a:xfrm>
            <a:prstGeom prst="rect">
              <a:avLst/>
            </a:prstGeom>
          </p:spPr>
          <p:txBody>
            <a:bodyPr anchor="ctr" rtlCol="false" tIns="0" lIns="0" bIns="0" rIns="0"/>
            <a:lstStyle/>
            <a:p>
              <a:pPr algn="ctr">
                <a:lnSpc>
                  <a:spcPts val="2160"/>
                </a:lnSpc>
              </a:pPr>
              <a:r>
                <a:rPr lang="en-US" sz="1800">
                  <a:solidFill>
                    <a:srgbClr val="8888A8"/>
                  </a:solidFill>
                  <a:latin typeface="Calibri (MS)"/>
                  <a:ea typeface="Calibri (MS)"/>
                  <a:cs typeface="Calibri (MS)"/>
                  <a:sym typeface="Calibri (MS)"/>
                </a:rPr>
                <a:t>Visual charts — genre, rating, monthly activity</a:t>
              </a:r>
            </a:p>
          </p:txBody>
        </p:sp>
      </p:grpSp>
      <p:grpSp>
        <p:nvGrpSpPr>
          <p:cNvPr name="Group 95" id="95"/>
          <p:cNvGrpSpPr/>
          <p:nvPr/>
        </p:nvGrpSpPr>
        <p:grpSpPr>
          <a:xfrm rot="0">
            <a:off x="13703303" y="6570983"/>
            <a:ext cx="4048763" cy="3042923"/>
            <a:chOff x="0" y="0"/>
            <a:chExt cx="5398351" cy="4057231"/>
          </a:xfrm>
        </p:grpSpPr>
        <p:sp>
          <p:nvSpPr>
            <p:cNvPr name="Freeform 96" id="96"/>
            <p:cNvSpPr/>
            <p:nvPr/>
          </p:nvSpPr>
          <p:spPr>
            <a:xfrm flipH="false" flipV="false" rot="0">
              <a:off x="16891" y="16891"/>
              <a:ext cx="5364480" cy="4023360"/>
            </a:xfrm>
            <a:custGeom>
              <a:avLst/>
              <a:gdLst/>
              <a:ahLst/>
              <a:cxnLst/>
              <a:rect r="r" b="b" t="t" l="l"/>
              <a:pathLst>
                <a:path h="4023360" w="5364480">
                  <a:moveTo>
                    <a:pt x="0" y="0"/>
                  </a:moveTo>
                  <a:lnTo>
                    <a:pt x="5364480" y="0"/>
                  </a:lnTo>
                  <a:lnTo>
                    <a:pt x="5364480" y="4023360"/>
                  </a:lnTo>
                  <a:lnTo>
                    <a:pt x="0" y="4023360"/>
                  </a:lnTo>
                  <a:close/>
                </a:path>
              </a:pathLst>
            </a:custGeom>
            <a:solidFill>
              <a:srgbClr val="1A1A35"/>
            </a:solidFill>
          </p:spPr>
        </p:sp>
        <p:sp>
          <p:nvSpPr>
            <p:cNvPr name="Freeform 97" id="97"/>
            <p:cNvSpPr/>
            <p:nvPr/>
          </p:nvSpPr>
          <p:spPr>
            <a:xfrm flipH="false" flipV="false" rot="0">
              <a:off x="0" y="0"/>
              <a:ext cx="5398262" cy="4057142"/>
            </a:xfrm>
            <a:custGeom>
              <a:avLst/>
              <a:gdLst/>
              <a:ahLst/>
              <a:cxnLst/>
              <a:rect r="r" b="b" t="t" l="l"/>
              <a:pathLst>
                <a:path h="4057142" w="5398262">
                  <a:moveTo>
                    <a:pt x="16891" y="0"/>
                  </a:moveTo>
                  <a:lnTo>
                    <a:pt x="5381371" y="0"/>
                  </a:lnTo>
                  <a:cubicBezTo>
                    <a:pt x="5390769" y="0"/>
                    <a:pt x="5398262" y="7620"/>
                    <a:pt x="5398262" y="16891"/>
                  </a:cubicBezTo>
                  <a:lnTo>
                    <a:pt x="5398262" y="4040251"/>
                  </a:lnTo>
                  <a:cubicBezTo>
                    <a:pt x="5398262" y="4049649"/>
                    <a:pt x="5390642" y="4057142"/>
                    <a:pt x="538137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5381371" y="4023360"/>
                  </a:lnTo>
                  <a:lnTo>
                    <a:pt x="5381371" y="4040251"/>
                  </a:lnTo>
                  <a:lnTo>
                    <a:pt x="5364480" y="4040251"/>
                  </a:lnTo>
                  <a:lnTo>
                    <a:pt x="5364480" y="16891"/>
                  </a:lnTo>
                  <a:lnTo>
                    <a:pt x="5381371" y="16891"/>
                  </a:lnTo>
                  <a:lnTo>
                    <a:pt x="5381371" y="33909"/>
                  </a:lnTo>
                  <a:lnTo>
                    <a:pt x="16891" y="33909"/>
                  </a:lnTo>
                  <a:close/>
                </a:path>
              </a:pathLst>
            </a:custGeom>
            <a:solidFill>
              <a:srgbClr val="F7C46A"/>
            </a:solidFill>
          </p:spPr>
        </p:sp>
      </p:grpSp>
      <p:grpSp>
        <p:nvGrpSpPr>
          <p:cNvPr name="Group 98" id="98"/>
          <p:cNvGrpSpPr/>
          <p:nvPr/>
        </p:nvGrpSpPr>
        <p:grpSpPr>
          <a:xfrm rot="0">
            <a:off x="13716000" y="6766560"/>
            <a:ext cx="4023360" cy="914400"/>
            <a:chOff x="0" y="0"/>
            <a:chExt cx="5364480" cy="1219200"/>
          </a:xfrm>
        </p:grpSpPr>
        <p:sp>
          <p:nvSpPr>
            <p:cNvPr name="Freeform 99" id="99"/>
            <p:cNvSpPr/>
            <p:nvPr/>
          </p:nvSpPr>
          <p:spPr>
            <a:xfrm flipH="false" flipV="false" rot="0">
              <a:off x="0" y="0"/>
              <a:ext cx="5364480" cy="1219200"/>
            </a:xfrm>
            <a:custGeom>
              <a:avLst/>
              <a:gdLst/>
              <a:ahLst/>
              <a:cxnLst/>
              <a:rect r="r" b="b" t="t" l="l"/>
              <a:pathLst>
                <a:path h="1219200" w="5364480">
                  <a:moveTo>
                    <a:pt x="0" y="0"/>
                  </a:moveTo>
                  <a:lnTo>
                    <a:pt x="5364480" y="0"/>
                  </a:lnTo>
                  <a:lnTo>
                    <a:pt x="5364480" y="1219200"/>
                  </a:lnTo>
                  <a:lnTo>
                    <a:pt x="0" y="1219200"/>
                  </a:lnTo>
                  <a:close/>
                </a:path>
              </a:pathLst>
            </a:custGeom>
            <a:blipFill>
              <a:blip r:embed="rId2">
                <a:alphaModFix amt="0"/>
              </a:blip>
              <a:stretch>
                <a:fillRect l="0" t="-35734" r="0" b="-35734"/>
              </a:stretch>
            </a:blipFill>
          </p:spPr>
        </p:sp>
        <p:sp>
          <p:nvSpPr>
            <p:cNvPr name="TextBox 100" id="100"/>
            <p:cNvSpPr txBox="true"/>
            <p:nvPr/>
          </p:nvSpPr>
          <p:spPr>
            <a:xfrm>
              <a:off x="0" y="-76200"/>
              <a:ext cx="5364480" cy="129540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101" id="101"/>
          <p:cNvGrpSpPr/>
          <p:nvPr/>
        </p:nvGrpSpPr>
        <p:grpSpPr>
          <a:xfrm rot="0">
            <a:off x="13898880" y="7680960"/>
            <a:ext cx="3657600" cy="640080"/>
            <a:chOff x="0" y="0"/>
            <a:chExt cx="4876800" cy="853440"/>
          </a:xfrm>
        </p:grpSpPr>
        <p:sp>
          <p:nvSpPr>
            <p:cNvPr name="Freeform 102" id="102"/>
            <p:cNvSpPr/>
            <p:nvPr/>
          </p:nvSpPr>
          <p:spPr>
            <a:xfrm flipH="false" flipV="false" rot="0">
              <a:off x="0" y="0"/>
              <a:ext cx="4876800" cy="853440"/>
            </a:xfrm>
            <a:custGeom>
              <a:avLst/>
              <a:gdLst/>
              <a:ahLst/>
              <a:cxnLst/>
              <a:rect r="r" b="b" t="t" l="l"/>
              <a:pathLst>
                <a:path h="853440" w="4876800">
                  <a:moveTo>
                    <a:pt x="0" y="0"/>
                  </a:moveTo>
                  <a:lnTo>
                    <a:pt x="4876800" y="0"/>
                  </a:lnTo>
                  <a:lnTo>
                    <a:pt x="4876800" y="853440"/>
                  </a:lnTo>
                  <a:lnTo>
                    <a:pt x="0" y="853440"/>
                  </a:lnTo>
                  <a:close/>
                </a:path>
              </a:pathLst>
            </a:custGeom>
            <a:blipFill>
              <a:blip r:embed="rId2">
                <a:alphaModFix amt="0"/>
              </a:blip>
              <a:stretch>
                <a:fillRect l="0" t="-61343" r="0" b="-61343"/>
              </a:stretch>
            </a:blipFill>
          </p:spPr>
        </p:sp>
        <p:sp>
          <p:nvSpPr>
            <p:cNvPr name="TextBox 103" id="103"/>
            <p:cNvSpPr txBox="true"/>
            <p:nvPr/>
          </p:nvSpPr>
          <p:spPr>
            <a:xfrm>
              <a:off x="0" y="-19050"/>
              <a:ext cx="4876800" cy="872490"/>
            </a:xfrm>
            <a:prstGeom prst="rect">
              <a:avLst/>
            </a:prstGeom>
          </p:spPr>
          <p:txBody>
            <a:bodyPr anchor="ctr" rtlCol="false" tIns="0" lIns="0" bIns="0" rIns="0"/>
            <a:lstStyle/>
            <a:p>
              <a:pPr algn="ctr">
                <a:lnSpc>
                  <a:spcPts val="2640"/>
                </a:lnSpc>
              </a:pPr>
              <a:r>
                <a:rPr lang="en-US" sz="2200" b="true">
                  <a:solidFill>
                    <a:srgbClr val="F7C46A"/>
                  </a:solidFill>
                  <a:latin typeface="Arial Bold"/>
                  <a:ea typeface="Arial Bold"/>
                  <a:cs typeface="Arial Bold"/>
                  <a:sym typeface="Arial Bold"/>
                </a:rPr>
                <a:t>Admin Panel</a:t>
              </a:r>
            </a:p>
          </p:txBody>
        </p:sp>
      </p:grpSp>
      <p:grpSp>
        <p:nvGrpSpPr>
          <p:cNvPr name="Group 104" id="104"/>
          <p:cNvGrpSpPr/>
          <p:nvPr/>
        </p:nvGrpSpPr>
        <p:grpSpPr>
          <a:xfrm rot="0">
            <a:off x="13898880" y="8321040"/>
            <a:ext cx="3657600" cy="1097280"/>
            <a:chOff x="0" y="0"/>
            <a:chExt cx="4876800" cy="1463040"/>
          </a:xfrm>
        </p:grpSpPr>
        <p:sp>
          <p:nvSpPr>
            <p:cNvPr name="Freeform 105" id="105"/>
            <p:cNvSpPr/>
            <p:nvPr/>
          </p:nvSpPr>
          <p:spPr>
            <a:xfrm flipH="false" flipV="false" rot="0">
              <a:off x="0" y="0"/>
              <a:ext cx="4876800" cy="1463040"/>
            </a:xfrm>
            <a:custGeom>
              <a:avLst/>
              <a:gdLst/>
              <a:ahLst/>
              <a:cxnLst/>
              <a:rect r="r" b="b" t="t" l="l"/>
              <a:pathLst>
                <a:path h="1463040" w="4876800">
                  <a:moveTo>
                    <a:pt x="0" y="0"/>
                  </a:moveTo>
                  <a:lnTo>
                    <a:pt x="4876800" y="0"/>
                  </a:lnTo>
                  <a:lnTo>
                    <a:pt x="4876800" y="1463040"/>
                  </a:lnTo>
                  <a:lnTo>
                    <a:pt x="0" y="1463040"/>
                  </a:lnTo>
                  <a:close/>
                </a:path>
              </a:pathLst>
            </a:custGeom>
            <a:blipFill>
              <a:blip r:embed="rId2">
                <a:alphaModFix amt="0"/>
              </a:blip>
              <a:stretch>
                <a:fillRect l="0" t="-14950" r="0" b="-14950"/>
              </a:stretch>
            </a:blipFill>
          </p:spPr>
        </p:sp>
        <p:sp>
          <p:nvSpPr>
            <p:cNvPr name="TextBox 106" id="106"/>
            <p:cNvSpPr txBox="true"/>
            <p:nvPr/>
          </p:nvSpPr>
          <p:spPr>
            <a:xfrm>
              <a:off x="0" y="-38100"/>
              <a:ext cx="4876800" cy="1501140"/>
            </a:xfrm>
            <a:prstGeom prst="rect">
              <a:avLst/>
            </a:prstGeom>
          </p:spPr>
          <p:txBody>
            <a:bodyPr anchor="ctr" rtlCol="false" tIns="0" lIns="0" bIns="0" rIns="0"/>
            <a:lstStyle/>
            <a:p>
              <a:pPr algn="ctr">
                <a:lnSpc>
                  <a:spcPts val="2160"/>
                </a:lnSpc>
              </a:pPr>
              <a:r>
                <a:rPr lang="en-US" sz="1800">
                  <a:solidFill>
                    <a:srgbClr val="8888A8"/>
                  </a:solidFill>
                  <a:latin typeface="Calibri (MS)"/>
                  <a:ea typeface="Calibri (MS)"/>
                  <a:cs typeface="Calibri (MS)"/>
                  <a:sym typeface="Calibri (MS)"/>
                </a:rPr>
                <a:t>Django admin at /admin/ for full control</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16891" y="16891"/>
              <a:ext cx="292608" cy="13715999"/>
            </a:xfrm>
            <a:custGeom>
              <a:avLst/>
              <a:gdLst/>
              <a:ahLst/>
              <a:cxnLst/>
              <a:rect r="r" b="b" t="t" l="l"/>
              <a:pathLst>
                <a:path h="13715999" w="292608">
                  <a:moveTo>
                    <a:pt x="0" y="0"/>
                  </a:moveTo>
                  <a:lnTo>
                    <a:pt x="292608" y="0"/>
                  </a:lnTo>
                  <a:lnTo>
                    <a:pt x="292608" y="13715999"/>
                  </a:lnTo>
                  <a:lnTo>
                    <a:pt x="0" y="13715999"/>
                  </a:lnTo>
                  <a:close/>
                </a:path>
              </a:pathLst>
            </a:custGeom>
            <a:solidFill>
              <a:srgbClr val="6AF7C4"/>
            </a:solidFill>
          </p:spPr>
        </p:sp>
        <p:sp>
          <p:nvSpPr>
            <p:cNvPr name="Freeform 4" id="4"/>
            <p:cNvSpPr/>
            <p:nvPr/>
          </p:nvSpPr>
          <p:spPr>
            <a:xfrm flipH="false" flipV="false" rot="0">
              <a:off x="0" y="0"/>
              <a:ext cx="326390" cy="13749782"/>
            </a:xfrm>
            <a:custGeom>
              <a:avLst/>
              <a:gdLst/>
              <a:ahLst/>
              <a:cxnLst/>
              <a:rect r="r" b="b" t="t" l="l"/>
              <a:pathLst>
                <a:path h="13749782" w="326390">
                  <a:moveTo>
                    <a:pt x="16891" y="0"/>
                  </a:moveTo>
                  <a:lnTo>
                    <a:pt x="309499" y="0"/>
                  </a:lnTo>
                  <a:cubicBezTo>
                    <a:pt x="318897" y="0"/>
                    <a:pt x="326390" y="7620"/>
                    <a:pt x="326390" y="16891"/>
                  </a:cubicBezTo>
                  <a:lnTo>
                    <a:pt x="326390" y="13732890"/>
                  </a:lnTo>
                  <a:cubicBezTo>
                    <a:pt x="326390" y="13742290"/>
                    <a:pt x="318770" y="13749782"/>
                    <a:pt x="309499"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09499" y="13716000"/>
                  </a:lnTo>
                  <a:lnTo>
                    <a:pt x="309499" y="13732890"/>
                  </a:lnTo>
                  <a:lnTo>
                    <a:pt x="292608" y="13732890"/>
                  </a:lnTo>
                  <a:lnTo>
                    <a:pt x="292608" y="16891"/>
                  </a:lnTo>
                  <a:lnTo>
                    <a:pt x="309499" y="16891"/>
                  </a:lnTo>
                  <a:lnTo>
                    <a:pt x="309499" y="33909"/>
                  </a:lnTo>
                  <a:lnTo>
                    <a:pt x="16891" y="33909"/>
                  </a:lnTo>
                  <a:close/>
                </a:path>
              </a:pathLst>
            </a:custGeom>
            <a:solidFill>
              <a:srgbClr val="6AF7C4"/>
            </a:solidFill>
          </p:spPr>
        </p:sp>
      </p:grpSp>
      <p:grpSp>
        <p:nvGrpSpPr>
          <p:cNvPr name="Group 5" id="5"/>
          <p:cNvGrpSpPr/>
          <p:nvPr/>
        </p:nvGrpSpPr>
        <p:grpSpPr>
          <a:xfrm rot="0">
            <a:off x="548640" y="457200"/>
            <a:ext cx="2194560" cy="1463040"/>
            <a:chOff x="0" y="0"/>
            <a:chExt cx="2926080" cy="1950720"/>
          </a:xfrm>
        </p:grpSpPr>
        <p:sp>
          <p:nvSpPr>
            <p:cNvPr name="Freeform 6" id="6"/>
            <p:cNvSpPr/>
            <p:nvPr/>
          </p:nvSpPr>
          <p:spPr>
            <a:xfrm flipH="false" flipV="false" rot="0">
              <a:off x="0" y="0"/>
              <a:ext cx="2926080" cy="1950720"/>
            </a:xfrm>
            <a:custGeom>
              <a:avLst/>
              <a:gdLst/>
              <a:ahLst/>
              <a:cxnLst/>
              <a:rect r="r" b="b" t="t" l="l"/>
              <a:pathLst>
                <a:path h="1950720" w="2926080">
                  <a:moveTo>
                    <a:pt x="0" y="0"/>
                  </a:moveTo>
                  <a:lnTo>
                    <a:pt x="2926080" y="0"/>
                  </a:lnTo>
                  <a:lnTo>
                    <a:pt x="2926080" y="1950720"/>
                  </a:lnTo>
                  <a:lnTo>
                    <a:pt x="0" y="1950720"/>
                  </a:lnTo>
                  <a:close/>
                </a:path>
              </a:pathLst>
            </a:custGeom>
            <a:blipFill>
              <a:blip r:embed="rId2">
                <a:alphaModFix amt="0"/>
              </a:blip>
              <a:stretch>
                <a:fillRect l="-35535" t="0" r="-35535" b="0"/>
              </a:stretch>
            </a:blipFill>
          </p:spPr>
        </p:sp>
        <p:sp>
          <p:nvSpPr>
            <p:cNvPr name="TextBox 7" id="7"/>
            <p:cNvSpPr txBox="true"/>
            <p:nvPr/>
          </p:nvSpPr>
          <p:spPr>
            <a:xfrm>
              <a:off x="0" y="-47625"/>
              <a:ext cx="2926080" cy="1998345"/>
            </a:xfrm>
            <a:prstGeom prst="rect">
              <a:avLst/>
            </a:prstGeom>
          </p:spPr>
          <p:txBody>
            <a:bodyPr anchor="ctr" rtlCol="false" tIns="0" lIns="0" bIns="0" rIns="0"/>
            <a:lstStyle/>
            <a:p>
              <a:pPr algn="l">
                <a:lnSpc>
                  <a:spcPts val="11519"/>
                </a:lnSpc>
              </a:pPr>
              <a:r>
                <a:rPr lang="en-US" sz="9600" b="true">
                  <a:solidFill>
                    <a:srgbClr val="6AF7C4"/>
                  </a:solidFill>
                  <a:latin typeface="Arial Bold"/>
                  <a:ea typeface="Arial Bold"/>
                  <a:cs typeface="Arial Bold"/>
                  <a:sym typeface="Arial Bold"/>
                </a:rPr>
                <a:t>06</a:t>
              </a:r>
            </a:p>
          </p:txBody>
        </p:sp>
      </p:grpSp>
      <p:grpSp>
        <p:nvGrpSpPr>
          <p:cNvPr name="Group 8" id="8"/>
          <p:cNvGrpSpPr/>
          <p:nvPr/>
        </p:nvGrpSpPr>
        <p:grpSpPr>
          <a:xfrm rot="0">
            <a:off x="548640" y="1645920"/>
            <a:ext cx="16459200" cy="1097280"/>
            <a:chOff x="0" y="0"/>
            <a:chExt cx="21945600" cy="1463040"/>
          </a:xfrm>
        </p:grpSpPr>
        <p:sp>
          <p:nvSpPr>
            <p:cNvPr name="Freeform 9" id="9"/>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2">
                <a:alphaModFix amt="0"/>
              </a:blip>
              <a:stretch>
                <a:fillRect l="0" t="-242275" r="0" b="-242275"/>
              </a:stretch>
            </a:blipFill>
          </p:spPr>
        </p:sp>
        <p:sp>
          <p:nvSpPr>
            <p:cNvPr name="TextBox 10" id="10"/>
            <p:cNvSpPr txBox="true"/>
            <p:nvPr/>
          </p:nvSpPr>
          <p:spPr>
            <a:xfrm>
              <a:off x="0" y="-28575"/>
              <a:ext cx="21945600" cy="1491615"/>
            </a:xfrm>
            <a:prstGeom prst="rect">
              <a:avLst/>
            </a:prstGeom>
          </p:spPr>
          <p:txBody>
            <a:bodyPr anchor="ctr" rtlCol="false" tIns="0" lIns="0" bIns="0" rIns="0"/>
            <a:lstStyle/>
            <a:p>
              <a:pPr algn="l">
                <a:lnSpc>
                  <a:spcPts val="7680"/>
                </a:lnSpc>
              </a:pPr>
              <a:r>
                <a:rPr lang="en-US" sz="6400" b="true">
                  <a:solidFill>
                    <a:srgbClr val="FFFFFF"/>
                  </a:solidFill>
                  <a:latin typeface="Arial Bold"/>
                  <a:ea typeface="Arial Bold"/>
                  <a:cs typeface="Arial Bold"/>
                  <a:sym typeface="Arial Bold"/>
                </a:rPr>
                <a:t>How It Works</a:t>
              </a:r>
            </a:p>
          </p:txBody>
        </p:sp>
      </p:grpSp>
      <p:grpSp>
        <p:nvGrpSpPr>
          <p:cNvPr name="Group 11" id="11"/>
          <p:cNvGrpSpPr/>
          <p:nvPr/>
        </p:nvGrpSpPr>
        <p:grpSpPr>
          <a:xfrm rot="0">
            <a:off x="535943" y="3187703"/>
            <a:ext cx="5511803" cy="3042923"/>
            <a:chOff x="0" y="0"/>
            <a:chExt cx="7349071" cy="4057231"/>
          </a:xfrm>
        </p:grpSpPr>
        <p:sp>
          <p:nvSpPr>
            <p:cNvPr name="Freeform 12" id="12"/>
            <p:cNvSpPr/>
            <p:nvPr/>
          </p:nvSpPr>
          <p:spPr>
            <a:xfrm flipH="false" flipV="false" rot="0">
              <a:off x="16891" y="16891"/>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1A1A35"/>
            </a:solidFill>
          </p:spPr>
        </p:sp>
        <p:sp>
          <p:nvSpPr>
            <p:cNvPr name="Freeform 13" id="13"/>
            <p:cNvSpPr/>
            <p:nvPr/>
          </p:nvSpPr>
          <p:spPr>
            <a:xfrm flipH="false" flipV="false" rot="0">
              <a:off x="0" y="0"/>
              <a:ext cx="7348982" cy="4057142"/>
            </a:xfrm>
            <a:custGeom>
              <a:avLst/>
              <a:gdLst/>
              <a:ahLst/>
              <a:cxnLst/>
              <a:rect r="r" b="b" t="t" l="l"/>
              <a:pathLst>
                <a:path h="4057142" w="7348982">
                  <a:moveTo>
                    <a:pt x="16891" y="0"/>
                  </a:moveTo>
                  <a:lnTo>
                    <a:pt x="7332091" y="0"/>
                  </a:lnTo>
                  <a:cubicBezTo>
                    <a:pt x="7341489" y="0"/>
                    <a:pt x="7348982" y="7620"/>
                    <a:pt x="7348982" y="16891"/>
                  </a:cubicBezTo>
                  <a:lnTo>
                    <a:pt x="7348982" y="4040251"/>
                  </a:lnTo>
                  <a:cubicBezTo>
                    <a:pt x="7348982" y="4049649"/>
                    <a:pt x="7341362" y="4057142"/>
                    <a:pt x="733209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7332091" y="4023360"/>
                  </a:lnTo>
                  <a:lnTo>
                    <a:pt x="7332091" y="4040251"/>
                  </a:lnTo>
                  <a:lnTo>
                    <a:pt x="7315200" y="4040251"/>
                  </a:lnTo>
                  <a:lnTo>
                    <a:pt x="7315200" y="16891"/>
                  </a:lnTo>
                  <a:lnTo>
                    <a:pt x="7332091" y="16891"/>
                  </a:lnTo>
                  <a:lnTo>
                    <a:pt x="7332091" y="33909"/>
                  </a:lnTo>
                  <a:lnTo>
                    <a:pt x="16891" y="33909"/>
                  </a:lnTo>
                  <a:close/>
                </a:path>
              </a:pathLst>
            </a:custGeom>
            <a:solidFill>
              <a:srgbClr val="7C6AF7"/>
            </a:solidFill>
          </p:spPr>
        </p:sp>
      </p:grpSp>
      <p:grpSp>
        <p:nvGrpSpPr>
          <p:cNvPr name="Group 14" id="14"/>
          <p:cNvGrpSpPr/>
          <p:nvPr/>
        </p:nvGrpSpPr>
        <p:grpSpPr>
          <a:xfrm rot="0">
            <a:off x="731520" y="3383280"/>
            <a:ext cx="1280160" cy="1005840"/>
            <a:chOff x="0" y="0"/>
            <a:chExt cx="1706880" cy="1341120"/>
          </a:xfrm>
        </p:grpSpPr>
        <p:sp>
          <p:nvSpPr>
            <p:cNvPr name="Freeform 15" id="15"/>
            <p:cNvSpPr/>
            <p:nvPr/>
          </p:nvSpPr>
          <p:spPr>
            <a:xfrm flipH="false" flipV="false" rot="0">
              <a:off x="0" y="0"/>
              <a:ext cx="1706880" cy="1341120"/>
            </a:xfrm>
            <a:custGeom>
              <a:avLst/>
              <a:gdLst/>
              <a:ahLst/>
              <a:cxnLst/>
              <a:rect r="r" b="b" t="t" l="l"/>
              <a:pathLst>
                <a:path h="1341120" w="1706880">
                  <a:moveTo>
                    <a:pt x="0" y="0"/>
                  </a:moveTo>
                  <a:lnTo>
                    <a:pt x="1706880" y="0"/>
                  </a:lnTo>
                  <a:lnTo>
                    <a:pt x="1706880" y="1341120"/>
                  </a:lnTo>
                  <a:lnTo>
                    <a:pt x="0" y="1341120"/>
                  </a:lnTo>
                  <a:close/>
                </a:path>
              </a:pathLst>
            </a:custGeom>
            <a:blipFill>
              <a:blip r:embed="rId2">
                <a:alphaModFix amt="0"/>
              </a:blip>
              <a:stretch>
                <a:fillRect l="-50809" t="0" r="-50809" b="0"/>
              </a:stretch>
            </a:blipFill>
          </p:spPr>
        </p:sp>
        <p:sp>
          <p:nvSpPr>
            <p:cNvPr name="TextBox 16" id="16"/>
            <p:cNvSpPr txBox="true"/>
            <p:nvPr/>
          </p:nvSpPr>
          <p:spPr>
            <a:xfrm>
              <a:off x="0" y="-38100"/>
              <a:ext cx="1706880" cy="1379220"/>
            </a:xfrm>
            <a:prstGeom prst="rect">
              <a:avLst/>
            </a:prstGeom>
          </p:spPr>
          <p:txBody>
            <a:bodyPr anchor="ctr" rtlCol="false" tIns="0" lIns="0" bIns="0" rIns="0"/>
            <a:lstStyle/>
            <a:p>
              <a:pPr algn="l">
                <a:lnSpc>
                  <a:spcPts val="6719"/>
                </a:lnSpc>
              </a:pPr>
              <a:r>
                <a:rPr lang="en-US" sz="5599" b="true">
                  <a:solidFill>
                    <a:srgbClr val="7C6AF7"/>
                  </a:solidFill>
                  <a:latin typeface="Arial Bold"/>
                  <a:ea typeface="Arial Bold"/>
                  <a:cs typeface="Arial Bold"/>
                  <a:sym typeface="Arial Bold"/>
                </a:rPr>
                <a:t>01</a:t>
              </a:r>
            </a:p>
          </p:txBody>
        </p:sp>
      </p:grpSp>
      <p:grpSp>
        <p:nvGrpSpPr>
          <p:cNvPr name="Group 17" id="17"/>
          <p:cNvGrpSpPr/>
          <p:nvPr/>
        </p:nvGrpSpPr>
        <p:grpSpPr>
          <a:xfrm rot="0">
            <a:off x="2103120" y="3419856"/>
            <a:ext cx="3657600" cy="914400"/>
            <a:chOff x="0" y="0"/>
            <a:chExt cx="4876800" cy="1219200"/>
          </a:xfrm>
        </p:grpSpPr>
        <p:sp>
          <p:nvSpPr>
            <p:cNvPr name="Freeform 18" id="18"/>
            <p:cNvSpPr/>
            <p:nvPr/>
          </p:nvSpPr>
          <p:spPr>
            <a:xfrm flipH="false" flipV="false" rot="0">
              <a:off x="0" y="0"/>
              <a:ext cx="4876800" cy="1219200"/>
            </a:xfrm>
            <a:custGeom>
              <a:avLst/>
              <a:gdLst/>
              <a:ahLst/>
              <a:cxnLst/>
              <a:rect r="r" b="b" t="t" l="l"/>
              <a:pathLst>
                <a:path h="1219200" w="4876800">
                  <a:moveTo>
                    <a:pt x="0" y="0"/>
                  </a:moveTo>
                  <a:lnTo>
                    <a:pt x="4876800" y="0"/>
                  </a:lnTo>
                  <a:lnTo>
                    <a:pt x="4876800" y="1219200"/>
                  </a:lnTo>
                  <a:lnTo>
                    <a:pt x="0" y="1219200"/>
                  </a:lnTo>
                  <a:close/>
                </a:path>
              </a:pathLst>
            </a:custGeom>
            <a:blipFill>
              <a:blip r:embed="rId2">
                <a:alphaModFix amt="0"/>
              </a:blip>
              <a:stretch>
                <a:fillRect l="0" t="-27940" r="0" b="-27940"/>
              </a:stretch>
            </a:blipFill>
          </p:spPr>
        </p:sp>
        <p:sp>
          <p:nvSpPr>
            <p:cNvPr name="TextBox 19" id="19"/>
            <p:cNvSpPr txBox="true"/>
            <p:nvPr/>
          </p:nvSpPr>
          <p:spPr>
            <a:xfrm>
              <a:off x="0" y="-9525"/>
              <a:ext cx="4876800" cy="122872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Register / Login</a:t>
              </a:r>
            </a:p>
          </p:txBody>
        </p:sp>
      </p:grpSp>
      <p:grpSp>
        <p:nvGrpSpPr>
          <p:cNvPr name="Group 20" id="20"/>
          <p:cNvGrpSpPr/>
          <p:nvPr/>
        </p:nvGrpSpPr>
        <p:grpSpPr>
          <a:xfrm rot="0">
            <a:off x="822960" y="4572000"/>
            <a:ext cx="4937760" cy="1371600"/>
            <a:chOff x="0" y="0"/>
            <a:chExt cx="6583680" cy="1828800"/>
          </a:xfrm>
        </p:grpSpPr>
        <p:sp>
          <p:nvSpPr>
            <p:cNvPr name="Freeform 21" id="21"/>
            <p:cNvSpPr/>
            <p:nvPr/>
          </p:nvSpPr>
          <p:spPr>
            <a:xfrm flipH="false" flipV="false" rot="0">
              <a:off x="0" y="0"/>
              <a:ext cx="6583680" cy="1828800"/>
            </a:xfrm>
            <a:custGeom>
              <a:avLst/>
              <a:gdLst/>
              <a:ahLst/>
              <a:cxnLst/>
              <a:rect r="r" b="b" t="t" l="l"/>
              <a:pathLst>
                <a:path h="1828800" w="6583680">
                  <a:moveTo>
                    <a:pt x="0" y="0"/>
                  </a:moveTo>
                  <a:lnTo>
                    <a:pt x="6583680" y="0"/>
                  </a:lnTo>
                  <a:lnTo>
                    <a:pt x="6583680" y="1828800"/>
                  </a:lnTo>
                  <a:lnTo>
                    <a:pt x="0" y="1828800"/>
                  </a:lnTo>
                  <a:close/>
                </a:path>
              </a:pathLst>
            </a:custGeom>
            <a:blipFill>
              <a:blip r:embed="rId2">
                <a:alphaModFix amt="0"/>
              </a:blip>
              <a:stretch>
                <a:fillRect l="0" t="-20146" r="0" b="-20146"/>
              </a:stretch>
            </a:blipFill>
          </p:spPr>
        </p:sp>
        <p:sp>
          <p:nvSpPr>
            <p:cNvPr name="TextBox 22" id="22"/>
            <p:cNvSpPr txBox="true"/>
            <p:nvPr/>
          </p:nvSpPr>
          <p:spPr>
            <a:xfrm>
              <a:off x="0" y="-38100"/>
              <a:ext cx="6583680" cy="1866900"/>
            </a:xfrm>
            <a:prstGeom prst="rect">
              <a:avLst/>
            </a:prstGeom>
          </p:spPr>
          <p:txBody>
            <a:bodyPr anchor="ctr" rtlCol="false" tIns="0" lIns="0" bIns="0" rIns="0"/>
            <a:lstStyle/>
            <a:p>
              <a:pPr algn="l">
                <a:lnSpc>
                  <a:spcPts val="2400"/>
                </a:lnSpc>
              </a:pPr>
              <a:r>
                <a:rPr lang="en-US" sz="2000">
                  <a:solidFill>
                    <a:srgbClr val="8888A8"/>
                  </a:solidFill>
                  <a:latin typeface="Calibri (MS)"/>
                  <a:ea typeface="Calibri (MS)"/>
                  <a:cs typeface="Calibri (MS)"/>
                  <a:sym typeface="Calibri (MS)"/>
                </a:rPr>
                <a:t>Create account or log in securely with Django authentication</a:t>
              </a:r>
            </a:p>
          </p:txBody>
        </p:sp>
      </p:grpSp>
      <p:grpSp>
        <p:nvGrpSpPr>
          <p:cNvPr name="Group 23" id="23"/>
          <p:cNvGrpSpPr/>
          <p:nvPr/>
        </p:nvGrpSpPr>
        <p:grpSpPr>
          <a:xfrm rot="0">
            <a:off x="6388103" y="3187703"/>
            <a:ext cx="5511803" cy="3042923"/>
            <a:chOff x="0" y="0"/>
            <a:chExt cx="7349071" cy="4057231"/>
          </a:xfrm>
        </p:grpSpPr>
        <p:sp>
          <p:nvSpPr>
            <p:cNvPr name="Freeform 24" id="24"/>
            <p:cNvSpPr/>
            <p:nvPr/>
          </p:nvSpPr>
          <p:spPr>
            <a:xfrm flipH="false" flipV="false" rot="0">
              <a:off x="16891" y="16891"/>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1A1A35"/>
            </a:solidFill>
          </p:spPr>
        </p:sp>
        <p:sp>
          <p:nvSpPr>
            <p:cNvPr name="Freeform 25" id="25"/>
            <p:cNvSpPr/>
            <p:nvPr/>
          </p:nvSpPr>
          <p:spPr>
            <a:xfrm flipH="false" flipV="false" rot="0">
              <a:off x="0" y="0"/>
              <a:ext cx="7348982" cy="4057142"/>
            </a:xfrm>
            <a:custGeom>
              <a:avLst/>
              <a:gdLst/>
              <a:ahLst/>
              <a:cxnLst/>
              <a:rect r="r" b="b" t="t" l="l"/>
              <a:pathLst>
                <a:path h="4057142" w="7348982">
                  <a:moveTo>
                    <a:pt x="16891" y="0"/>
                  </a:moveTo>
                  <a:lnTo>
                    <a:pt x="7332091" y="0"/>
                  </a:lnTo>
                  <a:cubicBezTo>
                    <a:pt x="7341489" y="0"/>
                    <a:pt x="7348982" y="7620"/>
                    <a:pt x="7348982" y="16891"/>
                  </a:cubicBezTo>
                  <a:lnTo>
                    <a:pt x="7348982" y="4040251"/>
                  </a:lnTo>
                  <a:cubicBezTo>
                    <a:pt x="7348982" y="4049649"/>
                    <a:pt x="7341362" y="4057142"/>
                    <a:pt x="733209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7332091" y="4023360"/>
                  </a:lnTo>
                  <a:lnTo>
                    <a:pt x="7332091" y="4040251"/>
                  </a:lnTo>
                  <a:lnTo>
                    <a:pt x="7315200" y="4040251"/>
                  </a:lnTo>
                  <a:lnTo>
                    <a:pt x="7315200" y="16891"/>
                  </a:lnTo>
                  <a:lnTo>
                    <a:pt x="7332091" y="16891"/>
                  </a:lnTo>
                  <a:lnTo>
                    <a:pt x="7332091" y="33909"/>
                  </a:lnTo>
                  <a:lnTo>
                    <a:pt x="16891" y="33909"/>
                  </a:lnTo>
                  <a:close/>
                </a:path>
              </a:pathLst>
            </a:custGeom>
            <a:solidFill>
              <a:srgbClr val="F76A6A"/>
            </a:solidFill>
          </p:spPr>
        </p:sp>
      </p:grpSp>
      <p:grpSp>
        <p:nvGrpSpPr>
          <p:cNvPr name="Group 26" id="26"/>
          <p:cNvGrpSpPr/>
          <p:nvPr/>
        </p:nvGrpSpPr>
        <p:grpSpPr>
          <a:xfrm rot="0">
            <a:off x="6583680" y="3383280"/>
            <a:ext cx="1280160" cy="1005840"/>
            <a:chOff x="0" y="0"/>
            <a:chExt cx="1706880" cy="1341120"/>
          </a:xfrm>
        </p:grpSpPr>
        <p:sp>
          <p:nvSpPr>
            <p:cNvPr name="Freeform 27" id="27"/>
            <p:cNvSpPr/>
            <p:nvPr/>
          </p:nvSpPr>
          <p:spPr>
            <a:xfrm flipH="false" flipV="false" rot="0">
              <a:off x="0" y="0"/>
              <a:ext cx="1706880" cy="1341120"/>
            </a:xfrm>
            <a:custGeom>
              <a:avLst/>
              <a:gdLst/>
              <a:ahLst/>
              <a:cxnLst/>
              <a:rect r="r" b="b" t="t" l="l"/>
              <a:pathLst>
                <a:path h="1341120" w="1706880">
                  <a:moveTo>
                    <a:pt x="0" y="0"/>
                  </a:moveTo>
                  <a:lnTo>
                    <a:pt x="1706880" y="0"/>
                  </a:lnTo>
                  <a:lnTo>
                    <a:pt x="1706880" y="1341120"/>
                  </a:lnTo>
                  <a:lnTo>
                    <a:pt x="0" y="1341120"/>
                  </a:lnTo>
                  <a:close/>
                </a:path>
              </a:pathLst>
            </a:custGeom>
            <a:blipFill>
              <a:blip r:embed="rId2">
                <a:alphaModFix amt="0"/>
              </a:blip>
              <a:stretch>
                <a:fillRect l="-50809" t="0" r="-50809" b="0"/>
              </a:stretch>
            </a:blipFill>
          </p:spPr>
        </p:sp>
        <p:sp>
          <p:nvSpPr>
            <p:cNvPr name="TextBox 28" id="28"/>
            <p:cNvSpPr txBox="true"/>
            <p:nvPr/>
          </p:nvSpPr>
          <p:spPr>
            <a:xfrm>
              <a:off x="0" y="-38100"/>
              <a:ext cx="1706880" cy="1379220"/>
            </a:xfrm>
            <a:prstGeom prst="rect">
              <a:avLst/>
            </a:prstGeom>
          </p:spPr>
          <p:txBody>
            <a:bodyPr anchor="ctr" rtlCol="false" tIns="0" lIns="0" bIns="0" rIns="0"/>
            <a:lstStyle/>
            <a:p>
              <a:pPr algn="l">
                <a:lnSpc>
                  <a:spcPts val="6719"/>
                </a:lnSpc>
              </a:pPr>
              <a:r>
                <a:rPr lang="en-US" sz="5599" b="true">
                  <a:solidFill>
                    <a:srgbClr val="F76A6A"/>
                  </a:solidFill>
                  <a:latin typeface="Arial Bold"/>
                  <a:ea typeface="Arial Bold"/>
                  <a:cs typeface="Arial Bold"/>
                  <a:sym typeface="Arial Bold"/>
                </a:rPr>
                <a:t>02</a:t>
              </a:r>
            </a:p>
          </p:txBody>
        </p:sp>
      </p:grpSp>
      <p:grpSp>
        <p:nvGrpSpPr>
          <p:cNvPr name="Group 29" id="29"/>
          <p:cNvGrpSpPr/>
          <p:nvPr/>
        </p:nvGrpSpPr>
        <p:grpSpPr>
          <a:xfrm rot="0">
            <a:off x="7955280" y="3419856"/>
            <a:ext cx="3657600" cy="914400"/>
            <a:chOff x="0" y="0"/>
            <a:chExt cx="4876800" cy="1219200"/>
          </a:xfrm>
        </p:grpSpPr>
        <p:sp>
          <p:nvSpPr>
            <p:cNvPr name="Freeform 30" id="30"/>
            <p:cNvSpPr/>
            <p:nvPr/>
          </p:nvSpPr>
          <p:spPr>
            <a:xfrm flipH="false" flipV="false" rot="0">
              <a:off x="0" y="0"/>
              <a:ext cx="4876800" cy="1219200"/>
            </a:xfrm>
            <a:custGeom>
              <a:avLst/>
              <a:gdLst/>
              <a:ahLst/>
              <a:cxnLst/>
              <a:rect r="r" b="b" t="t" l="l"/>
              <a:pathLst>
                <a:path h="1219200" w="4876800">
                  <a:moveTo>
                    <a:pt x="0" y="0"/>
                  </a:moveTo>
                  <a:lnTo>
                    <a:pt x="4876800" y="0"/>
                  </a:lnTo>
                  <a:lnTo>
                    <a:pt x="4876800" y="1219200"/>
                  </a:lnTo>
                  <a:lnTo>
                    <a:pt x="0" y="1219200"/>
                  </a:lnTo>
                  <a:close/>
                </a:path>
              </a:pathLst>
            </a:custGeom>
            <a:blipFill>
              <a:blip r:embed="rId2">
                <a:alphaModFix amt="0"/>
              </a:blip>
              <a:stretch>
                <a:fillRect l="0" t="-27940" r="0" b="-27940"/>
              </a:stretch>
            </a:blipFill>
          </p:spPr>
        </p:sp>
        <p:sp>
          <p:nvSpPr>
            <p:cNvPr name="TextBox 31" id="31"/>
            <p:cNvSpPr txBox="true"/>
            <p:nvPr/>
          </p:nvSpPr>
          <p:spPr>
            <a:xfrm>
              <a:off x="0" y="-9525"/>
              <a:ext cx="4876800" cy="122872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Browse Content</a:t>
              </a:r>
            </a:p>
          </p:txBody>
        </p:sp>
      </p:grpSp>
      <p:grpSp>
        <p:nvGrpSpPr>
          <p:cNvPr name="Group 32" id="32"/>
          <p:cNvGrpSpPr/>
          <p:nvPr/>
        </p:nvGrpSpPr>
        <p:grpSpPr>
          <a:xfrm rot="0">
            <a:off x="6675120" y="4572000"/>
            <a:ext cx="4937760" cy="1371600"/>
            <a:chOff x="0" y="0"/>
            <a:chExt cx="6583680" cy="1828800"/>
          </a:xfrm>
        </p:grpSpPr>
        <p:sp>
          <p:nvSpPr>
            <p:cNvPr name="Freeform 33" id="33"/>
            <p:cNvSpPr/>
            <p:nvPr/>
          </p:nvSpPr>
          <p:spPr>
            <a:xfrm flipH="false" flipV="false" rot="0">
              <a:off x="0" y="0"/>
              <a:ext cx="6583680" cy="1828800"/>
            </a:xfrm>
            <a:custGeom>
              <a:avLst/>
              <a:gdLst/>
              <a:ahLst/>
              <a:cxnLst/>
              <a:rect r="r" b="b" t="t" l="l"/>
              <a:pathLst>
                <a:path h="1828800" w="6583680">
                  <a:moveTo>
                    <a:pt x="0" y="0"/>
                  </a:moveTo>
                  <a:lnTo>
                    <a:pt x="6583680" y="0"/>
                  </a:lnTo>
                  <a:lnTo>
                    <a:pt x="6583680" y="1828800"/>
                  </a:lnTo>
                  <a:lnTo>
                    <a:pt x="0" y="1828800"/>
                  </a:lnTo>
                  <a:close/>
                </a:path>
              </a:pathLst>
            </a:custGeom>
            <a:blipFill>
              <a:blip r:embed="rId2">
                <a:alphaModFix amt="0"/>
              </a:blip>
              <a:stretch>
                <a:fillRect l="0" t="-20146" r="0" b="-20146"/>
              </a:stretch>
            </a:blipFill>
          </p:spPr>
        </p:sp>
        <p:sp>
          <p:nvSpPr>
            <p:cNvPr name="TextBox 34" id="34"/>
            <p:cNvSpPr txBox="true"/>
            <p:nvPr/>
          </p:nvSpPr>
          <p:spPr>
            <a:xfrm>
              <a:off x="0" y="-38100"/>
              <a:ext cx="6583680" cy="1866900"/>
            </a:xfrm>
            <a:prstGeom prst="rect">
              <a:avLst/>
            </a:prstGeom>
          </p:spPr>
          <p:txBody>
            <a:bodyPr anchor="ctr" rtlCol="false" tIns="0" lIns="0" bIns="0" rIns="0"/>
            <a:lstStyle/>
            <a:p>
              <a:pPr algn="l">
                <a:lnSpc>
                  <a:spcPts val="2400"/>
                </a:lnSpc>
              </a:pPr>
              <a:r>
                <a:rPr lang="en-US" sz="2000">
                  <a:solidFill>
                    <a:srgbClr val="8888A8"/>
                  </a:solidFill>
                  <a:latin typeface="Calibri (MS)"/>
                  <a:ea typeface="Calibri (MS)"/>
                  <a:cs typeface="Calibri (MS)"/>
                  <a:sym typeface="Calibri (MS)"/>
                </a:rPr>
                <a:t>Explore real movies, series, anime and books from live APIs</a:t>
              </a:r>
            </a:p>
          </p:txBody>
        </p:sp>
      </p:grpSp>
      <p:grpSp>
        <p:nvGrpSpPr>
          <p:cNvPr name="Group 35" id="35"/>
          <p:cNvGrpSpPr/>
          <p:nvPr/>
        </p:nvGrpSpPr>
        <p:grpSpPr>
          <a:xfrm rot="0">
            <a:off x="12240263" y="3187703"/>
            <a:ext cx="5511803" cy="3042923"/>
            <a:chOff x="0" y="0"/>
            <a:chExt cx="7349071" cy="4057231"/>
          </a:xfrm>
        </p:grpSpPr>
        <p:sp>
          <p:nvSpPr>
            <p:cNvPr name="Freeform 36" id="36"/>
            <p:cNvSpPr/>
            <p:nvPr/>
          </p:nvSpPr>
          <p:spPr>
            <a:xfrm flipH="false" flipV="false" rot="0">
              <a:off x="16891" y="16891"/>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1A1A35"/>
            </a:solidFill>
          </p:spPr>
        </p:sp>
        <p:sp>
          <p:nvSpPr>
            <p:cNvPr name="Freeform 37" id="37"/>
            <p:cNvSpPr/>
            <p:nvPr/>
          </p:nvSpPr>
          <p:spPr>
            <a:xfrm flipH="false" flipV="false" rot="0">
              <a:off x="0" y="0"/>
              <a:ext cx="7348982" cy="4057142"/>
            </a:xfrm>
            <a:custGeom>
              <a:avLst/>
              <a:gdLst/>
              <a:ahLst/>
              <a:cxnLst/>
              <a:rect r="r" b="b" t="t" l="l"/>
              <a:pathLst>
                <a:path h="4057142" w="7348982">
                  <a:moveTo>
                    <a:pt x="16891" y="0"/>
                  </a:moveTo>
                  <a:lnTo>
                    <a:pt x="7332091" y="0"/>
                  </a:lnTo>
                  <a:cubicBezTo>
                    <a:pt x="7341489" y="0"/>
                    <a:pt x="7348982" y="7620"/>
                    <a:pt x="7348982" y="16891"/>
                  </a:cubicBezTo>
                  <a:lnTo>
                    <a:pt x="7348982" y="4040251"/>
                  </a:lnTo>
                  <a:cubicBezTo>
                    <a:pt x="7348982" y="4049649"/>
                    <a:pt x="7341362" y="4057142"/>
                    <a:pt x="733209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7332091" y="4023360"/>
                  </a:lnTo>
                  <a:lnTo>
                    <a:pt x="7332091" y="4040251"/>
                  </a:lnTo>
                  <a:lnTo>
                    <a:pt x="7315200" y="4040251"/>
                  </a:lnTo>
                  <a:lnTo>
                    <a:pt x="7315200" y="16891"/>
                  </a:lnTo>
                  <a:lnTo>
                    <a:pt x="7332091" y="16891"/>
                  </a:lnTo>
                  <a:lnTo>
                    <a:pt x="7332091" y="33909"/>
                  </a:lnTo>
                  <a:lnTo>
                    <a:pt x="16891" y="33909"/>
                  </a:lnTo>
                  <a:close/>
                </a:path>
              </a:pathLst>
            </a:custGeom>
            <a:solidFill>
              <a:srgbClr val="6AF7C4"/>
            </a:solidFill>
          </p:spPr>
        </p:sp>
      </p:grpSp>
      <p:grpSp>
        <p:nvGrpSpPr>
          <p:cNvPr name="Group 38" id="38"/>
          <p:cNvGrpSpPr/>
          <p:nvPr/>
        </p:nvGrpSpPr>
        <p:grpSpPr>
          <a:xfrm rot="0">
            <a:off x="12435840" y="3383280"/>
            <a:ext cx="1280160" cy="1005840"/>
            <a:chOff x="0" y="0"/>
            <a:chExt cx="1706880" cy="1341120"/>
          </a:xfrm>
        </p:grpSpPr>
        <p:sp>
          <p:nvSpPr>
            <p:cNvPr name="Freeform 39" id="39"/>
            <p:cNvSpPr/>
            <p:nvPr/>
          </p:nvSpPr>
          <p:spPr>
            <a:xfrm flipH="false" flipV="false" rot="0">
              <a:off x="0" y="0"/>
              <a:ext cx="1706880" cy="1341120"/>
            </a:xfrm>
            <a:custGeom>
              <a:avLst/>
              <a:gdLst/>
              <a:ahLst/>
              <a:cxnLst/>
              <a:rect r="r" b="b" t="t" l="l"/>
              <a:pathLst>
                <a:path h="1341120" w="1706880">
                  <a:moveTo>
                    <a:pt x="0" y="0"/>
                  </a:moveTo>
                  <a:lnTo>
                    <a:pt x="1706880" y="0"/>
                  </a:lnTo>
                  <a:lnTo>
                    <a:pt x="1706880" y="1341120"/>
                  </a:lnTo>
                  <a:lnTo>
                    <a:pt x="0" y="1341120"/>
                  </a:lnTo>
                  <a:close/>
                </a:path>
              </a:pathLst>
            </a:custGeom>
            <a:blipFill>
              <a:blip r:embed="rId2">
                <a:alphaModFix amt="0"/>
              </a:blip>
              <a:stretch>
                <a:fillRect l="-50809" t="0" r="-50809" b="0"/>
              </a:stretch>
            </a:blipFill>
          </p:spPr>
        </p:sp>
        <p:sp>
          <p:nvSpPr>
            <p:cNvPr name="TextBox 40" id="40"/>
            <p:cNvSpPr txBox="true"/>
            <p:nvPr/>
          </p:nvSpPr>
          <p:spPr>
            <a:xfrm>
              <a:off x="0" y="-38100"/>
              <a:ext cx="1706880" cy="1379220"/>
            </a:xfrm>
            <a:prstGeom prst="rect">
              <a:avLst/>
            </a:prstGeom>
          </p:spPr>
          <p:txBody>
            <a:bodyPr anchor="ctr" rtlCol="false" tIns="0" lIns="0" bIns="0" rIns="0"/>
            <a:lstStyle/>
            <a:p>
              <a:pPr algn="l">
                <a:lnSpc>
                  <a:spcPts val="6719"/>
                </a:lnSpc>
              </a:pPr>
              <a:r>
                <a:rPr lang="en-US" sz="5599" b="true">
                  <a:solidFill>
                    <a:srgbClr val="6AF7C4"/>
                  </a:solidFill>
                  <a:latin typeface="Arial Bold"/>
                  <a:ea typeface="Arial Bold"/>
                  <a:cs typeface="Arial Bold"/>
                  <a:sym typeface="Arial Bold"/>
                </a:rPr>
                <a:t>03</a:t>
              </a:r>
            </a:p>
          </p:txBody>
        </p:sp>
      </p:grpSp>
      <p:grpSp>
        <p:nvGrpSpPr>
          <p:cNvPr name="Group 41" id="41"/>
          <p:cNvGrpSpPr/>
          <p:nvPr/>
        </p:nvGrpSpPr>
        <p:grpSpPr>
          <a:xfrm rot="0">
            <a:off x="13807440" y="3419856"/>
            <a:ext cx="3657600" cy="914400"/>
            <a:chOff x="0" y="0"/>
            <a:chExt cx="4876800" cy="1219200"/>
          </a:xfrm>
        </p:grpSpPr>
        <p:sp>
          <p:nvSpPr>
            <p:cNvPr name="Freeform 42" id="42"/>
            <p:cNvSpPr/>
            <p:nvPr/>
          </p:nvSpPr>
          <p:spPr>
            <a:xfrm flipH="false" flipV="false" rot="0">
              <a:off x="0" y="0"/>
              <a:ext cx="4876800" cy="1219200"/>
            </a:xfrm>
            <a:custGeom>
              <a:avLst/>
              <a:gdLst/>
              <a:ahLst/>
              <a:cxnLst/>
              <a:rect r="r" b="b" t="t" l="l"/>
              <a:pathLst>
                <a:path h="1219200" w="4876800">
                  <a:moveTo>
                    <a:pt x="0" y="0"/>
                  </a:moveTo>
                  <a:lnTo>
                    <a:pt x="4876800" y="0"/>
                  </a:lnTo>
                  <a:lnTo>
                    <a:pt x="4876800" y="1219200"/>
                  </a:lnTo>
                  <a:lnTo>
                    <a:pt x="0" y="1219200"/>
                  </a:lnTo>
                  <a:close/>
                </a:path>
              </a:pathLst>
            </a:custGeom>
            <a:blipFill>
              <a:blip r:embed="rId2">
                <a:alphaModFix amt="0"/>
              </a:blip>
              <a:stretch>
                <a:fillRect l="0" t="-27940" r="0" b="-27940"/>
              </a:stretch>
            </a:blipFill>
          </p:spPr>
        </p:sp>
        <p:sp>
          <p:nvSpPr>
            <p:cNvPr name="TextBox 43" id="43"/>
            <p:cNvSpPr txBox="true"/>
            <p:nvPr/>
          </p:nvSpPr>
          <p:spPr>
            <a:xfrm>
              <a:off x="0" y="-9525"/>
              <a:ext cx="4876800" cy="122872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Add to Your List</a:t>
              </a:r>
            </a:p>
          </p:txBody>
        </p:sp>
      </p:grpSp>
      <p:grpSp>
        <p:nvGrpSpPr>
          <p:cNvPr name="Group 44" id="44"/>
          <p:cNvGrpSpPr/>
          <p:nvPr/>
        </p:nvGrpSpPr>
        <p:grpSpPr>
          <a:xfrm rot="0">
            <a:off x="12527280" y="4572000"/>
            <a:ext cx="4937760" cy="1371600"/>
            <a:chOff x="0" y="0"/>
            <a:chExt cx="6583680" cy="1828800"/>
          </a:xfrm>
        </p:grpSpPr>
        <p:sp>
          <p:nvSpPr>
            <p:cNvPr name="Freeform 45" id="45"/>
            <p:cNvSpPr/>
            <p:nvPr/>
          </p:nvSpPr>
          <p:spPr>
            <a:xfrm flipH="false" flipV="false" rot="0">
              <a:off x="0" y="0"/>
              <a:ext cx="6583680" cy="1828800"/>
            </a:xfrm>
            <a:custGeom>
              <a:avLst/>
              <a:gdLst/>
              <a:ahLst/>
              <a:cxnLst/>
              <a:rect r="r" b="b" t="t" l="l"/>
              <a:pathLst>
                <a:path h="1828800" w="6583680">
                  <a:moveTo>
                    <a:pt x="0" y="0"/>
                  </a:moveTo>
                  <a:lnTo>
                    <a:pt x="6583680" y="0"/>
                  </a:lnTo>
                  <a:lnTo>
                    <a:pt x="6583680" y="1828800"/>
                  </a:lnTo>
                  <a:lnTo>
                    <a:pt x="0" y="1828800"/>
                  </a:lnTo>
                  <a:close/>
                </a:path>
              </a:pathLst>
            </a:custGeom>
            <a:blipFill>
              <a:blip r:embed="rId2">
                <a:alphaModFix amt="0"/>
              </a:blip>
              <a:stretch>
                <a:fillRect l="0" t="-20146" r="0" b="-20146"/>
              </a:stretch>
            </a:blipFill>
          </p:spPr>
        </p:sp>
        <p:sp>
          <p:nvSpPr>
            <p:cNvPr name="TextBox 46" id="46"/>
            <p:cNvSpPr txBox="true"/>
            <p:nvPr/>
          </p:nvSpPr>
          <p:spPr>
            <a:xfrm>
              <a:off x="0" y="-38100"/>
              <a:ext cx="6583680" cy="1866900"/>
            </a:xfrm>
            <a:prstGeom prst="rect">
              <a:avLst/>
            </a:prstGeom>
          </p:spPr>
          <p:txBody>
            <a:bodyPr anchor="ctr" rtlCol="false" tIns="0" lIns="0" bIns="0" rIns="0"/>
            <a:lstStyle/>
            <a:p>
              <a:pPr algn="l">
                <a:lnSpc>
                  <a:spcPts val="2400"/>
                </a:lnSpc>
              </a:pPr>
              <a:r>
                <a:rPr lang="en-US" sz="2000">
                  <a:solidFill>
                    <a:srgbClr val="8888A8"/>
                  </a:solidFill>
                  <a:latin typeface="Calibri (MS)"/>
                  <a:ea typeface="Calibri (MS)"/>
                  <a:cs typeface="Calibri (MS)"/>
                  <a:sym typeface="Calibri (MS)"/>
                </a:rPr>
                <a:t>Click Done, Watching, Fav or Plan on any hovered card</a:t>
              </a:r>
            </a:p>
          </p:txBody>
        </p:sp>
      </p:grpSp>
      <p:grpSp>
        <p:nvGrpSpPr>
          <p:cNvPr name="Group 47" id="47"/>
          <p:cNvGrpSpPr/>
          <p:nvPr/>
        </p:nvGrpSpPr>
        <p:grpSpPr>
          <a:xfrm rot="0">
            <a:off x="535943" y="6662423"/>
            <a:ext cx="5511803" cy="3042923"/>
            <a:chOff x="0" y="0"/>
            <a:chExt cx="7349071" cy="4057231"/>
          </a:xfrm>
        </p:grpSpPr>
        <p:sp>
          <p:nvSpPr>
            <p:cNvPr name="Freeform 48" id="48"/>
            <p:cNvSpPr/>
            <p:nvPr/>
          </p:nvSpPr>
          <p:spPr>
            <a:xfrm flipH="false" flipV="false" rot="0">
              <a:off x="16891" y="16891"/>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1A1A35"/>
            </a:solidFill>
          </p:spPr>
        </p:sp>
        <p:sp>
          <p:nvSpPr>
            <p:cNvPr name="Freeform 49" id="49"/>
            <p:cNvSpPr/>
            <p:nvPr/>
          </p:nvSpPr>
          <p:spPr>
            <a:xfrm flipH="false" flipV="false" rot="0">
              <a:off x="0" y="0"/>
              <a:ext cx="7348982" cy="4057142"/>
            </a:xfrm>
            <a:custGeom>
              <a:avLst/>
              <a:gdLst/>
              <a:ahLst/>
              <a:cxnLst/>
              <a:rect r="r" b="b" t="t" l="l"/>
              <a:pathLst>
                <a:path h="4057142" w="7348982">
                  <a:moveTo>
                    <a:pt x="16891" y="0"/>
                  </a:moveTo>
                  <a:lnTo>
                    <a:pt x="7332091" y="0"/>
                  </a:lnTo>
                  <a:cubicBezTo>
                    <a:pt x="7341489" y="0"/>
                    <a:pt x="7348982" y="7620"/>
                    <a:pt x="7348982" y="16891"/>
                  </a:cubicBezTo>
                  <a:lnTo>
                    <a:pt x="7348982" y="4040251"/>
                  </a:lnTo>
                  <a:cubicBezTo>
                    <a:pt x="7348982" y="4049649"/>
                    <a:pt x="7341362" y="4057142"/>
                    <a:pt x="733209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7332091" y="4023360"/>
                  </a:lnTo>
                  <a:lnTo>
                    <a:pt x="7332091" y="4040251"/>
                  </a:lnTo>
                  <a:lnTo>
                    <a:pt x="7315200" y="4040251"/>
                  </a:lnTo>
                  <a:lnTo>
                    <a:pt x="7315200" y="16891"/>
                  </a:lnTo>
                  <a:lnTo>
                    <a:pt x="7332091" y="16891"/>
                  </a:lnTo>
                  <a:lnTo>
                    <a:pt x="7332091" y="33909"/>
                  </a:lnTo>
                  <a:lnTo>
                    <a:pt x="16891" y="33909"/>
                  </a:lnTo>
                  <a:close/>
                </a:path>
              </a:pathLst>
            </a:custGeom>
            <a:solidFill>
              <a:srgbClr val="F7C46A"/>
            </a:solidFill>
          </p:spPr>
        </p:sp>
      </p:grpSp>
      <p:grpSp>
        <p:nvGrpSpPr>
          <p:cNvPr name="Group 50" id="50"/>
          <p:cNvGrpSpPr/>
          <p:nvPr/>
        </p:nvGrpSpPr>
        <p:grpSpPr>
          <a:xfrm rot="0">
            <a:off x="731520" y="6858000"/>
            <a:ext cx="1280160" cy="1005840"/>
            <a:chOff x="0" y="0"/>
            <a:chExt cx="1706880" cy="1341120"/>
          </a:xfrm>
        </p:grpSpPr>
        <p:sp>
          <p:nvSpPr>
            <p:cNvPr name="Freeform 51" id="51"/>
            <p:cNvSpPr/>
            <p:nvPr/>
          </p:nvSpPr>
          <p:spPr>
            <a:xfrm flipH="false" flipV="false" rot="0">
              <a:off x="0" y="0"/>
              <a:ext cx="1706880" cy="1341120"/>
            </a:xfrm>
            <a:custGeom>
              <a:avLst/>
              <a:gdLst/>
              <a:ahLst/>
              <a:cxnLst/>
              <a:rect r="r" b="b" t="t" l="l"/>
              <a:pathLst>
                <a:path h="1341120" w="1706880">
                  <a:moveTo>
                    <a:pt x="0" y="0"/>
                  </a:moveTo>
                  <a:lnTo>
                    <a:pt x="1706880" y="0"/>
                  </a:lnTo>
                  <a:lnTo>
                    <a:pt x="1706880" y="1341120"/>
                  </a:lnTo>
                  <a:lnTo>
                    <a:pt x="0" y="1341120"/>
                  </a:lnTo>
                  <a:close/>
                </a:path>
              </a:pathLst>
            </a:custGeom>
            <a:blipFill>
              <a:blip r:embed="rId2">
                <a:alphaModFix amt="0"/>
              </a:blip>
              <a:stretch>
                <a:fillRect l="-50809" t="0" r="-50809" b="0"/>
              </a:stretch>
            </a:blipFill>
          </p:spPr>
        </p:sp>
        <p:sp>
          <p:nvSpPr>
            <p:cNvPr name="TextBox 52" id="52"/>
            <p:cNvSpPr txBox="true"/>
            <p:nvPr/>
          </p:nvSpPr>
          <p:spPr>
            <a:xfrm>
              <a:off x="0" y="-38100"/>
              <a:ext cx="1706880" cy="1379220"/>
            </a:xfrm>
            <a:prstGeom prst="rect">
              <a:avLst/>
            </a:prstGeom>
          </p:spPr>
          <p:txBody>
            <a:bodyPr anchor="ctr" rtlCol="false" tIns="0" lIns="0" bIns="0" rIns="0"/>
            <a:lstStyle/>
            <a:p>
              <a:pPr algn="l">
                <a:lnSpc>
                  <a:spcPts val="6719"/>
                </a:lnSpc>
              </a:pPr>
              <a:r>
                <a:rPr lang="en-US" sz="5599" b="true">
                  <a:solidFill>
                    <a:srgbClr val="F7C46A"/>
                  </a:solidFill>
                  <a:latin typeface="Arial Bold"/>
                  <a:ea typeface="Arial Bold"/>
                  <a:cs typeface="Arial Bold"/>
                  <a:sym typeface="Arial Bold"/>
                </a:rPr>
                <a:t>04</a:t>
              </a:r>
            </a:p>
          </p:txBody>
        </p:sp>
      </p:grpSp>
      <p:grpSp>
        <p:nvGrpSpPr>
          <p:cNvPr name="Group 53" id="53"/>
          <p:cNvGrpSpPr/>
          <p:nvPr/>
        </p:nvGrpSpPr>
        <p:grpSpPr>
          <a:xfrm rot="0">
            <a:off x="2103120" y="6894576"/>
            <a:ext cx="3657600" cy="914400"/>
            <a:chOff x="0" y="0"/>
            <a:chExt cx="4876800" cy="1219200"/>
          </a:xfrm>
        </p:grpSpPr>
        <p:sp>
          <p:nvSpPr>
            <p:cNvPr name="Freeform 54" id="54"/>
            <p:cNvSpPr/>
            <p:nvPr/>
          </p:nvSpPr>
          <p:spPr>
            <a:xfrm flipH="false" flipV="false" rot="0">
              <a:off x="0" y="0"/>
              <a:ext cx="4876800" cy="1219200"/>
            </a:xfrm>
            <a:custGeom>
              <a:avLst/>
              <a:gdLst/>
              <a:ahLst/>
              <a:cxnLst/>
              <a:rect r="r" b="b" t="t" l="l"/>
              <a:pathLst>
                <a:path h="1219200" w="4876800">
                  <a:moveTo>
                    <a:pt x="0" y="0"/>
                  </a:moveTo>
                  <a:lnTo>
                    <a:pt x="4876800" y="0"/>
                  </a:lnTo>
                  <a:lnTo>
                    <a:pt x="4876800" y="1219200"/>
                  </a:lnTo>
                  <a:lnTo>
                    <a:pt x="0" y="1219200"/>
                  </a:lnTo>
                  <a:close/>
                </a:path>
              </a:pathLst>
            </a:custGeom>
            <a:blipFill>
              <a:blip r:embed="rId2">
                <a:alphaModFix amt="0"/>
              </a:blip>
              <a:stretch>
                <a:fillRect l="0" t="-27940" r="0" b="-27940"/>
              </a:stretch>
            </a:blipFill>
          </p:spPr>
        </p:sp>
        <p:sp>
          <p:nvSpPr>
            <p:cNvPr name="TextBox 55" id="55"/>
            <p:cNvSpPr txBox="true"/>
            <p:nvPr/>
          </p:nvSpPr>
          <p:spPr>
            <a:xfrm>
              <a:off x="0" y="-9525"/>
              <a:ext cx="4876800" cy="122872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Track Progress</a:t>
              </a:r>
            </a:p>
          </p:txBody>
        </p:sp>
      </p:grpSp>
      <p:grpSp>
        <p:nvGrpSpPr>
          <p:cNvPr name="Group 56" id="56"/>
          <p:cNvGrpSpPr/>
          <p:nvPr/>
        </p:nvGrpSpPr>
        <p:grpSpPr>
          <a:xfrm rot="0">
            <a:off x="822960" y="8046720"/>
            <a:ext cx="4937760" cy="1371600"/>
            <a:chOff x="0" y="0"/>
            <a:chExt cx="6583680" cy="1828800"/>
          </a:xfrm>
        </p:grpSpPr>
        <p:sp>
          <p:nvSpPr>
            <p:cNvPr name="Freeform 57" id="57"/>
            <p:cNvSpPr/>
            <p:nvPr/>
          </p:nvSpPr>
          <p:spPr>
            <a:xfrm flipH="false" flipV="false" rot="0">
              <a:off x="0" y="0"/>
              <a:ext cx="6583680" cy="1828800"/>
            </a:xfrm>
            <a:custGeom>
              <a:avLst/>
              <a:gdLst/>
              <a:ahLst/>
              <a:cxnLst/>
              <a:rect r="r" b="b" t="t" l="l"/>
              <a:pathLst>
                <a:path h="1828800" w="6583680">
                  <a:moveTo>
                    <a:pt x="0" y="0"/>
                  </a:moveTo>
                  <a:lnTo>
                    <a:pt x="6583680" y="0"/>
                  </a:lnTo>
                  <a:lnTo>
                    <a:pt x="6583680" y="1828800"/>
                  </a:lnTo>
                  <a:lnTo>
                    <a:pt x="0" y="1828800"/>
                  </a:lnTo>
                  <a:close/>
                </a:path>
              </a:pathLst>
            </a:custGeom>
            <a:blipFill>
              <a:blip r:embed="rId2">
                <a:alphaModFix amt="0"/>
              </a:blip>
              <a:stretch>
                <a:fillRect l="0" t="-20146" r="0" b="-20146"/>
              </a:stretch>
            </a:blipFill>
          </p:spPr>
        </p:sp>
        <p:sp>
          <p:nvSpPr>
            <p:cNvPr name="TextBox 58" id="58"/>
            <p:cNvSpPr txBox="true"/>
            <p:nvPr/>
          </p:nvSpPr>
          <p:spPr>
            <a:xfrm>
              <a:off x="0" y="-38100"/>
              <a:ext cx="6583680" cy="1866900"/>
            </a:xfrm>
            <a:prstGeom prst="rect">
              <a:avLst/>
            </a:prstGeom>
          </p:spPr>
          <p:txBody>
            <a:bodyPr anchor="ctr" rtlCol="false" tIns="0" lIns="0" bIns="0" rIns="0"/>
            <a:lstStyle/>
            <a:p>
              <a:pPr algn="l">
                <a:lnSpc>
                  <a:spcPts val="2400"/>
                </a:lnSpc>
              </a:pPr>
              <a:r>
                <a:rPr lang="en-US" sz="2000">
                  <a:solidFill>
                    <a:srgbClr val="8888A8"/>
                  </a:solidFill>
                  <a:latin typeface="Calibri (MS)"/>
                  <a:ea typeface="Calibri (MS)"/>
                  <a:cs typeface="Calibri (MS)"/>
                  <a:sym typeface="Calibri (MS)"/>
                </a:rPr>
                <a:t>Update episodes watched, pages read and overall status</a:t>
              </a:r>
            </a:p>
          </p:txBody>
        </p:sp>
      </p:grpSp>
      <p:grpSp>
        <p:nvGrpSpPr>
          <p:cNvPr name="Group 59" id="59"/>
          <p:cNvGrpSpPr/>
          <p:nvPr/>
        </p:nvGrpSpPr>
        <p:grpSpPr>
          <a:xfrm rot="0">
            <a:off x="6388103" y="6662423"/>
            <a:ext cx="5511803" cy="3042923"/>
            <a:chOff x="0" y="0"/>
            <a:chExt cx="7349071" cy="4057231"/>
          </a:xfrm>
        </p:grpSpPr>
        <p:sp>
          <p:nvSpPr>
            <p:cNvPr name="Freeform 60" id="60"/>
            <p:cNvSpPr/>
            <p:nvPr/>
          </p:nvSpPr>
          <p:spPr>
            <a:xfrm flipH="false" flipV="false" rot="0">
              <a:off x="16891" y="16891"/>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1A1A35"/>
            </a:solidFill>
          </p:spPr>
        </p:sp>
        <p:sp>
          <p:nvSpPr>
            <p:cNvPr name="Freeform 61" id="61"/>
            <p:cNvSpPr/>
            <p:nvPr/>
          </p:nvSpPr>
          <p:spPr>
            <a:xfrm flipH="false" flipV="false" rot="0">
              <a:off x="0" y="0"/>
              <a:ext cx="7348982" cy="4057142"/>
            </a:xfrm>
            <a:custGeom>
              <a:avLst/>
              <a:gdLst/>
              <a:ahLst/>
              <a:cxnLst/>
              <a:rect r="r" b="b" t="t" l="l"/>
              <a:pathLst>
                <a:path h="4057142" w="7348982">
                  <a:moveTo>
                    <a:pt x="16891" y="0"/>
                  </a:moveTo>
                  <a:lnTo>
                    <a:pt x="7332091" y="0"/>
                  </a:lnTo>
                  <a:cubicBezTo>
                    <a:pt x="7341489" y="0"/>
                    <a:pt x="7348982" y="7620"/>
                    <a:pt x="7348982" y="16891"/>
                  </a:cubicBezTo>
                  <a:lnTo>
                    <a:pt x="7348982" y="4040251"/>
                  </a:lnTo>
                  <a:cubicBezTo>
                    <a:pt x="7348982" y="4049649"/>
                    <a:pt x="7341362" y="4057142"/>
                    <a:pt x="733209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7332091" y="4023360"/>
                  </a:lnTo>
                  <a:lnTo>
                    <a:pt x="7332091" y="4040251"/>
                  </a:lnTo>
                  <a:lnTo>
                    <a:pt x="7315200" y="4040251"/>
                  </a:lnTo>
                  <a:lnTo>
                    <a:pt x="7315200" y="16891"/>
                  </a:lnTo>
                  <a:lnTo>
                    <a:pt x="7332091" y="16891"/>
                  </a:lnTo>
                  <a:lnTo>
                    <a:pt x="7332091" y="33909"/>
                  </a:lnTo>
                  <a:lnTo>
                    <a:pt x="16891" y="33909"/>
                  </a:lnTo>
                  <a:close/>
                </a:path>
              </a:pathLst>
            </a:custGeom>
            <a:solidFill>
              <a:srgbClr val="7C6AF7"/>
            </a:solidFill>
          </p:spPr>
        </p:sp>
      </p:grpSp>
      <p:grpSp>
        <p:nvGrpSpPr>
          <p:cNvPr name="Group 62" id="62"/>
          <p:cNvGrpSpPr/>
          <p:nvPr/>
        </p:nvGrpSpPr>
        <p:grpSpPr>
          <a:xfrm rot="0">
            <a:off x="6583680" y="6858000"/>
            <a:ext cx="1280160" cy="1005840"/>
            <a:chOff x="0" y="0"/>
            <a:chExt cx="1706880" cy="1341120"/>
          </a:xfrm>
        </p:grpSpPr>
        <p:sp>
          <p:nvSpPr>
            <p:cNvPr name="Freeform 63" id="63"/>
            <p:cNvSpPr/>
            <p:nvPr/>
          </p:nvSpPr>
          <p:spPr>
            <a:xfrm flipH="false" flipV="false" rot="0">
              <a:off x="0" y="0"/>
              <a:ext cx="1706880" cy="1341120"/>
            </a:xfrm>
            <a:custGeom>
              <a:avLst/>
              <a:gdLst/>
              <a:ahLst/>
              <a:cxnLst/>
              <a:rect r="r" b="b" t="t" l="l"/>
              <a:pathLst>
                <a:path h="1341120" w="1706880">
                  <a:moveTo>
                    <a:pt x="0" y="0"/>
                  </a:moveTo>
                  <a:lnTo>
                    <a:pt x="1706880" y="0"/>
                  </a:lnTo>
                  <a:lnTo>
                    <a:pt x="1706880" y="1341120"/>
                  </a:lnTo>
                  <a:lnTo>
                    <a:pt x="0" y="1341120"/>
                  </a:lnTo>
                  <a:close/>
                </a:path>
              </a:pathLst>
            </a:custGeom>
            <a:blipFill>
              <a:blip r:embed="rId2">
                <a:alphaModFix amt="0"/>
              </a:blip>
              <a:stretch>
                <a:fillRect l="-50809" t="0" r="-50809" b="0"/>
              </a:stretch>
            </a:blipFill>
          </p:spPr>
        </p:sp>
        <p:sp>
          <p:nvSpPr>
            <p:cNvPr name="TextBox 64" id="64"/>
            <p:cNvSpPr txBox="true"/>
            <p:nvPr/>
          </p:nvSpPr>
          <p:spPr>
            <a:xfrm>
              <a:off x="0" y="-38100"/>
              <a:ext cx="1706880" cy="1379220"/>
            </a:xfrm>
            <a:prstGeom prst="rect">
              <a:avLst/>
            </a:prstGeom>
          </p:spPr>
          <p:txBody>
            <a:bodyPr anchor="ctr" rtlCol="false" tIns="0" lIns="0" bIns="0" rIns="0"/>
            <a:lstStyle/>
            <a:p>
              <a:pPr algn="l">
                <a:lnSpc>
                  <a:spcPts val="6719"/>
                </a:lnSpc>
              </a:pPr>
              <a:r>
                <a:rPr lang="en-US" sz="5599" b="true">
                  <a:solidFill>
                    <a:srgbClr val="7C6AF7"/>
                  </a:solidFill>
                  <a:latin typeface="Arial Bold"/>
                  <a:ea typeface="Arial Bold"/>
                  <a:cs typeface="Arial Bold"/>
                  <a:sym typeface="Arial Bold"/>
                </a:rPr>
                <a:t>05</a:t>
              </a:r>
            </a:p>
          </p:txBody>
        </p:sp>
      </p:grpSp>
      <p:grpSp>
        <p:nvGrpSpPr>
          <p:cNvPr name="Group 65" id="65"/>
          <p:cNvGrpSpPr/>
          <p:nvPr/>
        </p:nvGrpSpPr>
        <p:grpSpPr>
          <a:xfrm rot="0">
            <a:off x="7955280" y="6894576"/>
            <a:ext cx="3657600" cy="914400"/>
            <a:chOff x="0" y="0"/>
            <a:chExt cx="4876800" cy="1219200"/>
          </a:xfrm>
        </p:grpSpPr>
        <p:sp>
          <p:nvSpPr>
            <p:cNvPr name="Freeform 66" id="66"/>
            <p:cNvSpPr/>
            <p:nvPr/>
          </p:nvSpPr>
          <p:spPr>
            <a:xfrm flipH="false" flipV="false" rot="0">
              <a:off x="0" y="0"/>
              <a:ext cx="4876800" cy="1219200"/>
            </a:xfrm>
            <a:custGeom>
              <a:avLst/>
              <a:gdLst/>
              <a:ahLst/>
              <a:cxnLst/>
              <a:rect r="r" b="b" t="t" l="l"/>
              <a:pathLst>
                <a:path h="1219200" w="4876800">
                  <a:moveTo>
                    <a:pt x="0" y="0"/>
                  </a:moveTo>
                  <a:lnTo>
                    <a:pt x="4876800" y="0"/>
                  </a:lnTo>
                  <a:lnTo>
                    <a:pt x="4876800" y="1219200"/>
                  </a:lnTo>
                  <a:lnTo>
                    <a:pt x="0" y="1219200"/>
                  </a:lnTo>
                  <a:close/>
                </a:path>
              </a:pathLst>
            </a:custGeom>
            <a:blipFill>
              <a:blip r:embed="rId2">
                <a:alphaModFix amt="0"/>
              </a:blip>
              <a:stretch>
                <a:fillRect l="0" t="-27940" r="0" b="-27940"/>
              </a:stretch>
            </a:blipFill>
          </p:spPr>
        </p:sp>
        <p:sp>
          <p:nvSpPr>
            <p:cNvPr name="TextBox 67" id="67"/>
            <p:cNvSpPr txBox="true"/>
            <p:nvPr/>
          </p:nvSpPr>
          <p:spPr>
            <a:xfrm>
              <a:off x="0" y="-9525"/>
              <a:ext cx="4876800" cy="122872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Get Recommendations</a:t>
              </a:r>
            </a:p>
          </p:txBody>
        </p:sp>
      </p:grpSp>
      <p:grpSp>
        <p:nvGrpSpPr>
          <p:cNvPr name="Group 68" id="68"/>
          <p:cNvGrpSpPr/>
          <p:nvPr/>
        </p:nvGrpSpPr>
        <p:grpSpPr>
          <a:xfrm rot="0">
            <a:off x="6675120" y="8046720"/>
            <a:ext cx="4937760" cy="1371600"/>
            <a:chOff x="0" y="0"/>
            <a:chExt cx="6583680" cy="1828800"/>
          </a:xfrm>
        </p:grpSpPr>
        <p:sp>
          <p:nvSpPr>
            <p:cNvPr name="Freeform 69" id="69"/>
            <p:cNvSpPr/>
            <p:nvPr/>
          </p:nvSpPr>
          <p:spPr>
            <a:xfrm flipH="false" flipV="false" rot="0">
              <a:off x="0" y="0"/>
              <a:ext cx="6583680" cy="1828800"/>
            </a:xfrm>
            <a:custGeom>
              <a:avLst/>
              <a:gdLst/>
              <a:ahLst/>
              <a:cxnLst/>
              <a:rect r="r" b="b" t="t" l="l"/>
              <a:pathLst>
                <a:path h="1828800" w="6583680">
                  <a:moveTo>
                    <a:pt x="0" y="0"/>
                  </a:moveTo>
                  <a:lnTo>
                    <a:pt x="6583680" y="0"/>
                  </a:lnTo>
                  <a:lnTo>
                    <a:pt x="6583680" y="1828800"/>
                  </a:lnTo>
                  <a:lnTo>
                    <a:pt x="0" y="1828800"/>
                  </a:lnTo>
                  <a:close/>
                </a:path>
              </a:pathLst>
            </a:custGeom>
            <a:blipFill>
              <a:blip r:embed="rId2">
                <a:alphaModFix amt="0"/>
              </a:blip>
              <a:stretch>
                <a:fillRect l="0" t="-20146" r="0" b="-20146"/>
              </a:stretch>
            </a:blipFill>
          </p:spPr>
        </p:sp>
        <p:sp>
          <p:nvSpPr>
            <p:cNvPr name="TextBox 70" id="70"/>
            <p:cNvSpPr txBox="true"/>
            <p:nvPr/>
          </p:nvSpPr>
          <p:spPr>
            <a:xfrm>
              <a:off x="0" y="-38100"/>
              <a:ext cx="6583680" cy="1866900"/>
            </a:xfrm>
            <a:prstGeom prst="rect">
              <a:avLst/>
            </a:prstGeom>
          </p:spPr>
          <p:txBody>
            <a:bodyPr anchor="ctr" rtlCol="false" tIns="0" lIns="0" bIns="0" rIns="0"/>
            <a:lstStyle/>
            <a:p>
              <a:pPr algn="l">
                <a:lnSpc>
                  <a:spcPts val="2400"/>
                </a:lnSpc>
              </a:pPr>
              <a:r>
                <a:rPr lang="en-US" sz="2000">
                  <a:solidFill>
                    <a:srgbClr val="8888A8"/>
                  </a:solidFill>
                  <a:latin typeface="Calibri (MS)"/>
                  <a:ea typeface="Calibri (MS)"/>
                  <a:cs typeface="Calibri (MS)"/>
                  <a:sym typeface="Calibri (MS)"/>
                </a:rPr>
                <a:t>System analyses your ratings and suggests similar content</a:t>
              </a:r>
            </a:p>
          </p:txBody>
        </p:sp>
      </p:grpSp>
      <p:grpSp>
        <p:nvGrpSpPr>
          <p:cNvPr name="Group 71" id="71"/>
          <p:cNvGrpSpPr/>
          <p:nvPr/>
        </p:nvGrpSpPr>
        <p:grpSpPr>
          <a:xfrm rot="0">
            <a:off x="12240263" y="6662423"/>
            <a:ext cx="5511803" cy="3042923"/>
            <a:chOff x="0" y="0"/>
            <a:chExt cx="7349071" cy="4057231"/>
          </a:xfrm>
        </p:grpSpPr>
        <p:sp>
          <p:nvSpPr>
            <p:cNvPr name="Freeform 72" id="72"/>
            <p:cNvSpPr/>
            <p:nvPr/>
          </p:nvSpPr>
          <p:spPr>
            <a:xfrm flipH="false" flipV="false" rot="0">
              <a:off x="16891" y="16891"/>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1A1A35"/>
            </a:solidFill>
          </p:spPr>
        </p:sp>
        <p:sp>
          <p:nvSpPr>
            <p:cNvPr name="Freeform 73" id="73"/>
            <p:cNvSpPr/>
            <p:nvPr/>
          </p:nvSpPr>
          <p:spPr>
            <a:xfrm flipH="false" flipV="false" rot="0">
              <a:off x="0" y="0"/>
              <a:ext cx="7348982" cy="4057142"/>
            </a:xfrm>
            <a:custGeom>
              <a:avLst/>
              <a:gdLst/>
              <a:ahLst/>
              <a:cxnLst/>
              <a:rect r="r" b="b" t="t" l="l"/>
              <a:pathLst>
                <a:path h="4057142" w="7348982">
                  <a:moveTo>
                    <a:pt x="16891" y="0"/>
                  </a:moveTo>
                  <a:lnTo>
                    <a:pt x="7332091" y="0"/>
                  </a:lnTo>
                  <a:cubicBezTo>
                    <a:pt x="7341489" y="0"/>
                    <a:pt x="7348982" y="7620"/>
                    <a:pt x="7348982" y="16891"/>
                  </a:cubicBezTo>
                  <a:lnTo>
                    <a:pt x="7348982" y="4040251"/>
                  </a:lnTo>
                  <a:cubicBezTo>
                    <a:pt x="7348982" y="4049649"/>
                    <a:pt x="7341362" y="4057142"/>
                    <a:pt x="733209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7332091" y="4023360"/>
                  </a:lnTo>
                  <a:lnTo>
                    <a:pt x="7332091" y="4040251"/>
                  </a:lnTo>
                  <a:lnTo>
                    <a:pt x="7315200" y="4040251"/>
                  </a:lnTo>
                  <a:lnTo>
                    <a:pt x="7315200" y="16891"/>
                  </a:lnTo>
                  <a:lnTo>
                    <a:pt x="7332091" y="16891"/>
                  </a:lnTo>
                  <a:lnTo>
                    <a:pt x="7332091" y="33909"/>
                  </a:lnTo>
                  <a:lnTo>
                    <a:pt x="16891" y="33909"/>
                  </a:lnTo>
                  <a:close/>
                </a:path>
              </a:pathLst>
            </a:custGeom>
            <a:solidFill>
              <a:srgbClr val="6AF7C4"/>
            </a:solidFill>
          </p:spPr>
        </p:sp>
      </p:grpSp>
      <p:grpSp>
        <p:nvGrpSpPr>
          <p:cNvPr name="Group 74" id="74"/>
          <p:cNvGrpSpPr/>
          <p:nvPr/>
        </p:nvGrpSpPr>
        <p:grpSpPr>
          <a:xfrm rot="0">
            <a:off x="12435840" y="6858000"/>
            <a:ext cx="1280160" cy="1005840"/>
            <a:chOff x="0" y="0"/>
            <a:chExt cx="1706880" cy="1341120"/>
          </a:xfrm>
        </p:grpSpPr>
        <p:sp>
          <p:nvSpPr>
            <p:cNvPr name="Freeform 75" id="75"/>
            <p:cNvSpPr/>
            <p:nvPr/>
          </p:nvSpPr>
          <p:spPr>
            <a:xfrm flipH="false" flipV="false" rot="0">
              <a:off x="0" y="0"/>
              <a:ext cx="1706880" cy="1341120"/>
            </a:xfrm>
            <a:custGeom>
              <a:avLst/>
              <a:gdLst/>
              <a:ahLst/>
              <a:cxnLst/>
              <a:rect r="r" b="b" t="t" l="l"/>
              <a:pathLst>
                <a:path h="1341120" w="1706880">
                  <a:moveTo>
                    <a:pt x="0" y="0"/>
                  </a:moveTo>
                  <a:lnTo>
                    <a:pt x="1706880" y="0"/>
                  </a:lnTo>
                  <a:lnTo>
                    <a:pt x="1706880" y="1341120"/>
                  </a:lnTo>
                  <a:lnTo>
                    <a:pt x="0" y="1341120"/>
                  </a:lnTo>
                  <a:close/>
                </a:path>
              </a:pathLst>
            </a:custGeom>
            <a:blipFill>
              <a:blip r:embed="rId2">
                <a:alphaModFix amt="0"/>
              </a:blip>
              <a:stretch>
                <a:fillRect l="-50809" t="0" r="-50809" b="0"/>
              </a:stretch>
            </a:blipFill>
          </p:spPr>
        </p:sp>
        <p:sp>
          <p:nvSpPr>
            <p:cNvPr name="TextBox 76" id="76"/>
            <p:cNvSpPr txBox="true"/>
            <p:nvPr/>
          </p:nvSpPr>
          <p:spPr>
            <a:xfrm>
              <a:off x="0" y="-38100"/>
              <a:ext cx="1706880" cy="1379220"/>
            </a:xfrm>
            <a:prstGeom prst="rect">
              <a:avLst/>
            </a:prstGeom>
          </p:spPr>
          <p:txBody>
            <a:bodyPr anchor="ctr" rtlCol="false" tIns="0" lIns="0" bIns="0" rIns="0"/>
            <a:lstStyle/>
            <a:p>
              <a:pPr algn="l">
                <a:lnSpc>
                  <a:spcPts val="6719"/>
                </a:lnSpc>
              </a:pPr>
              <a:r>
                <a:rPr lang="en-US" sz="5599" b="true">
                  <a:solidFill>
                    <a:srgbClr val="6AF7C4"/>
                  </a:solidFill>
                  <a:latin typeface="Arial Bold"/>
                  <a:ea typeface="Arial Bold"/>
                  <a:cs typeface="Arial Bold"/>
                  <a:sym typeface="Arial Bold"/>
                </a:rPr>
                <a:t>06</a:t>
              </a:r>
            </a:p>
          </p:txBody>
        </p:sp>
      </p:grpSp>
      <p:grpSp>
        <p:nvGrpSpPr>
          <p:cNvPr name="Group 77" id="77"/>
          <p:cNvGrpSpPr/>
          <p:nvPr/>
        </p:nvGrpSpPr>
        <p:grpSpPr>
          <a:xfrm rot="0">
            <a:off x="13807440" y="6894576"/>
            <a:ext cx="3657600" cy="914400"/>
            <a:chOff x="0" y="0"/>
            <a:chExt cx="4876800" cy="1219200"/>
          </a:xfrm>
        </p:grpSpPr>
        <p:sp>
          <p:nvSpPr>
            <p:cNvPr name="Freeform 78" id="78"/>
            <p:cNvSpPr/>
            <p:nvPr/>
          </p:nvSpPr>
          <p:spPr>
            <a:xfrm flipH="false" flipV="false" rot="0">
              <a:off x="0" y="0"/>
              <a:ext cx="4876800" cy="1219200"/>
            </a:xfrm>
            <a:custGeom>
              <a:avLst/>
              <a:gdLst/>
              <a:ahLst/>
              <a:cxnLst/>
              <a:rect r="r" b="b" t="t" l="l"/>
              <a:pathLst>
                <a:path h="1219200" w="4876800">
                  <a:moveTo>
                    <a:pt x="0" y="0"/>
                  </a:moveTo>
                  <a:lnTo>
                    <a:pt x="4876800" y="0"/>
                  </a:lnTo>
                  <a:lnTo>
                    <a:pt x="4876800" y="1219200"/>
                  </a:lnTo>
                  <a:lnTo>
                    <a:pt x="0" y="1219200"/>
                  </a:lnTo>
                  <a:close/>
                </a:path>
              </a:pathLst>
            </a:custGeom>
            <a:blipFill>
              <a:blip r:embed="rId2">
                <a:alphaModFix amt="0"/>
              </a:blip>
              <a:stretch>
                <a:fillRect l="0" t="-27940" r="0" b="-27940"/>
              </a:stretch>
            </a:blipFill>
          </p:spPr>
        </p:sp>
        <p:sp>
          <p:nvSpPr>
            <p:cNvPr name="TextBox 79" id="79"/>
            <p:cNvSpPr txBox="true"/>
            <p:nvPr/>
          </p:nvSpPr>
          <p:spPr>
            <a:xfrm>
              <a:off x="0" y="-9525"/>
              <a:ext cx="4876800" cy="122872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View Dashboard</a:t>
              </a:r>
            </a:p>
          </p:txBody>
        </p:sp>
      </p:grpSp>
      <p:grpSp>
        <p:nvGrpSpPr>
          <p:cNvPr name="Group 80" id="80"/>
          <p:cNvGrpSpPr/>
          <p:nvPr/>
        </p:nvGrpSpPr>
        <p:grpSpPr>
          <a:xfrm rot="0">
            <a:off x="12527280" y="8046720"/>
            <a:ext cx="4937760" cy="1371600"/>
            <a:chOff x="0" y="0"/>
            <a:chExt cx="6583680" cy="1828800"/>
          </a:xfrm>
        </p:grpSpPr>
        <p:sp>
          <p:nvSpPr>
            <p:cNvPr name="Freeform 81" id="81"/>
            <p:cNvSpPr/>
            <p:nvPr/>
          </p:nvSpPr>
          <p:spPr>
            <a:xfrm flipH="false" flipV="false" rot="0">
              <a:off x="0" y="0"/>
              <a:ext cx="6583680" cy="1828800"/>
            </a:xfrm>
            <a:custGeom>
              <a:avLst/>
              <a:gdLst/>
              <a:ahLst/>
              <a:cxnLst/>
              <a:rect r="r" b="b" t="t" l="l"/>
              <a:pathLst>
                <a:path h="1828800" w="6583680">
                  <a:moveTo>
                    <a:pt x="0" y="0"/>
                  </a:moveTo>
                  <a:lnTo>
                    <a:pt x="6583680" y="0"/>
                  </a:lnTo>
                  <a:lnTo>
                    <a:pt x="6583680" y="1828800"/>
                  </a:lnTo>
                  <a:lnTo>
                    <a:pt x="0" y="1828800"/>
                  </a:lnTo>
                  <a:close/>
                </a:path>
              </a:pathLst>
            </a:custGeom>
            <a:blipFill>
              <a:blip r:embed="rId2">
                <a:alphaModFix amt="0"/>
              </a:blip>
              <a:stretch>
                <a:fillRect l="0" t="-20146" r="0" b="-20146"/>
              </a:stretch>
            </a:blipFill>
          </p:spPr>
        </p:sp>
        <p:sp>
          <p:nvSpPr>
            <p:cNvPr name="TextBox 82" id="82"/>
            <p:cNvSpPr txBox="true"/>
            <p:nvPr/>
          </p:nvSpPr>
          <p:spPr>
            <a:xfrm>
              <a:off x="0" y="-38100"/>
              <a:ext cx="6583680" cy="1866900"/>
            </a:xfrm>
            <a:prstGeom prst="rect">
              <a:avLst/>
            </a:prstGeom>
          </p:spPr>
          <p:txBody>
            <a:bodyPr anchor="ctr" rtlCol="false" tIns="0" lIns="0" bIns="0" rIns="0"/>
            <a:lstStyle/>
            <a:p>
              <a:pPr algn="l">
                <a:lnSpc>
                  <a:spcPts val="2400"/>
                </a:lnSpc>
              </a:pPr>
              <a:r>
                <a:rPr lang="en-US" sz="2000">
                  <a:solidFill>
                    <a:srgbClr val="8888A8"/>
                  </a:solidFill>
                  <a:latin typeface="Calibri (MS)"/>
                  <a:ea typeface="Calibri (MS)"/>
                  <a:cs typeface="Calibri (MS)"/>
                  <a:sym typeface="Calibri (MS)"/>
                </a:rPr>
                <a:t>See all stats, charts and your complete content journey</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16891" y="16891"/>
              <a:ext cx="292608" cy="13715999"/>
            </a:xfrm>
            <a:custGeom>
              <a:avLst/>
              <a:gdLst/>
              <a:ahLst/>
              <a:cxnLst/>
              <a:rect r="r" b="b" t="t" l="l"/>
              <a:pathLst>
                <a:path h="13715999" w="292608">
                  <a:moveTo>
                    <a:pt x="0" y="0"/>
                  </a:moveTo>
                  <a:lnTo>
                    <a:pt x="292608" y="0"/>
                  </a:lnTo>
                  <a:lnTo>
                    <a:pt x="292608" y="13715999"/>
                  </a:lnTo>
                  <a:lnTo>
                    <a:pt x="0" y="13715999"/>
                  </a:lnTo>
                  <a:close/>
                </a:path>
              </a:pathLst>
            </a:custGeom>
            <a:solidFill>
              <a:srgbClr val="F76A6A"/>
            </a:solidFill>
          </p:spPr>
        </p:sp>
        <p:sp>
          <p:nvSpPr>
            <p:cNvPr name="Freeform 4" id="4"/>
            <p:cNvSpPr/>
            <p:nvPr/>
          </p:nvSpPr>
          <p:spPr>
            <a:xfrm flipH="false" flipV="false" rot="0">
              <a:off x="0" y="0"/>
              <a:ext cx="326390" cy="13749782"/>
            </a:xfrm>
            <a:custGeom>
              <a:avLst/>
              <a:gdLst/>
              <a:ahLst/>
              <a:cxnLst/>
              <a:rect r="r" b="b" t="t" l="l"/>
              <a:pathLst>
                <a:path h="13749782" w="326390">
                  <a:moveTo>
                    <a:pt x="16891" y="0"/>
                  </a:moveTo>
                  <a:lnTo>
                    <a:pt x="309499" y="0"/>
                  </a:lnTo>
                  <a:cubicBezTo>
                    <a:pt x="318897" y="0"/>
                    <a:pt x="326390" y="7620"/>
                    <a:pt x="326390" y="16891"/>
                  </a:cubicBezTo>
                  <a:lnTo>
                    <a:pt x="326390" y="13732890"/>
                  </a:lnTo>
                  <a:cubicBezTo>
                    <a:pt x="326390" y="13742290"/>
                    <a:pt x="318770" y="13749782"/>
                    <a:pt x="309499"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09499" y="13716000"/>
                  </a:lnTo>
                  <a:lnTo>
                    <a:pt x="309499" y="13732890"/>
                  </a:lnTo>
                  <a:lnTo>
                    <a:pt x="292608" y="13732890"/>
                  </a:lnTo>
                  <a:lnTo>
                    <a:pt x="292608" y="16891"/>
                  </a:lnTo>
                  <a:lnTo>
                    <a:pt x="309499" y="16891"/>
                  </a:lnTo>
                  <a:lnTo>
                    <a:pt x="309499" y="33909"/>
                  </a:lnTo>
                  <a:lnTo>
                    <a:pt x="16891" y="33909"/>
                  </a:lnTo>
                  <a:close/>
                </a:path>
              </a:pathLst>
            </a:custGeom>
            <a:solidFill>
              <a:srgbClr val="F76A6A"/>
            </a:solidFill>
          </p:spPr>
        </p:sp>
      </p:grpSp>
      <p:grpSp>
        <p:nvGrpSpPr>
          <p:cNvPr name="Group 5" id="5"/>
          <p:cNvGrpSpPr/>
          <p:nvPr/>
        </p:nvGrpSpPr>
        <p:grpSpPr>
          <a:xfrm rot="0">
            <a:off x="548640" y="274320"/>
            <a:ext cx="2194560" cy="1648718"/>
            <a:chOff x="0" y="0"/>
            <a:chExt cx="2926080" cy="2198291"/>
          </a:xfrm>
        </p:grpSpPr>
        <p:sp>
          <p:nvSpPr>
            <p:cNvPr name="Freeform 6" id="6"/>
            <p:cNvSpPr/>
            <p:nvPr/>
          </p:nvSpPr>
          <p:spPr>
            <a:xfrm flipH="false" flipV="false" rot="0">
              <a:off x="0" y="0"/>
              <a:ext cx="2926080" cy="2198291"/>
            </a:xfrm>
            <a:custGeom>
              <a:avLst/>
              <a:gdLst/>
              <a:ahLst/>
              <a:cxnLst/>
              <a:rect r="r" b="b" t="t" l="l"/>
              <a:pathLst>
                <a:path h="2198291" w="2926080">
                  <a:moveTo>
                    <a:pt x="0" y="0"/>
                  </a:moveTo>
                  <a:lnTo>
                    <a:pt x="2926080" y="0"/>
                  </a:lnTo>
                  <a:lnTo>
                    <a:pt x="2926080" y="2198291"/>
                  </a:lnTo>
                  <a:lnTo>
                    <a:pt x="0" y="2198291"/>
                  </a:lnTo>
                  <a:close/>
                </a:path>
              </a:pathLst>
            </a:custGeom>
            <a:blipFill>
              <a:blip r:embed="rId2">
                <a:alphaModFix amt="0"/>
              </a:blip>
              <a:stretch>
                <a:fillRect l="-24843" t="0" r="-24843" b="22354"/>
              </a:stretch>
            </a:blipFill>
          </p:spPr>
        </p:sp>
        <p:sp>
          <p:nvSpPr>
            <p:cNvPr name="TextBox 7" id="7"/>
            <p:cNvSpPr txBox="true"/>
            <p:nvPr/>
          </p:nvSpPr>
          <p:spPr>
            <a:xfrm>
              <a:off x="0" y="-38100"/>
              <a:ext cx="2926080" cy="2236391"/>
            </a:xfrm>
            <a:prstGeom prst="rect">
              <a:avLst/>
            </a:prstGeom>
          </p:spPr>
          <p:txBody>
            <a:bodyPr anchor="ctr" rtlCol="false" tIns="0" lIns="0" bIns="0" rIns="0"/>
            <a:lstStyle/>
            <a:p>
              <a:pPr algn="l">
                <a:lnSpc>
                  <a:spcPts val="9600"/>
                </a:lnSpc>
              </a:pPr>
              <a:r>
                <a:rPr lang="en-US" sz="8000" b="true">
                  <a:solidFill>
                    <a:srgbClr val="F76A6A"/>
                  </a:solidFill>
                  <a:latin typeface="Arial Bold"/>
                  <a:ea typeface="Arial Bold"/>
                  <a:cs typeface="Arial Bold"/>
                  <a:sym typeface="Arial Bold"/>
                </a:rPr>
                <a:t>07</a:t>
              </a:r>
            </a:p>
          </p:txBody>
        </p:sp>
      </p:grpSp>
      <p:grpSp>
        <p:nvGrpSpPr>
          <p:cNvPr name="Group 8" id="8"/>
          <p:cNvGrpSpPr/>
          <p:nvPr/>
        </p:nvGrpSpPr>
        <p:grpSpPr>
          <a:xfrm rot="0">
            <a:off x="548640" y="1463040"/>
            <a:ext cx="16459200" cy="1005840"/>
            <a:chOff x="0" y="0"/>
            <a:chExt cx="21945600" cy="1341120"/>
          </a:xfrm>
        </p:grpSpPr>
        <p:sp>
          <p:nvSpPr>
            <p:cNvPr name="Freeform 9" id="9"/>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0" id="10"/>
            <p:cNvSpPr txBox="true"/>
            <p:nvPr/>
          </p:nvSpPr>
          <p:spPr>
            <a:xfrm>
              <a:off x="0" y="-28575"/>
              <a:ext cx="21945600" cy="1369695"/>
            </a:xfrm>
            <a:prstGeom prst="rect">
              <a:avLst/>
            </a:prstGeom>
          </p:spPr>
          <p:txBody>
            <a:bodyPr anchor="ctr" rtlCol="false" tIns="0" lIns="0" bIns="0" rIns="0"/>
            <a:lstStyle/>
            <a:p>
              <a:pPr algn="l">
                <a:lnSpc>
                  <a:spcPts val="7200"/>
                </a:lnSpc>
              </a:pPr>
              <a:r>
                <a:rPr lang="en-US" sz="6000" b="true">
                  <a:solidFill>
                    <a:srgbClr val="FFFFFF"/>
                  </a:solidFill>
                  <a:latin typeface="Arial Bold"/>
                  <a:ea typeface="Arial Bold"/>
                  <a:cs typeface="Arial Bold"/>
                  <a:sym typeface="Arial Bold"/>
                </a:rPr>
                <a:t>User Journey Map</a:t>
              </a:r>
            </a:p>
          </p:txBody>
        </p:sp>
      </p:grpSp>
      <p:grpSp>
        <p:nvGrpSpPr>
          <p:cNvPr name="Group 11" id="11"/>
          <p:cNvGrpSpPr/>
          <p:nvPr/>
        </p:nvGrpSpPr>
        <p:grpSpPr>
          <a:xfrm rot="0">
            <a:off x="1078230" y="2724150"/>
            <a:ext cx="1866900" cy="1866900"/>
            <a:chOff x="0" y="0"/>
            <a:chExt cx="2489200" cy="2489200"/>
          </a:xfrm>
        </p:grpSpPr>
        <p:sp>
          <p:nvSpPr>
            <p:cNvPr name="Freeform 12" id="12"/>
            <p:cNvSpPr/>
            <p:nvPr/>
          </p:nvSpPr>
          <p:spPr>
            <a:xfrm flipH="false" flipV="false" rot="0">
              <a:off x="25400" y="25400"/>
              <a:ext cx="2438400" cy="2438400"/>
            </a:xfrm>
            <a:custGeom>
              <a:avLst/>
              <a:gdLst/>
              <a:ahLst/>
              <a:cxnLst/>
              <a:rect r="r" b="b" t="t" l="l"/>
              <a:pathLst>
                <a:path h="2438400" w="2438400">
                  <a:moveTo>
                    <a:pt x="0" y="1219200"/>
                  </a:moveTo>
                  <a:cubicBezTo>
                    <a:pt x="0" y="545846"/>
                    <a:pt x="545846" y="0"/>
                    <a:pt x="1219200" y="0"/>
                  </a:cubicBezTo>
                  <a:cubicBezTo>
                    <a:pt x="1892554" y="0"/>
                    <a:pt x="2438400" y="545846"/>
                    <a:pt x="2438400" y="1219200"/>
                  </a:cubicBezTo>
                  <a:cubicBezTo>
                    <a:pt x="2438400" y="1892554"/>
                    <a:pt x="1892554" y="2438400"/>
                    <a:pt x="1219200" y="2438400"/>
                  </a:cubicBezTo>
                  <a:cubicBezTo>
                    <a:pt x="545846" y="2438400"/>
                    <a:pt x="0" y="1892554"/>
                    <a:pt x="0" y="1219200"/>
                  </a:cubicBezTo>
                  <a:close/>
                </a:path>
              </a:pathLst>
            </a:custGeom>
            <a:solidFill>
              <a:srgbClr val="7C6AF7">
                <a:alpha val="63922"/>
              </a:srgbClr>
            </a:solidFill>
          </p:spPr>
        </p:sp>
        <p:sp>
          <p:nvSpPr>
            <p:cNvPr name="Freeform 13" id="13"/>
            <p:cNvSpPr/>
            <p:nvPr/>
          </p:nvSpPr>
          <p:spPr>
            <a:xfrm flipH="false" flipV="false" rot="0">
              <a:off x="0" y="0"/>
              <a:ext cx="2489200" cy="2489200"/>
            </a:xfrm>
            <a:custGeom>
              <a:avLst/>
              <a:gdLst/>
              <a:ahLst/>
              <a:cxnLst/>
              <a:rect r="r" b="b" t="t" l="l"/>
              <a:pathLst>
                <a:path h="2489200" w="2489200">
                  <a:moveTo>
                    <a:pt x="0" y="1244600"/>
                  </a:moveTo>
                  <a:cubicBezTo>
                    <a:pt x="0" y="557276"/>
                    <a:pt x="557276" y="0"/>
                    <a:pt x="1244600" y="0"/>
                  </a:cubicBezTo>
                  <a:lnTo>
                    <a:pt x="1244600" y="25400"/>
                  </a:lnTo>
                  <a:lnTo>
                    <a:pt x="1244600" y="0"/>
                  </a:lnTo>
                  <a:cubicBezTo>
                    <a:pt x="1931924" y="0"/>
                    <a:pt x="2489200" y="557276"/>
                    <a:pt x="2489200" y="1244600"/>
                  </a:cubicBezTo>
                  <a:lnTo>
                    <a:pt x="2463800" y="1244600"/>
                  </a:lnTo>
                  <a:lnTo>
                    <a:pt x="2489200" y="1244600"/>
                  </a:lnTo>
                  <a:cubicBezTo>
                    <a:pt x="2489200" y="1931924"/>
                    <a:pt x="1931924" y="2489200"/>
                    <a:pt x="1244600" y="2489200"/>
                  </a:cubicBezTo>
                  <a:lnTo>
                    <a:pt x="1244600" y="2463800"/>
                  </a:lnTo>
                  <a:lnTo>
                    <a:pt x="1244600" y="2489200"/>
                  </a:lnTo>
                  <a:cubicBezTo>
                    <a:pt x="557276" y="2489200"/>
                    <a:pt x="0" y="1931924"/>
                    <a:pt x="0" y="1244600"/>
                  </a:cubicBezTo>
                  <a:lnTo>
                    <a:pt x="25400" y="1244600"/>
                  </a:lnTo>
                  <a:lnTo>
                    <a:pt x="50800" y="1244600"/>
                  </a:lnTo>
                  <a:lnTo>
                    <a:pt x="25400" y="1244600"/>
                  </a:lnTo>
                  <a:lnTo>
                    <a:pt x="0" y="1244600"/>
                  </a:lnTo>
                  <a:moveTo>
                    <a:pt x="50800" y="1244600"/>
                  </a:moveTo>
                  <a:cubicBezTo>
                    <a:pt x="50800" y="1258570"/>
                    <a:pt x="39370" y="1270000"/>
                    <a:pt x="25400" y="1270000"/>
                  </a:cubicBezTo>
                  <a:cubicBezTo>
                    <a:pt x="11430" y="1270000"/>
                    <a:pt x="0" y="1258570"/>
                    <a:pt x="0" y="1244600"/>
                  </a:cubicBezTo>
                  <a:cubicBezTo>
                    <a:pt x="0" y="1230630"/>
                    <a:pt x="11430" y="1219200"/>
                    <a:pt x="25400" y="1219200"/>
                  </a:cubicBezTo>
                  <a:cubicBezTo>
                    <a:pt x="39370" y="1219200"/>
                    <a:pt x="50800" y="1230630"/>
                    <a:pt x="50800" y="1244600"/>
                  </a:cubicBezTo>
                  <a:cubicBezTo>
                    <a:pt x="50800" y="1903857"/>
                    <a:pt x="585343" y="2438400"/>
                    <a:pt x="1244600" y="2438400"/>
                  </a:cubicBezTo>
                  <a:cubicBezTo>
                    <a:pt x="1903857" y="2438400"/>
                    <a:pt x="2438400" y="1903857"/>
                    <a:pt x="2438400" y="1244600"/>
                  </a:cubicBezTo>
                  <a:cubicBezTo>
                    <a:pt x="2438400" y="585343"/>
                    <a:pt x="1903857" y="50800"/>
                    <a:pt x="1244600" y="50800"/>
                  </a:cubicBezTo>
                  <a:lnTo>
                    <a:pt x="1244600" y="25400"/>
                  </a:lnTo>
                  <a:lnTo>
                    <a:pt x="1244600" y="50800"/>
                  </a:lnTo>
                  <a:cubicBezTo>
                    <a:pt x="585343" y="50800"/>
                    <a:pt x="50800" y="585343"/>
                    <a:pt x="50800" y="1244600"/>
                  </a:cubicBezTo>
                  <a:close/>
                </a:path>
              </a:pathLst>
            </a:custGeom>
            <a:solidFill>
              <a:srgbClr val="7C6AF7"/>
            </a:solidFill>
          </p:spPr>
        </p:sp>
      </p:grpSp>
      <p:grpSp>
        <p:nvGrpSpPr>
          <p:cNvPr name="Group 14" id="14"/>
          <p:cNvGrpSpPr/>
          <p:nvPr/>
        </p:nvGrpSpPr>
        <p:grpSpPr>
          <a:xfrm rot="0">
            <a:off x="1097280" y="2743200"/>
            <a:ext cx="1828800" cy="1828800"/>
            <a:chOff x="0" y="0"/>
            <a:chExt cx="2438400" cy="2438400"/>
          </a:xfrm>
        </p:grpSpPr>
        <p:sp>
          <p:nvSpPr>
            <p:cNvPr name="Freeform 15" id="15"/>
            <p:cNvSpPr/>
            <p:nvPr/>
          </p:nvSpPr>
          <p:spPr>
            <a:xfrm flipH="false" flipV="false" rot="0">
              <a:off x="0" y="0"/>
              <a:ext cx="2438400" cy="2438400"/>
            </a:xfrm>
            <a:custGeom>
              <a:avLst/>
              <a:gdLst/>
              <a:ahLst/>
              <a:cxnLst/>
              <a:rect r="r" b="b" t="t" l="l"/>
              <a:pathLst>
                <a:path h="2438400" w="2438400">
                  <a:moveTo>
                    <a:pt x="0" y="0"/>
                  </a:moveTo>
                  <a:lnTo>
                    <a:pt x="2438400" y="0"/>
                  </a:lnTo>
                  <a:lnTo>
                    <a:pt x="2438400" y="2438400"/>
                  </a:lnTo>
                  <a:lnTo>
                    <a:pt x="0" y="2438400"/>
                  </a:lnTo>
                  <a:close/>
                </a:path>
              </a:pathLst>
            </a:custGeom>
            <a:blipFill>
              <a:blip r:embed="rId2">
                <a:alphaModFix amt="0"/>
              </a:blip>
              <a:stretch>
                <a:fillRect l="-78303" t="0" r="-78303" b="0"/>
              </a:stretch>
            </a:blipFill>
          </p:spPr>
        </p:sp>
        <p:sp>
          <p:nvSpPr>
            <p:cNvPr name="TextBox 16" id="16"/>
            <p:cNvSpPr txBox="true"/>
            <p:nvPr/>
          </p:nvSpPr>
          <p:spPr>
            <a:xfrm>
              <a:off x="0" y="-85725"/>
              <a:ext cx="2438400" cy="2524125"/>
            </a:xfrm>
            <a:prstGeom prst="rect">
              <a:avLst/>
            </a:prstGeom>
          </p:spPr>
          <p:txBody>
            <a:bodyPr anchor="ctr" rtlCol="false" tIns="0" lIns="0" bIns="0" rIns="0"/>
            <a:lstStyle/>
            <a:p>
              <a:pPr algn="ctr">
                <a:lnSpc>
                  <a:spcPts val="5759"/>
                </a:lnSpc>
              </a:pPr>
              <a:r>
                <a:rPr lang="en-US" sz="4800">
                  <a:solidFill>
                    <a:srgbClr val="000000"/>
                  </a:solidFill>
                  <a:latin typeface="Calibri (MS)"/>
                  <a:ea typeface="Calibri (MS)"/>
                  <a:cs typeface="Calibri (MS)"/>
                  <a:sym typeface="Calibri (MS)"/>
                </a:rPr>
                <a:t>🌐</a:t>
              </a:r>
            </a:p>
          </p:txBody>
        </p:sp>
      </p:grpSp>
      <p:grpSp>
        <p:nvGrpSpPr>
          <p:cNvPr name="Group 17" id="17"/>
          <p:cNvGrpSpPr/>
          <p:nvPr/>
        </p:nvGrpSpPr>
        <p:grpSpPr>
          <a:xfrm rot="0">
            <a:off x="2998470" y="3638550"/>
            <a:ext cx="769620" cy="38100"/>
            <a:chOff x="0" y="0"/>
            <a:chExt cx="1026160" cy="50800"/>
          </a:xfrm>
        </p:grpSpPr>
        <p:sp>
          <p:nvSpPr>
            <p:cNvPr name="Freeform 18" id="18"/>
            <p:cNvSpPr/>
            <p:nvPr/>
          </p:nvSpPr>
          <p:spPr>
            <a:xfrm flipH="false" flipV="false" rot="0">
              <a:off x="25400" y="0"/>
              <a:ext cx="975360" cy="50800"/>
            </a:xfrm>
            <a:custGeom>
              <a:avLst/>
              <a:gdLst/>
              <a:ahLst/>
              <a:cxnLst/>
              <a:rect r="r" b="b" t="t" l="l"/>
              <a:pathLst>
                <a:path h="50800" w="975360">
                  <a:moveTo>
                    <a:pt x="0" y="0"/>
                  </a:moveTo>
                  <a:lnTo>
                    <a:pt x="975360" y="0"/>
                  </a:lnTo>
                  <a:lnTo>
                    <a:pt x="975360" y="50800"/>
                  </a:lnTo>
                  <a:lnTo>
                    <a:pt x="0" y="50800"/>
                  </a:lnTo>
                  <a:close/>
                </a:path>
              </a:pathLst>
            </a:custGeom>
            <a:solidFill>
              <a:srgbClr val="7C6AF7"/>
            </a:solidFill>
          </p:spPr>
        </p:sp>
      </p:grpSp>
      <p:grpSp>
        <p:nvGrpSpPr>
          <p:cNvPr name="Group 19" id="19"/>
          <p:cNvGrpSpPr/>
          <p:nvPr/>
        </p:nvGrpSpPr>
        <p:grpSpPr>
          <a:xfrm rot="0">
            <a:off x="3108960" y="3383280"/>
            <a:ext cx="548640" cy="548640"/>
            <a:chOff x="0" y="0"/>
            <a:chExt cx="731520" cy="731520"/>
          </a:xfrm>
        </p:grpSpPr>
        <p:sp>
          <p:nvSpPr>
            <p:cNvPr name="Freeform 20" id="20"/>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2">
                <a:alphaModFix amt="0"/>
              </a:blip>
              <a:stretch>
                <a:fillRect l="-78303" t="0" r="-78303" b="0"/>
              </a:stretch>
            </a:blipFill>
          </p:spPr>
        </p:sp>
        <p:sp>
          <p:nvSpPr>
            <p:cNvPr name="TextBox 21" id="21"/>
            <p:cNvSpPr txBox="true"/>
            <p:nvPr/>
          </p:nvSpPr>
          <p:spPr>
            <a:xfrm>
              <a:off x="0" y="-38100"/>
              <a:ext cx="731520" cy="769620"/>
            </a:xfrm>
            <a:prstGeom prst="rect">
              <a:avLst/>
            </a:prstGeom>
          </p:spPr>
          <p:txBody>
            <a:bodyPr anchor="ctr" rtlCol="false" tIns="0" lIns="0" bIns="0" rIns="0"/>
            <a:lstStyle/>
            <a:p>
              <a:pPr algn="ctr">
                <a:lnSpc>
                  <a:spcPts val="2400"/>
                </a:lnSpc>
              </a:pPr>
              <a:r>
                <a:rPr lang="en-US" sz="2000">
                  <a:solidFill>
                    <a:srgbClr val="7C6AF7"/>
                  </a:solidFill>
                  <a:latin typeface="Calibri (MS)"/>
                  <a:ea typeface="Calibri (MS)"/>
                  <a:cs typeface="Calibri (MS)"/>
                  <a:sym typeface="Calibri (MS)"/>
                </a:rPr>
                <a:t>→</a:t>
              </a:r>
            </a:p>
          </p:txBody>
        </p:sp>
      </p:grpSp>
      <p:grpSp>
        <p:nvGrpSpPr>
          <p:cNvPr name="Group 22" id="22"/>
          <p:cNvGrpSpPr/>
          <p:nvPr/>
        </p:nvGrpSpPr>
        <p:grpSpPr>
          <a:xfrm rot="0">
            <a:off x="1097280" y="4754880"/>
            <a:ext cx="1828800" cy="731520"/>
            <a:chOff x="0" y="0"/>
            <a:chExt cx="2438400" cy="975360"/>
          </a:xfrm>
        </p:grpSpPr>
        <p:sp>
          <p:nvSpPr>
            <p:cNvPr name="Freeform 23" id="23"/>
            <p:cNvSpPr/>
            <p:nvPr/>
          </p:nvSpPr>
          <p:spPr>
            <a:xfrm flipH="false" flipV="false" rot="0">
              <a:off x="0" y="0"/>
              <a:ext cx="2438400" cy="975360"/>
            </a:xfrm>
            <a:custGeom>
              <a:avLst/>
              <a:gdLst/>
              <a:ahLst/>
              <a:cxnLst/>
              <a:rect r="r" b="b" t="t" l="l"/>
              <a:pathLst>
                <a:path h="975360" w="2438400">
                  <a:moveTo>
                    <a:pt x="0" y="0"/>
                  </a:moveTo>
                  <a:lnTo>
                    <a:pt x="2438400" y="0"/>
                  </a:lnTo>
                  <a:lnTo>
                    <a:pt x="2438400" y="975360"/>
                  </a:lnTo>
                  <a:lnTo>
                    <a:pt x="0" y="975360"/>
                  </a:lnTo>
                  <a:close/>
                </a:path>
              </a:pathLst>
            </a:custGeom>
            <a:blipFill>
              <a:blip r:embed="rId2">
                <a:alphaModFix amt="0"/>
              </a:blip>
              <a:stretch>
                <a:fillRect l="-1321" t="0" r="-1321" b="0"/>
              </a:stretch>
            </a:blipFill>
          </p:spPr>
        </p:sp>
        <p:sp>
          <p:nvSpPr>
            <p:cNvPr name="TextBox 24" id="24"/>
            <p:cNvSpPr txBox="true"/>
            <p:nvPr/>
          </p:nvSpPr>
          <p:spPr>
            <a:xfrm>
              <a:off x="0" y="-19050"/>
              <a:ext cx="2438400" cy="994410"/>
            </a:xfrm>
            <a:prstGeom prst="rect">
              <a:avLst/>
            </a:prstGeom>
          </p:spPr>
          <p:txBody>
            <a:bodyPr anchor="ctr" rtlCol="false" tIns="0" lIns="0" bIns="0" rIns="0"/>
            <a:lstStyle/>
            <a:p>
              <a:pPr algn="ctr">
                <a:lnSpc>
                  <a:spcPts val="5280"/>
                </a:lnSpc>
              </a:pPr>
              <a:r>
                <a:rPr lang="en-US" sz="4400" b="true">
                  <a:solidFill>
                    <a:srgbClr val="7C6AF7"/>
                  </a:solidFill>
                  <a:latin typeface="Arial Bold"/>
                  <a:ea typeface="Arial Bold"/>
                  <a:cs typeface="Arial Bold"/>
                  <a:sym typeface="Arial Bold"/>
                </a:rPr>
                <a:t>1</a:t>
              </a:r>
            </a:p>
          </p:txBody>
        </p:sp>
      </p:grpSp>
      <p:grpSp>
        <p:nvGrpSpPr>
          <p:cNvPr name="Group 25" id="25"/>
          <p:cNvGrpSpPr/>
          <p:nvPr/>
        </p:nvGrpSpPr>
        <p:grpSpPr>
          <a:xfrm rot="0">
            <a:off x="731520" y="5577840"/>
            <a:ext cx="2560320" cy="640080"/>
            <a:chOff x="0" y="0"/>
            <a:chExt cx="3413760" cy="853440"/>
          </a:xfrm>
        </p:grpSpPr>
        <p:sp>
          <p:nvSpPr>
            <p:cNvPr name="Freeform 26" id="26"/>
            <p:cNvSpPr/>
            <p:nvPr/>
          </p:nvSpPr>
          <p:spPr>
            <a:xfrm flipH="false" flipV="false" rot="0">
              <a:off x="0" y="0"/>
              <a:ext cx="3413760" cy="853440"/>
            </a:xfrm>
            <a:custGeom>
              <a:avLst/>
              <a:gdLst/>
              <a:ahLst/>
              <a:cxnLst/>
              <a:rect r="r" b="b" t="t" l="l"/>
              <a:pathLst>
                <a:path h="853440" w="3413760">
                  <a:moveTo>
                    <a:pt x="0" y="0"/>
                  </a:moveTo>
                  <a:lnTo>
                    <a:pt x="3413760" y="0"/>
                  </a:lnTo>
                  <a:lnTo>
                    <a:pt x="3413760" y="853440"/>
                  </a:lnTo>
                  <a:lnTo>
                    <a:pt x="0" y="853440"/>
                  </a:lnTo>
                  <a:close/>
                </a:path>
              </a:pathLst>
            </a:custGeom>
            <a:blipFill>
              <a:blip r:embed="rId2">
                <a:alphaModFix amt="0"/>
              </a:blip>
              <a:stretch>
                <a:fillRect l="0" t="-27940" r="0" b="-27940"/>
              </a:stretch>
            </a:blipFill>
          </p:spPr>
        </p:sp>
        <p:sp>
          <p:nvSpPr>
            <p:cNvPr name="TextBox 27" id="27"/>
            <p:cNvSpPr txBox="true"/>
            <p:nvPr/>
          </p:nvSpPr>
          <p:spPr>
            <a:xfrm>
              <a:off x="0" y="-19050"/>
              <a:ext cx="3413760" cy="872490"/>
            </a:xfrm>
            <a:prstGeom prst="rect">
              <a:avLst/>
            </a:prstGeom>
          </p:spPr>
          <p:txBody>
            <a:bodyPr anchor="ctr" rtlCol="false" tIns="0" lIns="0" bIns="0" rIns="0"/>
            <a:lstStyle/>
            <a:p>
              <a:pPr algn="ctr">
                <a:lnSpc>
                  <a:spcPts val="2640"/>
                </a:lnSpc>
              </a:pPr>
              <a:r>
                <a:rPr lang="en-US" sz="2200" b="true">
                  <a:solidFill>
                    <a:srgbClr val="FFFFFF"/>
                  </a:solidFill>
                  <a:latin typeface="Arial Bold"/>
                  <a:ea typeface="Arial Bold"/>
                  <a:cs typeface="Arial Bold"/>
                  <a:sym typeface="Arial Bold"/>
                </a:rPr>
                <a:t>Discover</a:t>
              </a:r>
            </a:p>
          </p:txBody>
        </p:sp>
      </p:grpSp>
      <p:grpSp>
        <p:nvGrpSpPr>
          <p:cNvPr name="Group 28" id="28"/>
          <p:cNvGrpSpPr/>
          <p:nvPr/>
        </p:nvGrpSpPr>
        <p:grpSpPr>
          <a:xfrm rot="0">
            <a:off x="640080" y="6309360"/>
            <a:ext cx="2743200" cy="2743200"/>
            <a:chOff x="0" y="0"/>
            <a:chExt cx="3657600" cy="3657600"/>
          </a:xfrm>
        </p:grpSpPr>
        <p:sp>
          <p:nvSpPr>
            <p:cNvPr name="Freeform 29" id="29"/>
            <p:cNvSpPr/>
            <p:nvPr/>
          </p:nvSpPr>
          <p:spPr>
            <a:xfrm flipH="false" flipV="false" rot="0">
              <a:off x="0" y="0"/>
              <a:ext cx="3657600" cy="3657600"/>
            </a:xfrm>
            <a:custGeom>
              <a:avLst/>
              <a:gdLst/>
              <a:ahLst/>
              <a:cxnLst/>
              <a:rect r="r" b="b" t="t" l="l"/>
              <a:pathLst>
                <a:path h="3657600" w="3657600">
                  <a:moveTo>
                    <a:pt x="0" y="0"/>
                  </a:moveTo>
                  <a:lnTo>
                    <a:pt x="3657600" y="0"/>
                  </a:lnTo>
                  <a:lnTo>
                    <a:pt x="3657600" y="3657600"/>
                  </a:lnTo>
                  <a:lnTo>
                    <a:pt x="0" y="3657600"/>
                  </a:lnTo>
                  <a:close/>
                </a:path>
              </a:pathLst>
            </a:custGeom>
            <a:blipFill>
              <a:blip r:embed="rId2">
                <a:alphaModFix amt="0"/>
              </a:blip>
              <a:stretch>
                <a:fillRect l="-78303" t="0" r="-78303" b="0"/>
              </a:stretch>
            </a:blipFill>
          </p:spPr>
        </p:sp>
        <p:sp>
          <p:nvSpPr>
            <p:cNvPr name="TextBox 30" id="30"/>
            <p:cNvSpPr txBox="true"/>
            <p:nvPr/>
          </p:nvSpPr>
          <p:spPr>
            <a:xfrm>
              <a:off x="0" y="-38100"/>
              <a:ext cx="3657600" cy="3695700"/>
            </a:xfrm>
            <a:prstGeom prst="rect">
              <a:avLst/>
            </a:prstGeom>
          </p:spPr>
          <p:txBody>
            <a:bodyPr anchor="ctr" rtlCol="false" tIns="0" lIns="0" bIns="0" rIns="0"/>
            <a:lstStyle/>
            <a:p>
              <a:pPr algn="ctr">
                <a:lnSpc>
                  <a:spcPts val="2160"/>
                </a:lnSpc>
              </a:pPr>
              <a:r>
                <a:rPr lang="en-US" sz="1800">
                  <a:solidFill>
                    <a:srgbClr val="8888A8"/>
                  </a:solidFill>
                  <a:latin typeface="Calibri (MS)"/>
                  <a:ea typeface="Calibri (MS)"/>
                  <a:cs typeface="Calibri (MS)"/>
                  <a:sym typeface="Calibri (MS)"/>
                </a:rPr>
                <a:t>User hears about TRAKORY from a friend or search</a:t>
              </a:r>
            </a:p>
          </p:txBody>
        </p:sp>
      </p:grpSp>
      <p:grpSp>
        <p:nvGrpSpPr>
          <p:cNvPr name="Group 31" id="31"/>
          <p:cNvGrpSpPr/>
          <p:nvPr/>
        </p:nvGrpSpPr>
        <p:grpSpPr>
          <a:xfrm rot="0">
            <a:off x="4004310" y="2724150"/>
            <a:ext cx="1866900" cy="1866900"/>
            <a:chOff x="0" y="0"/>
            <a:chExt cx="2489200" cy="2489200"/>
          </a:xfrm>
        </p:grpSpPr>
        <p:sp>
          <p:nvSpPr>
            <p:cNvPr name="Freeform 32" id="32"/>
            <p:cNvSpPr/>
            <p:nvPr/>
          </p:nvSpPr>
          <p:spPr>
            <a:xfrm flipH="false" flipV="false" rot="0">
              <a:off x="25400" y="25400"/>
              <a:ext cx="2438400" cy="2438400"/>
            </a:xfrm>
            <a:custGeom>
              <a:avLst/>
              <a:gdLst/>
              <a:ahLst/>
              <a:cxnLst/>
              <a:rect r="r" b="b" t="t" l="l"/>
              <a:pathLst>
                <a:path h="2438400" w="2438400">
                  <a:moveTo>
                    <a:pt x="0" y="1219200"/>
                  </a:moveTo>
                  <a:cubicBezTo>
                    <a:pt x="0" y="545846"/>
                    <a:pt x="545846" y="0"/>
                    <a:pt x="1219200" y="0"/>
                  </a:cubicBezTo>
                  <a:cubicBezTo>
                    <a:pt x="1892554" y="0"/>
                    <a:pt x="2438400" y="545846"/>
                    <a:pt x="2438400" y="1219200"/>
                  </a:cubicBezTo>
                  <a:cubicBezTo>
                    <a:pt x="2438400" y="1892554"/>
                    <a:pt x="1892554" y="2438400"/>
                    <a:pt x="1219200" y="2438400"/>
                  </a:cubicBezTo>
                  <a:cubicBezTo>
                    <a:pt x="545846" y="2438400"/>
                    <a:pt x="0" y="1892554"/>
                    <a:pt x="0" y="1219200"/>
                  </a:cubicBezTo>
                  <a:close/>
                </a:path>
              </a:pathLst>
            </a:custGeom>
            <a:solidFill>
              <a:srgbClr val="F76A6A">
                <a:alpha val="63922"/>
              </a:srgbClr>
            </a:solidFill>
          </p:spPr>
        </p:sp>
        <p:sp>
          <p:nvSpPr>
            <p:cNvPr name="Freeform 33" id="33"/>
            <p:cNvSpPr/>
            <p:nvPr/>
          </p:nvSpPr>
          <p:spPr>
            <a:xfrm flipH="false" flipV="false" rot="0">
              <a:off x="0" y="0"/>
              <a:ext cx="2489200" cy="2489200"/>
            </a:xfrm>
            <a:custGeom>
              <a:avLst/>
              <a:gdLst/>
              <a:ahLst/>
              <a:cxnLst/>
              <a:rect r="r" b="b" t="t" l="l"/>
              <a:pathLst>
                <a:path h="2489200" w="2489200">
                  <a:moveTo>
                    <a:pt x="0" y="1244600"/>
                  </a:moveTo>
                  <a:cubicBezTo>
                    <a:pt x="0" y="557276"/>
                    <a:pt x="557276" y="0"/>
                    <a:pt x="1244600" y="0"/>
                  </a:cubicBezTo>
                  <a:lnTo>
                    <a:pt x="1244600" y="25400"/>
                  </a:lnTo>
                  <a:lnTo>
                    <a:pt x="1244600" y="0"/>
                  </a:lnTo>
                  <a:cubicBezTo>
                    <a:pt x="1931924" y="0"/>
                    <a:pt x="2489200" y="557276"/>
                    <a:pt x="2489200" y="1244600"/>
                  </a:cubicBezTo>
                  <a:lnTo>
                    <a:pt x="2463800" y="1244600"/>
                  </a:lnTo>
                  <a:lnTo>
                    <a:pt x="2489200" y="1244600"/>
                  </a:lnTo>
                  <a:cubicBezTo>
                    <a:pt x="2489200" y="1931924"/>
                    <a:pt x="1931924" y="2489200"/>
                    <a:pt x="1244600" y="2489200"/>
                  </a:cubicBezTo>
                  <a:lnTo>
                    <a:pt x="1244600" y="2463800"/>
                  </a:lnTo>
                  <a:lnTo>
                    <a:pt x="1244600" y="2489200"/>
                  </a:lnTo>
                  <a:cubicBezTo>
                    <a:pt x="557276" y="2489200"/>
                    <a:pt x="0" y="1931924"/>
                    <a:pt x="0" y="1244600"/>
                  </a:cubicBezTo>
                  <a:lnTo>
                    <a:pt x="25400" y="1244600"/>
                  </a:lnTo>
                  <a:lnTo>
                    <a:pt x="50800" y="1244600"/>
                  </a:lnTo>
                  <a:lnTo>
                    <a:pt x="25400" y="1244600"/>
                  </a:lnTo>
                  <a:lnTo>
                    <a:pt x="0" y="1244600"/>
                  </a:lnTo>
                  <a:moveTo>
                    <a:pt x="50800" y="1244600"/>
                  </a:moveTo>
                  <a:cubicBezTo>
                    <a:pt x="50800" y="1258570"/>
                    <a:pt x="39370" y="1270000"/>
                    <a:pt x="25400" y="1270000"/>
                  </a:cubicBezTo>
                  <a:cubicBezTo>
                    <a:pt x="11430" y="1270000"/>
                    <a:pt x="0" y="1258570"/>
                    <a:pt x="0" y="1244600"/>
                  </a:cubicBezTo>
                  <a:cubicBezTo>
                    <a:pt x="0" y="1230630"/>
                    <a:pt x="11430" y="1219200"/>
                    <a:pt x="25400" y="1219200"/>
                  </a:cubicBezTo>
                  <a:cubicBezTo>
                    <a:pt x="39370" y="1219200"/>
                    <a:pt x="50800" y="1230630"/>
                    <a:pt x="50800" y="1244600"/>
                  </a:cubicBezTo>
                  <a:cubicBezTo>
                    <a:pt x="50800" y="1903857"/>
                    <a:pt x="585343" y="2438400"/>
                    <a:pt x="1244600" y="2438400"/>
                  </a:cubicBezTo>
                  <a:cubicBezTo>
                    <a:pt x="1903857" y="2438400"/>
                    <a:pt x="2438400" y="1903857"/>
                    <a:pt x="2438400" y="1244600"/>
                  </a:cubicBezTo>
                  <a:cubicBezTo>
                    <a:pt x="2438400" y="585343"/>
                    <a:pt x="1903857" y="50800"/>
                    <a:pt x="1244600" y="50800"/>
                  </a:cubicBezTo>
                  <a:lnTo>
                    <a:pt x="1244600" y="25400"/>
                  </a:lnTo>
                  <a:lnTo>
                    <a:pt x="1244600" y="50800"/>
                  </a:lnTo>
                  <a:cubicBezTo>
                    <a:pt x="585343" y="50800"/>
                    <a:pt x="50800" y="585343"/>
                    <a:pt x="50800" y="1244600"/>
                  </a:cubicBezTo>
                  <a:close/>
                </a:path>
              </a:pathLst>
            </a:custGeom>
            <a:solidFill>
              <a:srgbClr val="F76A6A"/>
            </a:solidFill>
          </p:spPr>
        </p:sp>
      </p:grpSp>
      <p:grpSp>
        <p:nvGrpSpPr>
          <p:cNvPr name="Group 34" id="34"/>
          <p:cNvGrpSpPr/>
          <p:nvPr/>
        </p:nvGrpSpPr>
        <p:grpSpPr>
          <a:xfrm rot="0">
            <a:off x="4023360" y="2743200"/>
            <a:ext cx="1828800" cy="1828800"/>
            <a:chOff x="0" y="0"/>
            <a:chExt cx="2438400" cy="2438400"/>
          </a:xfrm>
        </p:grpSpPr>
        <p:sp>
          <p:nvSpPr>
            <p:cNvPr name="Freeform 35" id="35"/>
            <p:cNvSpPr/>
            <p:nvPr/>
          </p:nvSpPr>
          <p:spPr>
            <a:xfrm flipH="false" flipV="false" rot="0">
              <a:off x="0" y="0"/>
              <a:ext cx="2438400" cy="2438400"/>
            </a:xfrm>
            <a:custGeom>
              <a:avLst/>
              <a:gdLst/>
              <a:ahLst/>
              <a:cxnLst/>
              <a:rect r="r" b="b" t="t" l="l"/>
              <a:pathLst>
                <a:path h="2438400" w="2438400">
                  <a:moveTo>
                    <a:pt x="0" y="0"/>
                  </a:moveTo>
                  <a:lnTo>
                    <a:pt x="2438400" y="0"/>
                  </a:lnTo>
                  <a:lnTo>
                    <a:pt x="2438400" y="2438400"/>
                  </a:lnTo>
                  <a:lnTo>
                    <a:pt x="0" y="2438400"/>
                  </a:lnTo>
                  <a:close/>
                </a:path>
              </a:pathLst>
            </a:custGeom>
            <a:blipFill>
              <a:blip r:embed="rId2">
                <a:alphaModFix amt="0"/>
              </a:blip>
              <a:stretch>
                <a:fillRect l="-78303" t="0" r="-78303" b="0"/>
              </a:stretch>
            </a:blipFill>
          </p:spPr>
        </p:sp>
        <p:sp>
          <p:nvSpPr>
            <p:cNvPr name="TextBox 36" id="36"/>
            <p:cNvSpPr txBox="true"/>
            <p:nvPr/>
          </p:nvSpPr>
          <p:spPr>
            <a:xfrm>
              <a:off x="0" y="-85725"/>
              <a:ext cx="2438400" cy="2524125"/>
            </a:xfrm>
            <a:prstGeom prst="rect">
              <a:avLst/>
            </a:prstGeom>
          </p:spPr>
          <p:txBody>
            <a:bodyPr anchor="ctr" rtlCol="false" tIns="0" lIns="0" bIns="0" rIns="0"/>
            <a:lstStyle/>
            <a:p>
              <a:pPr algn="ctr">
                <a:lnSpc>
                  <a:spcPts val="5759"/>
                </a:lnSpc>
              </a:pPr>
              <a:r>
                <a:rPr lang="en-US" sz="4800">
                  <a:solidFill>
                    <a:srgbClr val="000000"/>
                  </a:solidFill>
                  <a:latin typeface="Calibri (MS)"/>
                  <a:ea typeface="Calibri (MS)"/>
                  <a:cs typeface="Calibri (MS)"/>
                  <a:sym typeface="Calibri (MS)"/>
                </a:rPr>
                <a:t>✍️</a:t>
              </a:r>
            </a:p>
          </p:txBody>
        </p:sp>
      </p:grpSp>
      <p:grpSp>
        <p:nvGrpSpPr>
          <p:cNvPr name="Group 37" id="37"/>
          <p:cNvGrpSpPr/>
          <p:nvPr/>
        </p:nvGrpSpPr>
        <p:grpSpPr>
          <a:xfrm rot="0">
            <a:off x="5924550" y="3638550"/>
            <a:ext cx="769620" cy="38100"/>
            <a:chOff x="0" y="0"/>
            <a:chExt cx="1026160" cy="50800"/>
          </a:xfrm>
        </p:grpSpPr>
        <p:sp>
          <p:nvSpPr>
            <p:cNvPr name="Freeform 38" id="38"/>
            <p:cNvSpPr/>
            <p:nvPr/>
          </p:nvSpPr>
          <p:spPr>
            <a:xfrm flipH="false" flipV="false" rot="0">
              <a:off x="25400" y="0"/>
              <a:ext cx="975360" cy="50800"/>
            </a:xfrm>
            <a:custGeom>
              <a:avLst/>
              <a:gdLst/>
              <a:ahLst/>
              <a:cxnLst/>
              <a:rect r="r" b="b" t="t" l="l"/>
              <a:pathLst>
                <a:path h="50800" w="975360">
                  <a:moveTo>
                    <a:pt x="0" y="0"/>
                  </a:moveTo>
                  <a:lnTo>
                    <a:pt x="975360" y="0"/>
                  </a:lnTo>
                  <a:lnTo>
                    <a:pt x="975360" y="50800"/>
                  </a:lnTo>
                  <a:lnTo>
                    <a:pt x="0" y="50800"/>
                  </a:lnTo>
                  <a:close/>
                </a:path>
              </a:pathLst>
            </a:custGeom>
            <a:solidFill>
              <a:srgbClr val="F76A6A"/>
            </a:solidFill>
          </p:spPr>
        </p:sp>
      </p:grpSp>
      <p:grpSp>
        <p:nvGrpSpPr>
          <p:cNvPr name="Group 39" id="39"/>
          <p:cNvGrpSpPr/>
          <p:nvPr/>
        </p:nvGrpSpPr>
        <p:grpSpPr>
          <a:xfrm rot="0">
            <a:off x="6035040" y="3383280"/>
            <a:ext cx="548640" cy="548640"/>
            <a:chOff x="0" y="0"/>
            <a:chExt cx="731520" cy="731520"/>
          </a:xfrm>
        </p:grpSpPr>
        <p:sp>
          <p:nvSpPr>
            <p:cNvPr name="Freeform 40" id="40"/>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2">
                <a:alphaModFix amt="0"/>
              </a:blip>
              <a:stretch>
                <a:fillRect l="-78303" t="0" r="-78303" b="0"/>
              </a:stretch>
            </a:blipFill>
          </p:spPr>
        </p:sp>
        <p:sp>
          <p:nvSpPr>
            <p:cNvPr name="TextBox 41" id="41"/>
            <p:cNvSpPr txBox="true"/>
            <p:nvPr/>
          </p:nvSpPr>
          <p:spPr>
            <a:xfrm>
              <a:off x="0" y="-38100"/>
              <a:ext cx="731520" cy="769620"/>
            </a:xfrm>
            <a:prstGeom prst="rect">
              <a:avLst/>
            </a:prstGeom>
          </p:spPr>
          <p:txBody>
            <a:bodyPr anchor="ctr" rtlCol="false" tIns="0" lIns="0" bIns="0" rIns="0"/>
            <a:lstStyle/>
            <a:p>
              <a:pPr algn="ctr">
                <a:lnSpc>
                  <a:spcPts val="2400"/>
                </a:lnSpc>
              </a:pPr>
              <a:r>
                <a:rPr lang="en-US" sz="2000">
                  <a:solidFill>
                    <a:srgbClr val="F76A6A"/>
                  </a:solidFill>
                  <a:latin typeface="Calibri (MS)"/>
                  <a:ea typeface="Calibri (MS)"/>
                  <a:cs typeface="Calibri (MS)"/>
                  <a:sym typeface="Calibri (MS)"/>
                </a:rPr>
                <a:t>→</a:t>
              </a:r>
            </a:p>
          </p:txBody>
        </p:sp>
      </p:grpSp>
      <p:grpSp>
        <p:nvGrpSpPr>
          <p:cNvPr name="Group 42" id="42"/>
          <p:cNvGrpSpPr/>
          <p:nvPr/>
        </p:nvGrpSpPr>
        <p:grpSpPr>
          <a:xfrm rot="0">
            <a:off x="4023360" y="4754880"/>
            <a:ext cx="1828800" cy="731520"/>
            <a:chOff x="0" y="0"/>
            <a:chExt cx="2438400" cy="975360"/>
          </a:xfrm>
        </p:grpSpPr>
        <p:sp>
          <p:nvSpPr>
            <p:cNvPr name="Freeform 43" id="43"/>
            <p:cNvSpPr/>
            <p:nvPr/>
          </p:nvSpPr>
          <p:spPr>
            <a:xfrm flipH="false" flipV="false" rot="0">
              <a:off x="0" y="0"/>
              <a:ext cx="2438400" cy="975360"/>
            </a:xfrm>
            <a:custGeom>
              <a:avLst/>
              <a:gdLst/>
              <a:ahLst/>
              <a:cxnLst/>
              <a:rect r="r" b="b" t="t" l="l"/>
              <a:pathLst>
                <a:path h="975360" w="2438400">
                  <a:moveTo>
                    <a:pt x="0" y="0"/>
                  </a:moveTo>
                  <a:lnTo>
                    <a:pt x="2438400" y="0"/>
                  </a:lnTo>
                  <a:lnTo>
                    <a:pt x="2438400" y="975360"/>
                  </a:lnTo>
                  <a:lnTo>
                    <a:pt x="0" y="975360"/>
                  </a:lnTo>
                  <a:close/>
                </a:path>
              </a:pathLst>
            </a:custGeom>
            <a:blipFill>
              <a:blip r:embed="rId2">
                <a:alphaModFix amt="0"/>
              </a:blip>
              <a:stretch>
                <a:fillRect l="-1321" t="0" r="-1321" b="0"/>
              </a:stretch>
            </a:blipFill>
          </p:spPr>
        </p:sp>
        <p:sp>
          <p:nvSpPr>
            <p:cNvPr name="TextBox 44" id="44"/>
            <p:cNvSpPr txBox="true"/>
            <p:nvPr/>
          </p:nvSpPr>
          <p:spPr>
            <a:xfrm>
              <a:off x="0" y="-19050"/>
              <a:ext cx="2438400" cy="994410"/>
            </a:xfrm>
            <a:prstGeom prst="rect">
              <a:avLst/>
            </a:prstGeom>
          </p:spPr>
          <p:txBody>
            <a:bodyPr anchor="ctr" rtlCol="false" tIns="0" lIns="0" bIns="0" rIns="0"/>
            <a:lstStyle/>
            <a:p>
              <a:pPr algn="ctr">
                <a:lnSpc>
                  <a:spcPts val="5280"/>
                </a:lnSpc>
              </a:pPr>
              <a:r>
                <a:rPr lang="en-US" sz="4400" b="true">
                  <a:solidFill>
                    <a:srgbClr val="F76A6A"/>
                  </a:solidFill>
                  <a:latin typeface="Arial Bold"/>
                  <a:ea typeface="Arial Bold"/>
                  <a:cs typeface="Arial Bold"/>
                  <a:sym typeface="Arial Bold"/>
                </a:rPr>
                <a:t>2</a:t>
              </a:r>
            </a:p>
          </p:txBody>
        </p:sp>
      </p:grpSp>
      <p:grpSp>
        <p:nvGrpSpPr>
          <p:cNvPr name="Group 45" id="45"/>
          <p:cNvGrpSpPr/>
          <p:nvPr/>
        </p:nvGrpSpPr>
        <p:grpSpPr>
          <a:xfrm rot="0">
            <a:off x="3657600" y="5577840"/>
            <a:ext cx="2560320" cy="640080"/>
            <a:chOff x="0" y="0"/>
            <a:chExt cx="3413760" cy="853440"/>
          </a:xfrm>
        </p:grpSpPr>
        <p:sp>
          <p:nvSpPr>
            <p:cNvPr name="Freeform 46" id="46"/>
            <p:cNvSpPr/>
            <p:nvPr/>
          </p:nvSpPr>
          <p:spPr>
            <a:xfrm flipH="false" flipV="false" rot="0">
              <a:off x="0" y="0"/>
              <a:ext cx="3413760" cy="853440"/>
            </a:xfrm>
            <a:custGeom>
              <a:avLst/>
              <a:gdLst/>
              <a:ahLst/>
              <a:cxnLst/>
              <a:rect r="r" b="b" t="t" l="l"/>
              <a:pathLst>
                <a:path h="853440" w="3413760">
                  <a:moveTo>
                    <a:pt x="0" y="0"/>
                  </a:moveTo>
                  <a:lnTo>
                    <a:pt x="3413760" y="0"/>
                  </a:lnTo>
                  <a:lnTo>
                    <a:pt x="3413760" y="853440"/>
                  </a:lnTo>
                  <a:lnTo>
                    <a:pt x="0" y="853440"/>
                  </a:lnTo>
                  <a:close/>
                </a:path>
              </a:pathLst>
            </a:custGeom>
            <a:blipFill>
              <a:blip r:embed="rId2">
                <a:alphaModFix amt="0"/>
              </a:blip>
              <a:stretch>
                <a:fillRect l="0" t="-27940" r="0" b="-27940"/>
              </a:stretch>
            </a:blipFill>
          </p:spPr>
        </p:sp>
        <p:sp>
          <p:nvSpPr>
            <p:cNvPr name="TextBox 47" id="47"/>
            <p:cNvSpPr txBox="true"/>
            <p:nvPr/>
          </p:nvSpPr>
          <p:spPr>
            <a:xfrm>
              <a:off x="0" y="-19050"/>
              <a:ext cx="3413760" cy="872490"/>
            </a:xfrm>
            <a:prstGeom prst="rect">
              <a:avLst/>
            </a:prstGeom>
          </p:spPr>
          <p:txBody>
            <a:bodyPr anchor="ctr" rtlCol="false" tIns="0" lIns="0" bIns="0" rIns="0"/>
            <a:lstStyle/>
            <a:p>
              <a:pPr algn="ctr">
                <a:lnSpc>
                  <a:spcPts val="2640"/>
                </a:lnSpc>
              </a:pPr>
              <a:r>
                <a:rPr lang="en-US" sz="2200" b="true">
                  <a:solidFill>
                    <a:srgbClr val="FFFFFF"/>
                  </a:solidFill>
                  <a:latin typeface="Arial Bold"/>
                  <a:ea typeface="Arial Bold"/>
                  <a:cs typeface="Arial Bold"/>
                  <a:sym typeface="Arial Bold"/>
                </a:rPr>
                <a:t>Register</a:t>
              </a:r>
            </a:p>
          </p:txBody>
        </p:sp>
      </p:grpSp>
      <p:grpSp>
        <p:nvGrpSpPr>
          <p:cNvPr name="Group 48" id="48"/>
          <p:cNvGrpSpPr/>
          <p:nvPr/>
        </p:nvGrpSpPr>
        <p:grpSpPr>
          <a:xfrm rot="0">
            <a:off x="3566160" y="6309360"/>
            <a:ext cx="2743200" cy="2743200"/>
            <a:chOff x="0" y="0"/>
            <a:chExt cx="3657600" cy="3657600"/>
          </a:xfrm>
        </p:grpSpPr>
        <p:sp>
          <p:nvSpPr>
            <p:cNvPr name="Freeform 49" id="49"/>
            <p:cNvSpPr/>
            <p:nvPr/>
          </p:nvSpPr>
          <p:spPr>
            <a:xfrm flipH="false" flipV="false" rot="0">
              <a:off x="0" y="0"/>
              <a:ext cx="3657600" cy="3657600"/>
            </a:xfrm>
            <a:custGeom>
              <a:avLst/>
              <a:gdLst/>
              <a:ahLst/>
              <a:cxnLst/>
              <a:rect r="r" b="b" t="t" l="l"/>
              <a:pathLst>
                <a:path h="3657600" w="3657600">
                  <a:moveTo>
                    <a:pt x="0" y="0"/>
                  </a:moveTo>
                  <a:lnTo>
                    <a:pt x="3657600" y="0"/>
                  </a:lnTo>
                  <a:lnTo>
                    <a:pt x="3657600" y="3657600"/>
                  </a:lnTo>
                  <a:lnTo>
                    <a:pt x="0" y="3657600"/>
                  </a:lnTo>
                  <a:close/>
                </a:path>
              </a:pathLst>
            </a:custGeom>
            <a:blipFill>
              <a:blip r:embed="rId2">
                <a:alphaModFix amt="0"/>
              </a:blip>
              <a:stretch>
                <a:fillRect l="-78303" t="0" r="-78303" b="0"/>
              </a:stretch>
            </a:blipFill>
          </p:spPr>
        </p:sp>
        <p:sp>
          <p:nvSpPr>
            <p:cNvPr name="TextBox 50" id="50"/>
            <p:cNvSpPr txBox="true"/>
            <p:nvPr/>
          </p:nvSpPr>
          <p:spPr>
            <a:xfrm>
              <a:off x="0" y="-38100"/>
              <a:ext cx="3657600" cy="3695700"/>
            </a:xfrm>
            <a:prstGeom prst="rect">
              <a:avLst/>
            </a:prstGeom>
          </p:spPr>
          <p:txBody>
            <a:bodyPr anchor="ctr" rtlCol="false" tIns="0" lIns="0" bIns="0" rIns="0"/>
            <a:lstStyle/>
            <a:p>
              <a:pPr algn="ctr">
                <a:lnSpc>
                  <a:spcPts val="2160"/>
                </a:lnSpc>
              </a:pPr>
              <a:r>
                <a:rPr lang="en-US" sz="1800">
                  <a:solidFill>
                    <a:srgbClr val="8888A8"/>
                  </a:solidFill>
                  <a:latin typeface="Calibri (MS)"/>
                  <a:ea typeface="Calibri (MS)"/>
                  <a:cs typeface="Calibri (MS)"/>
                  <a:sym typeface="Calibri (MS)"/>
                </a:rPr>
                <a:t>Creates account with username, email &amp; password</a:t>
              </a:r>
            </a:p>
          </p:txBody>
        </p:sp>
      </p:grpSp>
      <p:grpSp>
        <p:nvGrpSpPr>
          <p:cNvPr name="Group 51" id="51"/>
          <p:cNvGrpSpPr/>
          <p:nvPr/>
        </p:nvGrpSpPr>
        <p:grpSpPr>
          <a:xfrm rot="0">
            <a:off x="6930390" y="2724150"/>
            <a:ext cx="1866900" cy="1866900"/>
            <a:chOff x="0" y="0"/>
            <a:chExt cx="2489200" cy="2489200"/>
          </a:xfrm>
        </p:grpSpPr>
        <p:sp>
          <p:nvSpPr>
            <p:cNvPr name="Freeform 52" id="52"/>
            <p:cNvSpPr/>
            <p:nvPr/>
          </p:nvSpPr>
          <p:spPr>
            <a:xfrm flipH="false" flipV="false" rot="0">
              <a:off x="25400" y="25400"/>
              <a:ext cx="2438400" cy="2438400"/>
            </a:xfrm>
            <a:custGeom>
              <a:avLst/>
              <a:gdLst/>
              <a:ahLst/>
              <a:cxnLst/>
              <a:rect r="r" b="b" t="t" l="l"/>
              <a:pathLst>
                <a:path h="2438400" w="2438400">
                  <a:moveTo>
                    <a:pt x="0" y="1219200"/>
                  </a:moveTo>
                  <a:cubicBezTo>
                    <a:pt x="0" y="545846"/>
                    <a:pt x="545846" y="0"/>
                    <a:pt x="1219200" y="0"/>
                  </a:cubicBezTo>
                  <a:cubicBezTo>
                    <a:pt x="1892554" y="0"/>
                    <a:pt x="2438400" y="545846"/>
                    <a:pt x="2438400" y="1219200"/>
                  </a:cubicBezTo>
                  <a:cubicBezTo>
                    <a:pt x="2438400" y="1892554"/>
                    <a:pt x="1892554" y="2438400"/>
                    <a:pt x="1219200" y="2438400"/>
                  </a:cubicBezTo>
                  <a:cubicBezTo>
                    <a:pt x="545846" y="2438400"/>
                    <a:pt x="0" y="1892554"/>
                    <a:pt x="0" y="1219200"/>
                  </a:cubicBezTo>
                  <a:close/>
                </a:path>
              </a:pathLst>
            </a:custGeom>
            <a:solidFill>
              <a:srgbClr val="6AF7C4">
                <a:alpha val="63922"/>
              </a:srgbClr>
            </a:solidFill>
          </p:spPr>
        </p:sp>
        <p:sp>
          <p:nvSpPr>
            <p:cNvPr name="Freeform 53" id="53"/>
            <p:cNvSpPr/>
            <p:nvPr/>
          </p:nvSpPr>
          <p:spPr>
            <a:xfrm flipH="false" flipV="false" rot="0">
              <a:off x="0" y="0"/>
              <a:ext cx="2489200" cy="2489200"/>
            </a:xfrm>
            <a:custGeom>
              <a:avLst/>
              <a:gdLst/>
              <a:ahLst/>
              <a:cxnLst/>
              <a:rect r="r" b="b" t="t" l="l"/>
              <a:pathLst>
                <a:path h="2489200" w="2489200">
                  <a:moveTo>
                    <a:pt x="0" y="1244600"/>
                  </a:moveTo>
                  <a:cubicBezTo>
                    <a:pt x="0" y="557276"/>
                    <a:pt x="557276" y="0"/>
                    <a:pt x="1244600" y="0"/>
                  </a:cubicBezTo>
                  <a:lnTo>
                    <a:pt x="1244600" y="25400"/>
                  </a:lnTo>
                  <a:lnTo>
                    <a:pt x="1244600" y="0"/>
                  </a:lnTo>
                  <a:cubicBezTo>
                    <a:pt x="1931924" y="0"/>
                    <a:pt x="2489200" y="557276"/>
                    <a:pt x="2489200" y="1244600"/>
                  </a:cubicBezTo>
                  <a:lnTo>
                    <a:pt x="2463800" y="1244600"/>
                  </a:lnTo>
                  <a:lnTo>
                    <a:pt x="2489200" y="1244600"/>
                  </a:lnTo>
                  <a:cubicBezTo>
                    <a:pt x="2489200" y="1931924"/>
                    <a:pt x="1931924" y="2489200"/>
                    <a:pt x="1244600" y="2489200"/>
                  </a:cubicBezTo>
                  <a:lnTo>
                    <a:pt x="1244600" y="2463800"/>
                  </a:lnTo>
                  <a:lnTo>
                    <a:pt x="1244600" y="2489200"/>
                  </a:lnTo>
                  <a:cubicBezTo>
                    <a:pt x="557276" y="2489200"/>
                    <a:pt x="0" y="1931924"/>
                    <a:pt x="0" y="1244600"/>
                  </a:cubicBezTo>
                  <a:lnTo>
                    <a:pt x="25400" y="1244600"/>
                  </a:lnTo>
                  <a:lnTo>
                    <a:pt x="50800" y="1244600"/>
                  </a:lnTo>
                  <a:lnTo>
                    <a:pt x="25400" y="1244600"/>
                  </a:lnTo>
                  <a:lnTo>
                    <a:pt x="0" y="1244600"/>
                  </a:lnTo>
                  <a:moveTo>
                    <a:pt x="50800" y="1244600"/>
                  </a:moveTo>
                  <a:cubicBezTo>
                    <a:pt x="50800" y="1258570"/>
                    <a:pt x="39370" y="1270000"/>
                    <a:pt x="25400" y="1270000"/>
                  </a:cubicBezTo>
                  <a:cubicBezTo>
                    <a:pt x="11430" y="1270000"/>
                    <a:pt x="0" y="1258570"/>
                    <a:pt x="0" y="1244600"/>
                  </a:cubicBezTo>
                  <a:cubicBezTo>
                    <a:pt x="0" y="1230630"/>
                    <a:pt x="11430" y="1219200"/>
                    <a:pt x="25400" y="1219200"/>
                  </a:cubicBezTo>
                  <a:cubicBezTo>
                    <a:pt x="39370" y="1219200"/>
                    <a:pt x="50800" y="1230630"/>
                    <a:pt x="50800" y="1244600"/>
                  </a:cubicBezTo>
                  <a:cubicBezTo>
                    <a:pt x="50800" y="1903857"/>
                    <a:pt x="585343" y="2438400"/>
                    <a:pt x="1244600" y="2438400"/>
                  </a:cubicBezTo>
                  <a:cubicBezTo>
                    <a:pt x="1903857" y="2438400"/>
                    <a:pt x="2438400" y="1903857"/>
                    <a:pt x="2438400" y="1244600"/>
                  </a:cubicBezTo>
                  <a:cubicBezTo>
                    <a:pt x="2438400" y="585343"/>
                    <a:pt x="1903857" y="50800"/>
                    <a:pt x="1244600" y="50800"/>
                  </a:cubicBezTo>
                  <a:lnTo>
                    <a:pt x="1244600" y="25400"/>
                  </a:lnTo>
                  <a:lnTo>
                    <a:pt x="1244600" y="50800"/>
                  </a:lnTo>
                  <a:cubicBezTo>
                    <a:pt x="585343" y="50800"/>
                    <a:pt x="50800" y="585343"/>
                    <a:pt x="50800" y="1244600"/>
                  </a:cubicBezTo>
                  <a:close/>
                </a:path>
              </a:pathLst>
            </a:custGeom>
            <a:solidFill>
              <a:srgbClr val="6AF7C4"/>
            </a:solidFill>
          </p:spPr>
        </p:sp>
      </p:grpSp>
      <p:grpSp>
        <p:nvGrpSpPr>
          <p:cNvPr name="Group 54" id="54"/>
          <p:cNvGrpSpPr/>
          <p:nvPr/>
        </p:nvGrpSpPr>
        <p:grpSpPr>
          <a:xfrm rot="0">
            <a:off x="6949440" y="2743200"/>
            <a:ext cx="1828800" cy="1828800"/>
            <a:chOff x="0" y="0"/>
            <a:chExt cx="2438400" cy="2438400"/>
          </a:xfrm>
        </p:grpSpPr>
        <p:sp>
          <p:nvSpPr>
            <p:cNvPr name="Freeform 55" id="55"/>
            <p:cNvSpPr/>
            <p:nvPr/>
          </p:nvSpPr>
          <p:spPr>
            <a:xfrm flipH="false" flipV="false" rot="0">
              <a:off x="0" y="0"/>
              <a:ext cx="2438400" cy="2438400"/>
            </a:xfrm>
            <a:custGeom>
              <a:avLst/>
              <a:gdLst/>
              <a:ahLst/>
              <a:cxnLst/>
              <a:rect r="r" b="b" t="t" l="l"/>
              <a:pathLst>
                <a:path h="2438400" w="2438400">
                  <a:moveTo>
                    <a:pt x="0" y="0"/>
                  </a:moveTo>
                  <a:lnTo>
                    <a:pt x="2438400" y="0"/>
                  </a:lnTo>
                  <a:lnTo>
                    <a:pt x="2438400" y="2438400"/>
                  </a:lnTo>
                  <a:lnTo>
                    <a:pt x="0" y="2438400"/>
                  </a:lnTo>
                  <a:close/>
                </a:path>
              </a:pathLst>
            </a:custGeom>
            <a:blipFill>
              <a:blip r:embed="rId2">
                <a:alphaModFix amt="0"/>
              </a:blip>
              <a:stretch>
                <a:fillRect l="-78303" t="0" r="-78303" b="0"/>
              </a:stretch>
            </a:blipFill>
          </p:spPr>
        </p:sp>
        <p:sp>
          <p:nvSpPr>
            <p:cNvPr name="TextBox 56" id="56"/>
            <p:cNvSpPr txBox="true"/>
            <p:nvPr/>
          </p:nvSpPr>
          <p:spPr>
            <a:xfrm>
              <a:off x="0" y="-85725"/>
              <a:ext cx="2438400" cy="2524125"/>
            </a:xfrm>
            <a:prstGeom prst="rect">
              <a:avLst/>
            </a:prstGeom>
          </p:spPr>
          <p:txBody>
            <a:bodyPr anchor="ctr" rtlCol="false" tIns="0" lIns="0" bIns="0" rIns="0"/>
            <a:lstStyle/>
            <a:p>
              <a:pPr algn="ctr">
                <a:lnSpc>
                  <a:spcPts val="5759"/>
                </a:lnSpc>
              </a:pPr>
              <a:r>
                <a:rPr lang="en-US" sz="4800">
                  <a:solidFill>
                    <a:srgbClr val="000000"/>
                  </a:solidFill>
                  <a:latin typeface="Calibri (MS)"/>
                  <a:ea typeface="Calibri (MS)"/>
                  <a:cs typeface="Calibri (MS)"/>
                  <a:sym typeface="Calibri (MS)"/>
                </a:rPr>
                <a:t>🎬</a:t>
              </a:r>
            </a:p>
          </p:txBody>
        </p:sp>
      </p:grpSp>
      <p:grpSp>
        <p:nvGrpSpPr>
          <p:cNvPr name="Group 57" id="57"/>
          <p:cNvGrpSpPr/>
          <p:nvPr/>
        </p:nvGrpSpPr>
        <p:grpSpPr>
          <a:xfrm rot="0">
            <a:off x="8850630" y="3638550"/>
            <a:ext cx="769620" cy="38100"/>
            <a:chOff x="0" y="0"/>
            <a:chExt cx="1026160" cy="50800"/>
          </a:xfrm>
        </p:grpSpPr>
        <p:sp>
          <p:nvSpPr>
            <p:cNvPr name="Freeform 58" id="58"/>
            <p:cNvSpPr/>
            <p:nvPr/>
          </p:nvSpPr>
          <p:spPr>
            <a:xfrm flipH="false" flipV="false" rot="0">
              <a:off x="25400" y="0"/>
              <a:ext cx="975360" cy="50800"/>
            </a:xfrm>
            <a:custGeom>
              <a:avLst/>
              <a:gdLst/>
              <a:ahLst/>
              <a:cxnLst/>
              <a:rect r="r" b="b" t="t" l="l"/>
              <a:pathLst>
                <a:path h="50800" w="975360">
                  <a:moveTo>
                    <a:pt x="0" y="0"/>
                  </a:moveTo>
                  <a:lnTo>
                    <a:pt x="975360" y="0"/>
                  </a:lnTo>
                  <a:lnTo>
                    <a:pt x="975360" y="50800"/>
                  </a:lnTo>
                  <a:lnTo>
                    <a:pt x="0" y="50800"/>
                  </a:lnTo>
                  <a:close/>
                </a:path>
              </a:pathLst>
            </a:custGeom>
            <a:solidFill>
              <a:srgbClr val="6AF7C4"/>
            </a:solidFill>
          </p:spPr>
        </p:sp>
      </p:grpSp>
      <p:grpSp>
        <p:nvGrpSpPr>
          <p:cNvPr name="Group 59" id="59"/>
          <p:cNvGrpSpPr/>
          <p:nvPr/>
        </p:nvGrpSpPr>
        <p:grpSpPr>
          <a:xfrm rot="0">
            <a:off x="8961120" y="3383280"/>
            <a:ext cx="548640" cy="548640"/>
            <a:chOff x="0" y="0"/>
            <a:chExt cx="731520" cy="731520"/>
          </a:xfrm>
        </p:grpSpPr>
        <p:sp>
          <p:nvSpPr>
            <p:cNvPr name="Freeform 60" id="60"/>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2">
                <a:alphaModFix amt="0"/>
              </a:blip>
              <a:stretch>
                <a:fillRect l="-78303" t="0" r="-78303" b="0"/>
              </a:stretch>
            </a:blipFill>
          </p:spPr>
        </p:sp>
        <p:sp>
          <p:nvSpPr>
            <p:cNvPr name="TextBox 61" id="61"/>
            <p:cNvSpPr txBox="true"/>
            <p:nvPr/>
          </p:nvSpPr>
          <p:spPr>
            <a:xfrm>
              <a:off x="0" y="-38100"/>
              <a:ext cx="731520" cy="769620"/>
            </a:xfrm>
            <a:prstGeom prst="rect">
              <a:avLst/>
            </a:prstGeom>
          </p:spPr>
          <p:txBody>
            <a:bodyPr anchor="ctr" rtlCol="false" tIns="0" lIns="0" bIns="0" rIns="0"/>
            <a:lstStyle/>
            <a:p>
              <a:pPr algn="ctr">
                <a:lnSpc>
                  <a:spcPts val="2400"/>
                </a:lnSpc>
              </a:pPr>
              <a:r>
                <a:rPr lang="en-US" sz="2000">
                  <a:solidFill>
                    <a:srgbClr val="6AF7C4"/>
                  </a:solidFill>
                  <a:latin typeface="Calibri (MS)"/>
                  <a:ea typeface="Calibri (MS)"/>
                  <a:cs typeface="Calibri (MS)"/>
                  <a:sym typeface="Calibri (MS)"/>
                </a:rPr>
                <a:t>→</a:t>
              </a:r>
            </a:p>
          </p:txBody>
        </p:sp>
      </p:grpSp>
      <p:grpSp>
        <p:nvGrpSpPr>
          <p:cNvPr name="Group 62" id="62"/>
          <p:cNvGrpSpPr/>
          <p:nvPr/>
        </p:nvGrpSpPr>
        <p:grpSpPr>
          <a:xfrm rot="0">
            <a:off x="6949440" y="4754880"/>
            <a:ext cx="1828800" cy="731520"/>
            <a:chOff x="0" y="0"/>
            <a:chExt cx="2438400" cy="975360"/>
          </a:xfrm>
        </p:grpSpPr>
        <p:sp>
          <p:nvSpPr>
            <p:cNvPr name="Freeform 63" id="63"/>
            <p:cNvSpPr/>
            <p:nvPr/>
          </p:nvSpPr>
          <p:spPr>
            <a:xfrm flipH="false" flipV="false" rot="0">
              <a:off x="0" y="0"/>
              <a:ext cx="2438400" cy="975360"/>
            </a:xfrm>
            <a:custGeom>
              <a:avLst/>
              <a:gdLst/>
              <a:ahLst/>
              <a:cxnLst/>
              <a:rect r="r" b="b" t="t" l="l"/>
              <a:pathLst>
                <a:path h="975360" w="2438400">
                  <a:moveTo>
                    <a:pt x="0" y="0"/>
                  </a:moveTo>
                  <a:lnTo>
                    <a:pt x="2438400" y="0"/>
                  </a:lnTo>
                  <a:lnTo>
                    <a:pt x="2438400" y="975360"/>
                  </a:lnTo>
                  <a:lnTo>
                    <a:pt x="0" y="975360"/>
                  </a:lnTo>
                  <a:close/>
                </a:path>
              </a:pathLst>
            </a:custGeom>
            <a:blipFill>
              <a:blip r:embed="rId2">
                <a:alphaModFix amt="0"/>
              </a:blip>
              <a:stretch>
                <a:fillRect l="-1321" t="0" r="-1321" b="0"/>
              </a:stretch>
            </a:blipFill>
          </p:spPr>
        </p:sp>
        <p:sp>
          <p:nvSpPr>
            <p:cNvPr name="TextBox 64" id="64"/>
            <p:cNvSpPr txBox="true"/>
            <p:nvPr/>
          </p:nvSpPr>
          <p:spPr>
            <a:xfrm>
              <a:off x="0" y="-19050"/>
              <a:ext cx="2438400" cy="994410"/>
            </a:xfrm>
            <a:prstGeom prst="rect">
              <a:avLst/>
            </a:prstGeom>
          </p:spPr>
          <p:txBody>
            <a:bodyPr anchor="ctr" rtlCol="false" tIns="0" lIns="0" bIns="0" rIns="0"/>
            <a:lstStyle/>
            <a:p>
              <a:pPr algn="ctr">
                <a:lnSpc>
                  <a:spcPts val="5280"/>
                </a:lnSpc>
              </a:pPr>
              <a:r>
                <a:rPr lang="en-US" sz="4400" b="true">
                  <a:solidFill>
                    <a:srgbClr val="6AF7C4"/>
                  </a:solidFill>
                  <a:latin typeface="Arial Bold"/>
                  <a:ea typeface="Arial Bold"/>
                  <a:cs typeface="Arial Bold"/>
                  <a:sym typeface="Arial Bold"/>
                </a:rPr>
                <a:t>3</a:t>
              </a:r>
            </a:p>
          </p:txBody>
        </p:sp>
      </p:grpSp>
      <p:grpSp>
        <p:nvGrpSpPr>
          <p:cNvPr name="Group 65" id="65"/>
          <p:cNvGrpSpPr/>
          <p:nvPr/>
        </p:nvGrpSpPr>
        <p:grpSpPr>
          <a:xfrm rot="0">
            <a:off x="6583680" y="5577840"/>
            <a:ext cx="2560320" cy="640080"/>
            <a:chOff x="0" y="0"/>
            <a:chExt cx="3413760" cy="853440"/>
          </a:xfrm>
        </p:grpSpPr>
        <p:sp>
          <p:nvSpPr>
            <p:cNvPr name="Freeform 66" id="66"/>
            <p:cNvSpPr/>
            <p:nvPr/>
          </p:nvSpPr>
          <p:spPr>
            <a:xfrm flipH="false" flipV="false" rot="0">
              <a:off x="0" y="0"/>
              <a:ext cx="3413760" cy="853440"/>
            </a:xfrm>
            <a:custGeom>
              <a:avLst/>
              <a:gdLst/>
              <a:ahLst/>
              <a:cxnLst/>
              <a:rect r="r" b="b" t="t" l="l"/>
              <a:pathLst>
                <a:path h="853440" w="3413760">
                  <a:moveTo>
                    <a:pt x="0" y="0"/>
                  </a:moveTo>
                  <a:lnTo>
                    <a:pt x="3413760" y="0"/>
                  </a:lnTo>
                  <a:lnTo>
                    <a:pt x="3413760" y="853440"/>
                  </a:lnTo>
                  <a:lnTo>
                    <a:pt x="0" y="853440"/>
                  </a:lnTo>
                  <a:close/>
                </a:path>
              </a:pathLst>
            </a:custGeom>
            <a:blipFill>
              <a:blip r:embed="rId2">
                <a:alphaModFix amt="0"/>
              </a:blip>
              <a:stretch>
                <a:fillRect l="0" t="-27940" r="0" b="-27940"/>
              </a:stretch>
            </a:blipFill>
          </p:spPr>
        </p:sp>
        <p:sp>
          <p:nvSpPr>
            <p:cNvPr name="TextBox 67" id="67"/>
            <p:cNvSpPr txBox="true"/>
            <p:nvPr/>
          </p:nvSpPr>
          <p:spPr>
            <a:xfrm>
              <a:off x="0" y="-19050"/>
              <a:ext cx="3413760" cy="872490"/>
            </a:xfrm>
            <a:prstGeom prst="rect">
              <a:avLst/>
            </a:prstGeom>
          </p:spPr>
          <p:txBody>
            <a:bodyPr anchor="ctr" rtlCol="false" tIns="0" lIns="0" bIns="0" rIns="0"/>
            <a:lstStyle/>
            <a:p>
              <a:pPr algn="ctr">
                <a:lnSpc>
                  <a:spcPts val="2640"/>
                </a:lnSpc>
              </a:pPr>
              <a:r>
                <a:rPr lang="en-US" sz="2200" b="true">
                  <a:solidFill>
                    <a:srgbClr val="FFFFFF"/>
                  </a:solidFill>
                  <a:latin typeface="Arial Bold"/>
                  <a:ea typeface="Arial Bold"/>
                  <a:cs typeface="Arial Bold"/>
                  <a:sym typeface="Arial Bold"/>
                </a:rPr>
                <a:t>Browse</a:t>
              </a:r>
            </a:p>
          </p:txBody>
        </p:sp>
      </p:grpSp>
      <p:grpSp>
        <p:nvGrpSpPr>
          <p:cNvPr name="Group 68" id="68"/>
          <p:cNvGrpSpPr/>
          <p:nvPr/>
        </p:nvGrpSpPr>
        <p:grpSpPr>
          <a:xfrm rot="0">
            <a:off x="6492240" y="6309360"/>
            <a:ext cx="2743200" cy="2743200"/>
            <a:chOff x="0" y="0"/>
            <a:chExt cx="3657600" cy="3657600"/>
          </a:xfrm>
        </p:grpSpPr>
        <p:sp>
          <p:nvSpPr>
            <p:cNvPr name="Freeform 69" id="69"/>
            <p:cNvSpPr/>
            <p:nvPr/>
          </p:nvSpPr>
          <p:spPr>
            <a:xfrm flipH="false" flipV="false" rot="0">
              <a:off x="0" y="0"/>
              <a:ext cx="3657600" cy="3657600"/>
            </a:xfrm>
            <a:custGeom>
              <a:avLst/>
              <a:gdLst/>
              <a:ahLst/>
              <a:cxnLst/>
              <a:rect r="r" b="b" t="t" l="l"/>
              <a:pathLst>
                <a:path h="3657600" w="3657600">
                  <a:moveTo>
                    <a:pt x="0" y="0"/>
                  </a:moveTo>
                  <a:lnTo>
                    <a:pt x="3657600" y="0"/>
                  </a:lnTo>
                  <a:lnTo>
                    <a:pt x="3657600" y="3657600"/>
                  </a:lnTo>
                  <a:lnTo>
                    <a:pt x="0" y="3657600"/>
                  </a:lnTo>
                  <a:close/>
                </a:path>
              </a:pathLst>
            </a:custGeom>
            <a:blipFill>
              <a:blip r:embed="rId2">
                <a:alphaModFix amt="0"/>
              </a:blip>
              <a:stretch>
                <a:fillRect l="-78303" t="0" r="-78303" b="0"/>
              </a:stretch>
            </a:blipFill>
          </p:spPr>
        </p:sp>
        <p:sp>
          <p:nvSpPr>
            <p:cNvPr name="TextBox 70" id="70"/>
            <p:cNvSpPr txBox="true"/>
            <p:nvPr/>
          </p:nvSpPr>
          <p:spPr>
            <a:xfrm>
              <a:off x="0" y="-38100"/>
              <a:ext cx="3657600" cy="3695700"/>
            </a:xfrm>
            <a:prstGeom prst="rect">
              <a:avLst/>
            </a:prstGeom>
          </p:spPr>
          <p:txBody>
            <a:bodyPr anchor="ctr" rtlCol="false" tIns="0" lIns="0" bIns="0" rIns="0"/>
            <a:lstStyle/>
            <a:p>
              <a:pPr algn="ctr">
                <a:lnSpc>
                  <a:spcPts val="2160"/>
                </a:lnSpc>
              </a:pPr>
              <a:r>
                <a:rPr lang="en-US" sz="1800">
                  <a:solidFill>
                    <a:srgbClr val="8888A8"/>
                  </a:solidFill>
                  <a:latin typeface="Calibri (MS)"/>
                  <a:ea typeface="Calibri (MS)"/>
                  <a:cs typeface="Calibri (MS)"/>
                  <a:sym typeface="Calibri (MS)"/>
                </a:rPr>
                <a:t>Explores Netflix-style browse page with live posters</a:t>
              </a:r>
            </a:p>
          </p:txBody>
        </p:sp>
      </p:grpSp>
      <p:grpSp>
        <p:nvGrpSpPr>
          <p:cNvPr name="Group 71" id="71"/>
          <p:cNvGrpSpPr/>
          <p:nvPr/>
        </p:nvGrpSpPr>
        <p:grpSpPr>
          <a:xfrm rot="0">
            <a:off x="9856470" y="2724150"/>
            <a:ext cx="1866900" cy="1866900"/>
            <a:chOff x="0" y="0"/>
            <a:chExt cx="2489200" cy="2489200"/>
          </a:xfrm>
        </p:grpSpPr>
        <p:sp>
          <p:nvSpPr>
            <p:cNvPr name="Freeform 72" id="72"/>
            <p:cNvSpPr/>
            <p:nvPr/>
          </p:nvSpPr>
          <p:spPr>
            <a:xfrm flipH="false" flipV="false" rot="0">
              <a:off x="25400" y="25400"/>
              <a:ext cx="2438400" cy="2438400"/>
            </a:xfrm>
            <a:custGeom>
              <a:avLst/>
              <a:gdLst/>
              <a:ahLst/>
              <a:cxnLst/>
              <a:rect r="r" b="b" t="t" l="l"/>
              <a:pathLst>
                <a:path h="2438400" w="2438400">
                  <a:moveTo>
                    <a:pt x="0" y="1219200"/>
                  </a:moveTo>
                  <a:cubicBezTo>
                    <a:pt x="0" y="545846"/>
                    <a:pt x="545846" y="0"/>
                    <a:pt x="1219200" y="0"/>
                  </a:cubicBezTo>
                  <a:cubicBezTo>
                    <a:pt x="1892554" y="0"/>
                    <a:pt x="2438400" y="545846"/>
                    <a:pt x="2438400" y="1219200"/>
                  </a:cubicBezTo>
                  <a:cubicBezTo>
                    <a:pt x="2438400" y="1892554"/>
                    <a:pt x="1892554" y="2438400"/>
                    <a:pt x="1219200" y="2438400"/>
                  </a:cubicBezTo>
                  <a:cubicBezTo>
                    <a:pt x="545846" y="2438400"/>
                    <a:pt x="0" y="1892554"/>
                    <a:pt x="0" y="1219200"/>
                  </a:cubicBezTo>
                  <a:close/>
                </a:path>
              </a:pathLst>
            </a:custGeom>
            <a:solidFill>
              <a:srgbClr val="F7C46A">
                <a:alpha val="63922"/>
              </a:srgbClr>
            </a:solidFill>
          </p:spPr>
        </p:sp>
        <p:sp>
          <p:nvSpPr>
            <p:cNvPr name="Freeform 73" id="73"/>
            <p:cNvSpPr/>
            <p:nvPr/>
          </p:nvSpPr>
          <p:spPr>
            <a:xfrm flipH="false" flipV="false" rot="0">
              <a:off x="0" y="0"/>
              <a:ext cx="2489200" cy="2489200"/>
            </a:xfrm>
            <a:custGeom>
              <a:avLst/>
              <a:gdLst/>
              <a:ahLst/>
              <a:cxnLst/>
              <a:rect r="r" b="b" t="t" l="l"/>
              <a:pathLst>
                <a:path h="2489200" w="2489200">
                  <a:moveTo>
                    <a:pt x="0" y="1244600"/>
                  </a:moveTo>
                  <a:cubicBezTo>
                    <a:pt x="0" y="557276"/>
                    <a:pt x="557276" y="0"/>
                    <a:pt x="1244600" y="0"/>
                  </a:cubicBezTo>
                  <a:lnTo>
                    <a:pt x="1244600" y="25400"/>
                  </a:lnTo>
                  <a:lnTo>
                    <a:pt x="1244600" y="0"/>
                  </a:lnTo>
                  <a:cubicBezTo>
                    <a:pt x="1931924" y="0"/>
                    <a:pt x="2489200" y="557276"/>
                    <a:pt x="2489200" y="1244600"/>
                  </a:cubicBezTo>
                  <a:lnTo>
                    <a:pt x="2463800" y="1244600"/>
                  </a:lnTo>
                  <a:lnTo>
                    <a:pt x="2489200" y="1244600"/>
                  </a:lnTo>
                  <a:cubicBezTo>
                    <a:pt x="2489200" y="1931924"/>
                    <a:pt x="1931924" y="2489200"/>
                    <a:pt x="1244600" y="2489200"/>
                  </a:cubicBezTo>
                  <a:lnTo>
                    <a:pt x="1244600" y="2463800"/>
                  </a:lnTo>
                  <a:lnTo>
                    <a:pt x="1244600" y="2489200"/>
                  </a:lnTo>
                  <a:cubicBezTo>
                    <a:pt x="557276" y="2489200"/>
                    <a:pt x="0" y="1931924"/>
                    <a:pt x="0" y="1244600"/>
                  </a:cubicBezTo>
                  <a:lnTo>
                    <a:pt x="25400" y="1244600"/>
                  </a:lnTo>
                  <a:lnTo>
                    <a:pt x="50800" y="1244600"/>
                  </a:lnTo>
                  <a:lnTo>
                    <a:pt x="25400" y="1244600"/>
                  </a:lnTo>
                  <a:lnTo>
                    <a:pt x="0" y="1244600"/>
                  </a:lnTo>
                  <a:moveTo>
                    <a:pt x="50800" y="1244600"/>
                  </a:moveTo>
                  <a:cubicBezTo>
                    <a:pt x="50800" y="1258570"/>
                    <a:pt x="39370" y="1270000"/>
                    <a:pt x="25400" y="1270000"/>
                  </a:cubicBezTo>
                  <a:cubicBezTo>
                    <a:pt x="11430" y="1270000"/>
                    <a:pt x="0" y="1258570"/>
                    <a:pt x="0" y="1244600"/>
                  </a:cubicBezTo>
                  <a:cubicBezTo>
                    <a:pt x="0" y="1230630"/>
                    <a:pt x="11430" y="1219200"/>
                    <a:pt x="25400" y="1219200"/>
                  </a:cubicBezTo>
                  <a:cubicBezTo>
                    <a:pt x="39370" y="1219200"/>
                    <a:pt x="50800" y="1230630"/>
                    <a:pt x="50800" y="1244600"/>
                  </a:cubicBezTo>
                  <a:cubicBezTo>
                    <a:pt x="50800" y="1903857"/>
                    <a:pt x="585343" y="2438400"/>
                    <a:pt x="1244600" y="2438400"/>
                  </a:cubicBezTo>
                  <a:cubicBezTo>
                    <a:pt x="1903857" y="2438400"/>
                    <a:pt x="2438400" y="1903857"/>
                    <a:pt x="2438400" y="1244600"/>
                  </a:cubicBezTo>
                  <a:cubicBezTo>
                    <a:pt x="2438400" y="585343"/>
                    <a:pt x="1903857" y="50800"/>
                    <a:pt x="1244600" y="50800"/>
                  </a:cubicBezTo>
                  <a:lnTo>
                    <a:pt x="1244600" y="25400"/>
                  </a:lnTo>
                  <a:lnTo>
                    <a:pt x="1244600" y="50800"/>
                  </a:lnTo>
                  <a:cubicBezTo>
                    <a:pt x="585343" y="50800"/>
                    <a:pt x="50800" y="585343"/>
                    <a:pt x="50800" y="1244600"/>
                  </a:cubicBezTo>
                  <a:close/>
                </a:path>
              </a:pathLst>
            </a:custGeom>
            <a:solidFill>
              <a:srgbClr val="F7C46A"/>
            </a:solidFill>
          </p:spPr>
        </p:sp>
      </p:grpSp>
      <p:grpSp>
        <p:nvGrpSpPr>
          <p:cNvPr name="Group 74" id="74"/>
          <p:cNvGrpSpPr/>
          <p:nvPr/>
        </p:nvGrpSpPr>
        <p:grpSpPr>
          <a:xfrm rot="0">
            <a:off x="9875520" y="2743200"/>
            <a:ext cx="1828800" cy="1828800"/>
            <a:chOff x="0" y="0"/>
            <a:chExt cx="2438400" cy="2438400"/>
          </a:xfrm>
        </p:grpSpPr>
        <p:sp>
          <p:nvSpPr>
            <p:cNvPr name="Freeform 75" id="75"/>
            <p:cNvSpPr/>
            <p:nvPr/>
          </p:nvSpPr>
          <p:spPr>
            <a:xfrm flipH="false" flipV="false" rot="0">
              <a:off x="0" y="0"/>
              <a:ext cx="2438400" cy="2438400"/>
            </a:xfrm>
            <a:custGeom>
              <a:avLst/>
              <a:gdLst/>
              <a:ahLst/>
              <a:cxnLst/>
              <a:rect r="r" b="b" t="t" l="l"/>
              <a:pathLst>
                <a:path h="2438400" w="2438400">
                  <a:moveTo>
                    <a:pt x="0" y="0"/>
                  </a:moveTo>
                  <a:lnTo>
                    <a:pt x="2438400" y="0"/>
                  </a:lnTo>
                  <a:lnTo>
                    <a:pt x="2438400" y="2438400"/>
                  </a:lnTo>
                  <a:lnTo>
                    <a:pt x="0" y="2438400"/>
                  </a:lnTo>
                  <a:close/>
                </a:path>
              </a:pathLst>
            </a:custGeom>
            <a:blipFill>
              <a:blip r:embed="rId2">
                <a:alphaModFix amt="0"/>
              </a:blip>
              <a:stretch>
                <a:fillRect l="-78303" t="0" r="-78303" b="0"/>
              </a:stretch>
            </a:blipFill>
          </p:spPr>
        </p:sp>
        <p:sp>
          <p:nvSpPr>
            <p:cNvPr name="TextBox 76" id="76"/>
            <p:cNvSpPr txBox="true"/>
            <p:nvPr/>
          </p:nvSpPr>
          <p:spPr>
            <a:xfrm>
              <a:off x="0" y="-85725"/>
              <a:ext cx="2438400" cy="2524125"/>
            </a:xfrm>
            <a:prstGeom prst="rect">
              <a:avLst/>
            </a:prstGeom>
          </p:spPr>
          <p:txBody>
            <a:bodyPr anchor="ctr" rtlCol="false" tIns="0" lIns="0" bIns="0" rIns="0"/>
            <a:lstStyle/>
            <a:p>
              <a:pPr algn="ctr">
                <a:lnSpc>
                  <a:spcPts val="5759"/>
                </a:lnSpc>
              </a:pPr>
              <a:r>
                <a:rPr lang="en-US" sz="4800">
                  <a:solidFill>
                    <a:srgbClr val="000000"/>
                  </a:solidFill>
                  <a:latin typeface="Calibri (MS)"/>
                  <a:ea typeface="Calibri (MS)"/>
                  <a:cs typeface="Calibri (MS)"/>
                  <a:sym typeface="Calibri (MS)"/>
                </a:rPr>
                <a:t>➕</a:t>
              </a:r>
            </a:p>
          </p:txBody>
        </p:sp>
      </p:grpSp>
      <p:grpSp>
        <p:nvGrpSpPr>
          <p:cNvPr name="Group 77" id="77"/>
          <p:cNvGrpSpPr/>
          <p:nvPr/>
        </p:nvGrpSpPr>
        <p:grpSpPr>
          <a:xfrm rot="0">
            <a:off x="11776710" y="3638550"/>
            <a:ext cx="769620" cy="38100"/>
            <a:chOff x="0" y="0"/>
            <a:chExt cx="1026160" cy="50800"/>
          </a:xfrm>
        </p:grpSpPr>
        <p:sp>
          <p:nvSpPr>
            <p:cNvPr name="Freeform 78" id="78"/>
            <p:cNvSpPr/>
            <p:nvPr/>
          </p:nvSpPr>
          <p:spPr>
            <a:xfrm flipH="false" flipV="false" rot="0">
              <a:off x="25400" y="0"/>
              <a:ext cx="975360" cy="50800"/>
            </a:xfrm>
            <a:custGeom>
              <a:avLst/>
              <a:gdLst/>
              <a:ahLst/>
              <a:cxnLst/>
              <a:rect r="r" b="b" t="t" l="l"/>
              <a:pathLst>
                <a:path h="50800" w="975360">
                  <a:moveTo>
                    <a:pt x="0" y="0"/>
                  </a:moveTo>
                  <a:lnTo>
                    <a:pt x="975360" y="0"/>
                  </a:lnTo>
                  <a:lnTo>
                    <a:pt x="975360" y="50800"/>
                  </a:lnTo>
                  <a:lnTo>
                    <a:pt x="0" y="50800"/>
                  </a:lnTo>
                  <a:close/>
                </a:path>
              </a:pathLst>
            </a:custGeom>
            <a:solidFill>
              <a:srgbClr val="F7C46A"/>
            </a:solidFill>
          </p:spPr>
        </p:sp>
      </p:grpSp>
      <p:grpSp>
        <p:nvGrpSpPr>
          <p:cNvPr name="Group 79" id="79"/>
          <p:cNvGrpSpPr/>
          <p:nvPr/>
        </p:nvGrpSpPr>
        <p:grpSpPr>
          <a:xfrm rot="0">
            <a:off x="11887200" y="3383280"/>
            <a:ext cx="548640" cy="548640"/>
            <a:chOff x="0" y="0"/>
            <a:chExt cx="731520" cy="731520"/>
          </a:xfrm>
        </p:grpSpPr>
        <p:sp>
          <p:nvSpPr>
            <p:cNvPr name="Freeform 80" id="80"/>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2">
                <a:alphaModFix amt="0"/>
              </a:blip>
              <a:stretch>
                <a:fillRect l="-78303" t="0" r="-78303" b="0"/>
              </a:stretch>
            </a:blipFill>
          </p:spPr>
        </p:sp>
        <p:sp>
          <p:nvSpPr>
            <p:cNvPr name="TextBox 81" id="81"/>
            <p:cNvSpPr txBox="true"/>
            <p:nvPr/>
          </p:nvSpPr>
          <p:spPr>
            <a:xfrm>
              <a:off x="0" y="-38100"/>
              <a:ext cx="731520" cy="769620"/>
            </a:xfrm>
            <a:prstGeom prst="rect">
              <a:avLst/>
            </a:prstGeom>
          </p:spPr>
          <p:txBody>
            <a:bodyPr anchor="ctr" rtlCol="false" tIns="0" lIns="0" bIns="0" rIns="0"/>
            <a:lstStyle/>
            <a:p>
              <a:pPr algn="ctr">
                <a:lnSpc>
                  <a:spcPts val="2400"/>
                </a:lnSpc>
              </a:pPr>
              <a:r>
                <a:rPr lang="en-US" sz="2000">
                  <a:solidFill>
                    <a:srgbClr val="F7C46A"/>
                  </a:solidFill>
                  <a:latin typeface="Calibri (MS)"/>
                  <a:ea typeface="Calibri (MS)"/>
                  <a:cs typeface="Calibri (MS)"/>
                  <a:sym typeface="Calibri (MS)"/>
                </a:rPr>
                <a:t>→</a:t>
              </a:r>
            </a:p>
          </p:txBody>
        </p:sp>
      </p:grpSp>
      <p:grpSp>
        <p:nvGrpSpPr>
          <p:cNvPr name="Group 82" id="82"/>
          <p:cNvGrpSpPr/>
          <p:nvPr/>
        </p:nvGrpSpPr>
        <p:grpSpPr>
          <a:xfrm rot="0">
            <a:off x="9875520" y="4754880"/>
            <a:ext cx="1828800" cy="731520"/>
            <a:chOff x="0" y="0"/>
            <a:chExt cx="2438400" cy="975360"/>
          </a:xfrm>
        </p:grpSpPr>
        <p:sp>
          <p:nvSpPr>
            <p:cNvPr name="Freeform 83" id="83"/>
            <p:cNvSpPr/>
            <p:nvPr/>
          </p:nvSpPr>
          <p:spPr>
            <a:xfrm flipH="false" flipV="false" rot="0">
              <a:off x="0" y="0"/>
              <a:ext cx="2438400" cy="975360"/>
            </a:xfrm>
            <a:custGeom>
              <a:avLst/>
              <a:gdLst/>
              <a:ahLst/>
              <a:cxnLst/>
              <a:rect r="r" b="b" t="t" l="l"/>
              <a:pathLst>
                <a:path h="975360" w="2438400">
                  <a:moveTo>
                    <a:pt x="0" y="0"/>
                  </a:moveTo>
                  <a:lnTo>
                    <a:pt x="2438400" y="0"/>
                  </a:lnTo>
                  <a:lnTo>
                    <a:pt x="2438400" y="975360"/>
                  </a:lnTo>
                  <a:lnTo>
                    <a:pt x="0" y="975360"/>
                  </a:lnTo>
                  <a:close/>
                </a:path>
              </a:pathLst>
            </a:custGeom>
            <a:blipFill>
              <a:blip r:embed="rId2">
                <a:alphaModFix amt="0"/>
              </a:blip>
              <a:stretch>
                <a:fillRect l="-1321" t="0" r="-1321" b="0"/>
              </a:stretch>
            </a:blipFill>
          </p:spPr>
        </p:sp>
        <p:sp>
          <p:nvSpPr>
            <p:cNvPr name="TextBox 84" id="84"/>
            <p:cNvSpPr txBox="true"/>
            <p:nvPr/>
          </p:nvSpPr>
          <p:spPr>
            <a:xfrm>
              <a:off x="0" y="-19050"/>
              <a:ext cx="2438400" cy="994410"/>
            </a:xfrm>
            <a:prstGeom prst="rect">
              <a:avLst/>
            </a:prstGeom>
          </p:spPr>
          <p:txBody>
            <a:bodyPr anchor="ctr" rtlCol="false" tIns="0" lIns="0" bIns="0" rIns="0"/>
            <a:lstStyle/>
            <a:p>
              <a:pPr algn="ctr">
                <a:lnSpc>
                  <a:spcPts val="5280"/>
                </a:lnSpc>
              </a:pPr>
              <a:r>
                <a:rPr lang="en-US" sz="4400" b="true">
                  <a:solidFill>
                    <a:srgbClr val="F7C46A"/>
                  </a:solidFill>
                  <a:latin typeface="Arial Bold"/>
                  <a:ea typeface="Arial Bold"/>
                  <a:cs typeface="Arial Bold"/>
                  <a:sym typeface="Arial Bold"/>
                </a:rPr>
                <a:t>4</a:t>
              </a:r>
            </a:p>
          </p:txBody>
        </p:sp>
      </p:grpSp>
      <p:grpSp>
        <p:nvGrpSpPr>
          <p:cNvPr name="Group 85" id="85"/>
          <p:cNvGrpSpPr/>
          <p:nvPr/>
        </p:nvGrpSpPr>
        <p:grpSpPr>
          <a:xfrm rot="0">
            <a:off x="9509760" y="5577840"/>
            <a:ext cx="2560320" cy="640080"/>
            <a:chOff x="0" y="0"/>
            <a:chExt cx="3413760" cy="853440"/>
          </a:xfrm>
        </p:grpSpPr>
        <p:sp>
          <p:nvSpPr>
            <p:cNvPr name="Freeform 86" id="86"/>
            <p:cNvSpPr/>
            <p:nvPr/>
          </p:nvSpPr>
          <p:spPr>
            <a:xfrm flipH="false" flipV="false" rot="0">
              <a:off x="0" y="0"/>
              <a:ext cx="3413760" cy="853440"/>
            </a:xfrm>
            <a:custGeom>
              <a:avLst/>
              <a:gdLst/>
              <a:ahLst/>
              <a:cxnLst/>
              <a:rect r="r" b="b" t="t" l="l"/>
              <a:pathLst>
                <a:path h="853440" w="3413760">
                  <a:moveTo>
                    <a:pt x="0" y="0"/>
                  </a:moveTo>
                  <a:lnTo>
                    <a:pt x="3413760" y="0"/>
                  </a:lnTo>
                  <a:lnTo>
                    <a:pt x="3413760" y="853440"/>
                  </a:lnTo>
                  <a:lnTo>
                    <a:pt x="0" y="853440"/>
                  </a:lnTo>
                  <a:close/>
                </a:path>
              </a:pathLst>
            </a:custGeom>
            <a:blipFill>
              <a:blip r:embed="rId2">
                <a:alphaModFix amt="0"/>
              </a:blip>
              <a:stretch>
                <a:fillRect l="0" t="-27940" r="0" b="-27940"/>
              </a:stretch>
            </a:blipFill>
          </p:spPr>
        </p:sp>
        <p:sp>
          <p:nvSpPr>
            <p:cNvPr name="TextBox 87" id="87"/>
            <p:cNvSpPr txBox="true"/>
            <p:nvPr/>
          </p:nvSpPr>
          <p:spPr>
            <a:xfrm>
              <a:off x="0" y="-19050"/>
              <a:ext cx="3413760" cy="872490"/>
            </a:xfrm>
            <a:prstGeom prst="rect">
              <a:avLst/>
            </a:prstGeom>
          </p:spPr>
          <p:txBody>
            <a:bodyPr anchor="ctr" rtlCol="false" tIns="0" lIns="0" bIns="0" rIns="0"/>
            <a:lstStyle/>
            <a:p>
              <a:pPr algn="ctr">
                <a:lnSpc>
                  <a:spcPts val="2640"/>
                </a:lnSpc>
              </a:pPr>
              <a:r>
                <a:rPr lang="en-US" sz="2200" b="true">
                  <a:solidFill>
                    <a:srgbClr val="FFFFFF"/>
                  </a:solidFill>
                  <a:latin typeface="Arial Bold"/>
                  <a:ea typeface="Arial Bold"/>
                  <a:cs typeface="Arial Bold"/>
                  <a:sym typeface="Arial Bold"/>
                </a:rPr>
                <a:t>Add &amp; Track</a:t>
              </a:r>
            </a:p>
          </p:txBody>
        </p:sp>
      </p:grpSp>
      <p:grpSp>
        <p:nvGrpSpPr>
          <p:cNvPr name="Group 88" id="88"/>
          <p:cNvGrpSpPr/>
          <p:nvPr/>
        </p:nvGrpSpPr>
        <p:grpSpPr>
          <a:xfrm rot="0">
            <a:off x="9418320" y="6309360"/>
            <a:ext cx="2743200" cy="2743200"/>
            <a:chOff x="0" y="0"/>
            <a:chExt cx="3657600" cy="3657600"/>
          </a:xfrm>
        </p:grpSpPr>
        <p:sp>
          <p:nvSpPr>
            <p:cNvPr name="Freeform 89" id="89"/>
            <p:cNvSpPr/>
            <p:nvPr/>
          </p:nvSpPr>
          <p:spPr>
            <a:xfrm flipH="false" flipV="false" rot="0">
              <a:off x="0" y="0"/>
              <a:ext cx="3657600" cy="3657600"/>
            </a:xfrm>
            <a:custGeom>
              <a:avLst/>
              <a:gdLst/>
              <a:ahLst/>
              <a:cxnLst/>
              <a:rect r="r" b="b" t="t" l="l"/>
              <a:pathLst>
                <a:path h="3657600" w="3657600">
                  <a:moveTo>
                    <a:pt x="0" y="0"/>
                  </a:moveTo>
                  <a:lnTo>
                    <a:pt x="3657600" y="0"/>
                  </a:lnTo>
                  <a:lnTo>
                    <a:pt x="3657600" y="3657600"/>
                  </a:lnTo>
                  <a:lnTo>
                    <a:pt x="0" y="3657600"/>
                  </a:lnTo>
                  <a:close/>
                </a:path>
              </a:pathLst>
            </a:custGeom>
            <a:blipFill>
              <a:blip r:embed="rId2">
                <a:alphaModFix amt="0"/>
              </a:blip>
              <a:stretch>
                <a:fillRect l="-78303" t="0" r="-78303" b="0"/>
              </a:stretch>
            </a:blipFill>
          </p:spPr>
        </p:sp>
        <p:sp>
          <p:nvSpPr>
            <p:cNvPr name="TextBox 90" id="90"/>
            <p:cNvSpPr txBox="true"/>
            <p:nvPr/>
          </p:nvSpPr>
          <p:spPr>
            <a:xfrm>
              <a:off x="0" y="-38100"/>
              <a:ext cx="3657600" cy="3695700"/>
            </a:xfrm>
            <a:prstGeom prst="rect">
              <a:avLst/>
            </a:prstGeom>
          </p:spPr>
          <p:txBody>
            <a:bodyPr anchor="ctr" rtlCol="false" tIns="0" lIns="0" bIns="0" rIns="0"/>
            <a:lstStyle/>
            <a:p>
              <a:pPr algn="ctr">
                <a:lnSpc>
                  <a:spcPts val="2160"/>
                </a:lnSpc>
              </a:pPr>
              <a:r>
                <a:rPr lang="en-US" sz="1800">
                  <a:solidFill>
                    <a:srgbClr val="8888A8"/>
                  </a:solidFill>
                  <a:latin typeface="Calibri (MS)"/>
                  <a:ea typeface="Calibri (MS)"/>
                  <a:cs typeface="Calibri (MS)"/>
                  <a:sym typeface="Calibri (MS)"/>
                </a:rPr>
                <a:t>Marks content as Watching, Done, Fav or Plan</a:t>
              </a:r>
            </a:p>
          </p:txBody>
        </p:sp>
      </p:grpSp>
      <p:grpSp>
        <p:nvGrpSpPr>
          <p:cNvPr name="Group 91" id="91"/>
          <p:cNvGrpSpPr/>
          <p:nvPr/>
        </p:nvGrpSpPr>
        <p:grpSpPr>
          <a:xfrm rot="0">
            <a:off x="12782550" y="2724150"/>
            <a:ext cx="1866900" cy="1866900"/>
            <a:chOff x="0" y="0"/>
            <a:chExt cx="2489200" cy="2489200"/>
          </a:xfrm>
        </p:grpSpPr>
        <p:sp>
          <p:nvSpPr>
            <p:cNvPr name="Freeform 92" id="92"/>
            <p:cNvSpPr/>
            <p:nvPr/>
          </p:nvSpPr>
          <p:spPr>
            <a:xfrm flipH="false" flipV="false" rot="0">
              <a:off x="25400" y="25400"/>
              <a:ext cx="2438400" cy="2438400"/>
            </a:xfrm>
            <a:custGeom>
              <a:avLst/>
              <a:gdLst/>
              <a:ahLst/>
              <a:cxnLst/>
              <a:rect r="r" b="b" t="t" l="l"/>
              <a:pathLst>
                <a:path h="2438400" w="2438400">
                  <a:moveTo>
                    <a:pt x="0" y="1219200"/>
                  </a:moveTo>
                  <a:cubicBezTo>
                    <a:pt x="0" y="545846"/>
                    <a:pt x="545846" y="0"/>
                    <a:pt x="1219200" y="0"/>
                  </a:cubicBezTo>
                  <a:cubicBezTo>
                    <a:pt x="1892554" y="0"/>
                    <a:pt x="2438400" y="545846"/>
                    <a:pt x="2438400" y="1219200"/>
                  </a:cubicBezTo>
                  <a:cubicBezTo>
                    <a:pt x="2438400" y="1892554"/>
                    <a:pt x="1892554" y="2438400"/>
                    <a:pt x="1219200" y="2438400"/>
                  </a:cubicBezTo>
                  <a:cubicBezTo>
                    <a:pt x="545846" y="2438400"/>
                    <a:pt x="0" y="1892554"/>
                    <a:pt x="0" y="1219200"/>
                  </a:cubicBezTo>
                  <a:close/>
                </a:path>
              </a:pathLst>
            </a:custGeom>
            <a:solidFill>
              <a:srgbClr val="7C6AF7">
                <a:alpha val="63922"/>
              </a:srgbClr>
            </a:solidFill>
          </p:spPr>
        </p:sp>
        <p:sp>
          <p:nvSpPr>
            <p:cNvPr name="Freeform 93" id="93"/>
            <p:cNvSpPr/>
            <p:nvPr/>
          </p:nvSpPr>
          <p:spPr>
            <a:xfrm flipH="false" flipV="false" rot="0">
              <a:off x="0" y="0"/>
              <a:ext cx="2489200" cy="2489200"/>
            </a:xfrm>
            <a:custGeom>
              <a:avLst/>
              <a:gdLst/>
              <a:ahLst/>
              <a:cxnLst/>
              <a:rect r="r" b="b" t="t" l="l"/>
              <a:pathLst>
                <a:path h="2489200" w="2489200">
                  <a:moveTo>
                    <a:pt x="0" y="1244600"/>
                  </a:moveTo>
                  <a:cubicBezTo>
                    <a:pt x="0" y="557276"/>
                    <a:pt x="557276" y="0"/>
                    <a:pt x="1244600" y="0"/>
                  </a:cubicBezTo>
                  <a:lnTo>
                    <a:pt x="1244600" y="25400"/>
                  </a:lnTo>
                  <a:lnTo>
                    <a:pt x="1244600" y="0"/>
                  </a:lnTo>
                  <a:cubicBezTo>
                    <a:pt x="1931924" y="0"/>
                    <a:pt x="2489200" y="557276"/>
                    <a:pt x="2489200" y="1244600"/>
                  </a:cubicBezTo>
                  <a:lnTo>
                    <a:pt x="2463800" y="1244600"/>
                  </a:lnTo>
                  <a:lnTo>
                    <a:pt x="2489200" y="1244600"/>
                  </a:lnTo>
                  <a:cubicBezTo>
                    <a:pt x="2489200" y="1931924"/>
                    <a:pt x="1931924" y="2489200"/>
                    <a:pt x="1244600" y="2489200"/>
                  </a:cubicBezTo>
                  <a:lnTo>
                    <a:pt x="1244600" y="2463800"/>
                  </a:lnTo>
                  <a:lnTo>
                    <a:pt x="1244600" y="2489200"/>
                  </a:lnTo>
                  <a:cubicBezTo>
                    <a:pt x="557276" y="2489200"/>
                    <a:pt x="0" y="1931924"/>
                    <a:pt x="0" y="1244600"/>
                  </a:cubicBezTo>
                  <a:lnTo>
                    <a:pt x="25400" y="1244600"/>
                  </a:lnTo>
                  <a:lnTo>
                    <a:pt x="50800" y="1244600"/>
                  </a:lnTo>
                  <a:lnTo>
                    <a:pt x="25400" y="1244600"/>
                  </a:lnTo>
                  <a:lnTo>
                    <a:pt x="0" y="1244600"/>
                  </a:lnTo>
                  <a:moveTo>
                    <a:pt x="50800" y="1244600"/>
                  </a:moveTo>
                  <a:cubicBezTo>
                    <a:pt x="50800" y="1258570"/>
                    <a:pt x="39370" y="1270000"/>
                    <a:pt x="25400" y="1270000"/>
                  </a:cubicBezTo>
                  <a:cubicBezTo>
                    <a:pt x="11430" y="1270000"/>
                    <a:pt x="0" y="1258570"/>
                    <a:pt x="0" y="1244600"/>
                  </a:cubicBezTo>
                  <a:cubicBezTo>
                    <a:pt x="0" y="1230630"/>
                    <a:pt x="11430" y="1219200"/>
                    <a:pt x="25400" y="1219200"/>
                  </a:cubicBezTo>
                  <a:cubicBezTo>
                    <a:pt x="39370" y="1219200"/>
                    <a:pt x="50800" y="1230630"/>
                    <a:pt x="50800" y="1244600"/>
                  </a:cubicBezTo>
                  <a:cubicBezTo>
                    <a:pt x="50800" y="1903857"/>
                    <a:pt x="585343" y="2438400"/>
                    <a:pt x="1244600" y="2438400"/>
                  </a:cubicBezTo>
                  <a:cubicBezTo>
                    <a:pt x="1903857" y="2438400"/>
                    <a:pt x="2438400" y="1903857"/>
                    <a:pt x="2438400" y="1244600"/>
                  </a:cubicBezTo>
                  <a:cubicBezTo>
                    <a:pt x="2438400" y="585343"/>
                    <a:pt x="1903857" y="50800"/>
                    <a:pt x="1244600" y="50800"/>
                  </a:cubicBezTo>
                  <a:lnTo>
                    <a:pt x="1244600" y="25400"/>
                  </a:lnTo>
                  <a:lnTo>
                    <a:pt x="1244600" y="50800"/>
                  </a:lnTo>
                  <a:cubicBezTo>
                    <a:pt x="585343" y="50800"/>
                    <a:pt x="50800" y="585343"/>
                    <a:pt x="50800" y="1244600"/>
                  </a:cubicBezTo>
                  <a:close/>
                </a:path>
              </a:pathLst>
            </a:custGeom>
            <a:solidFill>
              <a:srgbClr val="7C6AF7"/>
            </a:solidFill>
          </p:spPr>
        </p:sp>
      </p:grpSp>
      <p:grpSp>
        <p:nvGrpSpPr>
          <p:cNvPr name="Group 94" id="94"/>
          <p:cNvGrpSpPr/>
          <p:nvPr/>
        </p:nvGrpSpPr>
        <p:grpSpPr>
          <a:xfrm rot="0">
            <a:off x="12801600" y="2743200"/>
            <a:ext cx="1828800" cy="1828800"/>
            <a:chOff x="0" y="0"/>
            <a:chExt cx="2438400" cy="2438400"/>
          </a:xfrm>
        </p:grpSpPr>
        <p:sp>
          <p:nvSpPr>
            <p:cNvPr name="Freeform 95" id="95"/>
            <p:cNvSpPr/>
            <p:nvPr/>
          </p:nvSpPr>
          <p:spPr>
            <a:xfrm flipH="false" flipV="false" rot="0">
              <a:off x="0" y="0"/>
              <a:ext cx="2438400" cy="2438400"/>
            </a:xfrm>
            <a:custGeom>
              <a:avLst/>
              <a:gdLst/>
              <a:ahLst/>
              <a:cxnLst/>
              <a:rect r="r" b="b" t="t" l="l"/>
              <a:pathLst>
                <a:path h="2438400" w="2438400">
                  <a:moveTo>
                    <a:pt x="0" y="0"/>
                  </a:moveTo>
                  <a:lnTo>
                    <a:pt x="2438400" y="0"/>
                  </a:lnTo>
                  <a:lnTo>
                    <a:pt x="2438400" y="2438400"/>
                  </a:lnTo>
                  <a:lnTo>
                    <a:pt x="0" y="2438400"/>
                  </a:lnTo>
                  <a:close/>
                </a:path>
              </a:pathLst>
            </a:custGeom>
            <a:blipFill>
              <a:blip r:embed="rId2">
                <a:alphaModFix amt="0"/>
              </a:blip>
              <a:stretch>
                <a:fillRect l="-78303" t="0" r="-78303" b="0"/>
              </a:stretch>
            </a:blipFill>
          </p:spPr>
        </p:sp>
        <p:sp>
          <p:nvSpPr>
            <p:cNvPr name="TextBox 96" id="96"/>
            <p:cNvSpPr txBox="true"/>
            <p:nvPr/>
          </p:nvSpPr>
          <p:spPr>
            <a:xfrm>
              <a:off x="0" y="-85725"/>
              <a:ext cx="2438400" cy="2524125"/>
            </a:xfrm>
            <a:prstGeom prst="rect">
              <a:avLst/>
            </a:prstGeom>
          </p:spPr>
          <p:txBody>
            <a:bodyPr anchor="ctr" rtlCol="false" tIns="0" lIns="0" bIns="0" rIns="0"/>
            <a:lstStyle/>
            <a:p>
              <a:pPr algn="ctr">
                <a:lnSpc>
                  <a:spcPts val="5759"/>
                </a:lnSpc>
              </a:pPr>
              <a:r>
                <a:rPr lang="en-US" sz="4800">
                  <a:solidFill>
                    <a:srgbClr val="000000"/>
                  </a:solidFill>
                  <a:latin typeface="Calibri (MS)"/>
                  <a:ea typeface="Calibri (MS)"/>
                  <a:cs typeface="Calibri (MS)"/>
                  <a:sym typeface="Calibri (MS)"/>
                </a:rPr>
                <a:t>✨</a:t>
              </a:r>
            </a:p>
          </p:txBody>
        </p:sp>
      </p:grpSp>
      <p:grpSp>
        <p:nvGrpSpPr>
          <p:cNvPr name="Group 97" id="97"/>
          <p:cNvGrpSpPr/>
          <p:nvPr/>
        </p:nvGrpSpPr>
        <p:grpSpPr>
          <a:xfrm rot="0">
            <a:off x="14702790" y="3638550"/>
            <a:ext cx="769620" cy="38100"/>
            <a:chOff x="0" y="0"/>
            <a:chExt cx="1026160" cy="50800"/>
          </a:xfrm>
        </p:grpSpPr>
        <p:sp>
          <p:nvSpPr>
            <p:cNvPr name="Freeform 98" id="98"/>
            <p:cNvSpPr/>
            <p:nvPr/>
          </p:nvSpPr>
          <p:spPr>
            <a:xfrm flipH="false" flipV="false" rot="0">
              <a:off x="25400" y="0"/>
              <a:ext cx="975360" cy="50800"/>
            </a:xfrm>
            <a:custGeom>
              <a:avLst/>
              <a:gdLst/>
              <a:ahLst/>
              <a:cxnLst/>
              <a:rect r="r" b="b" t="t" l="l"/>
              <a:pathLst>
                <a:path h="50800" w="975360">
                  <a:moveTo>
                    <a:pt x="0" y="0"/>
                  </a:moveTo>
                  <a:lnTo>
                    <a:pt x="975360" y="0"/>
                  </a:lnTo>
                  <a:lnTo>
                    <a:pt x="975360" y="50800"/>
                  </a:lnTo>
                  <a:lnTo>
                    <a:pt x="0" y="50800"/>
                  </a:lnTo>
                  <a:close/>
                </a:path>
              </a:pathLst>
            </a:custGeom>
            <a:solidFill>
              <a:srgbClr val="7C6AF7"/>
            </a:solidFill>
          </p:spPr>
        </p:sp>
      </p:grpSp>
      <p:grpSp>
        <p:nvGrpSpPr>
          <p:cNvPr name="Group 99" id="99"/>
          <p:cNvGrpSpPr/>
          <p:nvPr/>
        </p:nvGrpSpPr>
        <p:grpSpPr>
          <a:xfrm rot="0">
            <a:off x="14813280" y="3383280"/>
            <a:ext cx="548640" cy="548640"/>
            <a:chOff x="0" y="0"/>
            <a:chExt cx="731520" cy="731520"/>
          </a:xfrm>
        </p:grpSpPr>
        <p:sp>
          <p:nvSpPr>
            <p:cNvPr name="Freeform 100" id="100"/>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2">
                <a:alphaModFix amt="0"/>
              </a:blip>
              <a:stretch>
                <a:fillRect l="-78303" t="0" r="-78303" b="0"/>
              </a:stretch>
            </a:blipFill>
          </p:spPr>
        </p:sp>
        <p:sp>
          <p:nvSpPr>
            <p:cNvPr name="TextBox 101" id="101"/>
            <p:cNvSpPr txBox="true"/>
            <p:nvPr/>
          </p:nvSpPr>
          <p:spPr>
            <a:xfrm>
              <a:off x="0" y="-38100"/>
              <a:ext cx="731520" cy="769620"/>
            </a:xfrm>
            <a:prstGeom prst="rect">
              <a:avLst/>
            </a:prstGeom>
          </p:spPr>
          <p:txBody>
            <a:bodyPr anchor="ctr" rtlCol="false" tIns="0" lIns="0" bIns="0" rIns="0"/>
            <a:lstStyle/>
            <a:p>
              <a:pPr algn="ctr">
                <a:lnSpc>
                  <a:spcPts val="2400"/>
                </a:lnSpc>
              </a:pPr>
              <a:r>
                <a:rPr lang="en-US" sz="2000">
                  <a:solidFill>
                    <a:srgbClr val="7C6AF7"/>
                  </a:solidFill>
                  <a:latin typeface="Calibri (MS)"/>
                  <a:ea typeface="Calibri (MS)"/>
                  <a:cs typeface="Calibri (MS)"/>
                  <a:sym typeface="Calibri (MS)"/>
                </a:rPr>
                <a:t>→</a:t>
              </a:r>
            </a:p>
          </p:txBody>
        </p:sp>
      </p:grpSp>
      <p:grpSp>
        <p:nvGrpSpPr>
          <p:cNvPr name="Group 102" id="102"/>
          <p:cNvGrpSpPr/>
          <p:nvPr/>
        </p:nvGrpSpPr>
        <p:grpSpPr>
          <a:xfrm rot="0">
            <a:off x="12801600" y="4754880"/>
            <a:ext cx="1828800" cy="731520"/>
            <a:chOff x="0" y="0"/>
            <a:chExt cx="2438400" cy="975360"/>
          </a:xfrm>
        </p:grpSpPr>
        <p:sp>
          <p:nvSpPr>
            <p:cNvPr name="Freeform 103" id="103"/>
            <p:cNvSpPr/>
            <p:nvPr/>
          </p:nvSpPr>
          <p:spPr>
            <a:xfrm flipH="false" flipV="false" rot="0">
              <a:off x="0" y="0"/>
              <a:ext cx="2438400" cy="975360"/>
            </a:xfrm>
            <a:custGeom>
              <a:avLst/>
              <a:gdLst/>
              <a:ahLst/>
              <a:cxnLst/>
              <a:rect r="r" b="b" t="t" l="l"/>
              <a:pathLst>
                <a:path h="975360" w="2438400">
                  <a:moveTo>
                    <a:pt x="0" y="0"/>
                  </a:moveTo>
                  <a:lnTo>
                    <a:pt x="2438400" y="0"/>
                  </a:lnTo>
                  <a:lnTo>
                    <a:pt x="2438400" y="975360"/>
                  </a:lnTo>
                  <a:lnTo>
                    <a:pt x="0" y="975360"/>
                  </a:lnTo>
                  <a:close/>
                </a:path>
              </a:pathLst>
            </a:custGeom>
            <a:blipFill>
              <a:blip r:embed="rId2">
                <a:alphaModFix amt="0"/>
              </a:blip>
              <a:stretch>
                <a:fillRect l="-1321" t="0" r="-1321" b="0"/>
              </a:stretch>
            </a:blipFill>
          </p:spPr>
        </p:sp>
        <p:sp>
          <p:nvSpPr>
            <p:cNvPr name="TextBox 104" id="104"/>
            <p:cNvSpPr txBox="true"/>
            <p:nvPr/>
          </p:nvSpPr>
          <p:spPr>
            <a:xfrm>
              <a:off x="0" y="-19050"/>
              <a:ext cx="2438400" cy="994410"/>
            </a:xfrm>
            <a:prstGeom prst="rect">
              <a:avLst/>
            </a:prstGeom>
          </p:spPr>
          <p:txBody>
            <a:bodyPr anchor="ctr" rtlCol="false" tIns="0" lIns="0" bIns="0" rIns="0"/>
            <a:lstStyle/>
            <a:p>
              <a:pPr algn="ctr">
                <a:lnSpc>
                  <a:spcPts val="5280"/>
                </a:lnSpc>
              </a:pPr>
              <a:r>
                <a:rPr lang="en-US" sz="4400" b="true">
                  <a:solidFill>
                    <a:srgbClr val="7C6AF7"/>
                  </a:solidFill>
                  <a:latin typeface="Arial Bold"/>
                  <a:ea typeface="Arial Bold"/>
                  <a:cs typeface="Arial Bold"/>
                  <a:sym typeface="Arial Bold"/>
                </a:rPr>
                <a:t>5</a:t>
              </a:r>
            </a:p>
          </p:txBody>
        </p:sp>
      </p:grpSp>
      <p:grpSp>
        <p:nvGrpSpPr>
          <p:cNvPr name="Group 105" id="105"/>
          <p:cNvGrpSpPr/>
          <p:nvPr/>
        </p:nvGrpSpPr>
        <p:grpSpPr>
          <a:xfrm rot="0">
            <a:off x="12435840" y="5577840"/>
            <a:ext cx="2560320" cy="640080"/>
            <a:chOff x="0" y="0"/>
            <a:chExt cx="3413760" cy="853440"/>
          </a:xfrm>
        </p:grpSpPr>
        <p:sp>
          <p:nvSpPr>
            <p:cNvPr name="Freeform 106" id="106"/>
            <p:cNvSpPr/>
            <p:nvPr/>
          </p:nvSpPr>
          <p:spPr>
            <a:xfrm flipH="false" flipV="false" rot="0">
              <a:off x="0" y="0"/>
              <a:ext cx="3413760" cy="853440"/>
            </a:xfrm>
            <a:custGeom>
              <a:avLst/>
              <a:gdLst/>
              <a:ahLst/>
              <a:cxnLst/>
              <a:rect r="r" b="b" t="t" l="l"/>
              <a:pathLst>
                <a:path h="853440" w="3413760">
                  <a:moveTo>
                    <a:pt x="0" y="0"/>
                  </a:moveTo>
                  <a:lnTo>
                    <a:pt x="3413760" y="0"/>
                  </a:lnTo>
                  <a:lnTo>
                    <a:pt x="3413760" y="853440"/>
                  </a:lnTo>
                  <a:lnTo>
                    <a:pt x="0" y="853440"/>
                  </a:lnTo>
                  <a:close/>
                </a:path>
              </a:pathLst>
            </a:custGeom>
            <a:blipFill>
              <a:blip r:embed="rId2">
                <a:alphaModFix amt="0"/>
              </a:blip>
              <a:stretch>
                <a:fillRect l="0" t="-27940" r="0" b="-27940"/>
              </a:stretch>
            </a:blipFill>
          </p:spPr>
        </p:sp>
        <p:sp>
          <p:nvSpPr>
            <p:cNvPr name="TextBox 107" id="107"/>
            <p:cNvSpPr txBox="true"/>
            <p:nvPr/>
          </p:nvSpPr>
          <p:spPr>
            <a:xfrm>
              <a:off x="0" y="-19050"/>
              <a:ext cx="3413760" cy="872490"/>
            </a:xfrm>
            <a:prstGeom prst="rect">
              <a:avLst/>
            </a:prstGeom>
          </p:spPr>
          <p:txBody>
            <a:bodyPr anchor="ctr" rtlCol="false" tIns="0" lIns="0" bIns="0" rIns="0"/>
            <a:lstStyle/>
            <a:p>
              <a:pPr algn="ctr">
                <a:lnSpc>
                  <a:spcPts val="2640"/>
                </a:lnSpc>
              </a:pPr>
              <a:r>
                <a:rPr lang="en-US" sz="2200" b="true">
                  <a:solidFill>
                    <a:srgbClr val="FFFFFF"/>
                  </a:solidFill>
                  <a:latin typeface="Arial Bold"/>
                  <a:ea typeface="Arial Bold"/>
                  <a:cs typeface="Arial Bold"/>
                  <a:sym typeface="Arial Bold"/>
                </a:rPr>
                <a:t>Get Recs</a:t>
              </a:r>
            </a:p>
          </p:txBody>
        </p:sp>
      </p:grpSp>
      <p:grpSp>
        <p:nvGrpSpPr>
          <p:cNvPr name="Group 108" id="108"/>
          <p:cNvGrpSpPr/>
          <p:nvPr/>
        </p:nvGrpSpPr>
        <p:grpSpPr>
          <a:xfrm rot="0">
            <a:off x="12344400" y="6309360"/>
            <a:ext cx="2743200" cy="2743200"/>
            <a:chOff x="0" y="0"/>
            <a:chExt cx="3657600" cy="3657600"/>
          </a:xfrm>
        </p:grpSpPr>
        <p:sp>
          <p:nvSpPr>
            <p:cNvPr name="Freeform 109" id="109"/>
            <p:cNvSpPr/>
            <p:nvPr/>
          </p:nvSpPr>
          <p:spPr>
            <a:xfrm flipH="false" flipV="false" rot="0">
              <a:off x="0" y="0"/>
              <a:ext cx="3657600" cy="3657600"/>
            </a:xfrm>
            <a:custGeom>
              <a:avLst/>
              <a:gdLst/>
              <a:ahLst/>
              <a:cxnLst/>
              <a:rect r="r" b="b" t="t" l="l"/>
              <a:pathLst>
                <a:path h="3657600" w="3657600">
                  <a:moveTo>
                    <a:pt x="0" y="0"/>
                  </a:moveTo>
                  <a:lnTo>
                    <a:pt x="3657600" y="0"/>
                  </a:lnTo>
                  <a:lnTo>
                    <a:pt x="3657600" y="3657600"/>
                  </a:lnTo>
                  <a:lnTo>
                    <a:pt x="0" y="3657600"/>
                  </a:lnTo>
                  <a:close/>
                </a:path>
              </a:pathLst>
            </a:custGeom>
            <a:blipFill>
              <a:blip r:embed="rId2">
                <a:alphaModFix amt="0"/>
              </a:blip>
              <a:stretch>
                <a:fillRect l="-78303" t="0" r="-78303" b="0"/>
              </a:stretch>
            </a:blipFill>
          </p:spPr>
        </p:sp>
        <p:sp>
          <p:nvSpPr>
            <p:cNvPr name="TextBox 110" id="110"/>
            <p:cNvSpPr txBox="true"/>
            <p:nvPr/>
          </p:nvSpPr>
          <p:spPr>
            <a:xfrm>
              <a:off x="0" y="-38100"/>
              <a:ext cx="3657600" cy="3695700"/>
            </a:xfrm>
            <a:prstGeom prst="rect">
              <a:avLst/>
            </a:prstGeom>
          </p:spPr>
          <p:txBody>
            <a:bodyPr anchor="ctr" rtlCol="false" tIns="0" lIns="0" bIns="0" rIns="0"/>
            <a:lstStyle/>
            <a:p>
              <a:pPr algn="ctr">
                <a:lnSpc>
                  <a:spcPts val="2160"/>
                </a:lnSpc>
              </a:pPr>
              <a:r>
                <a:rPr lang="en-US" sz="1800">
                  <a:solidFill>
                    <a:srgbClr val="8888A8"/>
                  </a:solidFill>
                  <a:latin typeface="Calibri (MS)"/>
                  <a:ea typeface="Calibri (MS)"/>
                  <a:cs typeface="Calibri (MS)"/>
                  <a:sym typeface="Calibri (MS)"/>
                </a:rPr>
                <a:t>Receives AI recommendations based on ratings</a:t>
              </a:r>
            </a:p>
          </p:txBody>
        </p:sp>
      </p:grpSp>
      <p:grpSp>
        <p:nvGrpSpPr>
          <p:cNvPr name="Group 111" id="111"/>
          <p:cNvGrpSpPr/>
          <p:nvPr/>
        </p:nvGrpSpPr>
        <p:grpSpPr>
          <a:xfrm rot="0">
            <a:off x="15708630" y="2724150"/>
            <a:ext cx="1866900" cy="1866900"/>
            <a:chOff x="0" y="0"/>
            <a:chExt cx="2489200" cy="2489200"/>
          </a:xfrm>
        </p:grpSpPr>
        <p:sp>
          <p:nvSpPr>
            <p:cNvPr name="Freeform 112" id="112"/>
            <p:cNvSpPr/>
            <p:nvPr/>
          </p:nvSpPr>
          <p:spPr>
            <a:xfrm flipH="false" flipV="false" rot="0">
              <a:off x="25400" y="25400"/>
              <a:ext cx="2438400" cy="2438400"/>
            </a:xfrm>
            <a:custGeom>
              <a:avLst/>
              <a:gdLst/>
              <a:ahLst/>
              <a:cxnLst/>
              <a:rect r="r" b="b" t="t" l="l"/>
              <a:pathLst>
                <a:path h="2438400" w="2438400">
                  <a:moveTo>
                    <a:pt x="0" y="1219200"/>
                  </a:moveTo>
                  <a:cubicBezTo>
                    <a:pt x="0" y="545846"/>
                    <a:pt x="545846" y="0"/>
                    <a:pt x="1219200" y="0"/>
                  </a:cubicBezTo>
                  <a:cubicBezTo>
                    <a:pt x="1892554" y="0"/>
                    <a:pt x="2438400" y="545846"/>
                    <a:pt x="2438400" y="1219200"/>
                  </a:cubicBezTo>
                  <a:cubicBezTo>
                    <a:pt x="2438400" y="1892554"/>
                    <a:pt x="1892554" y="2438400"/>
                    <a:pt x="1219200" y="2438400"/>
                  </a:cubicBezTo>
                  <a:cubicBezTo>
                    <a:pt x="545846" y="2438400"/>
                    <a:pt x="0" y="1892554"/>
                    <a:pt x="0" y="1219200"/>
                  </a:cubicBezTo>
                  <a:close/>
                </a:path>
              </a:pathLst>
            </a:custGeom>
            <a:solidFill>
              <a:srgbClr val="6AF7C4">
                <a:alpha val="63922"/>
              </a:srgbClr>
            </a:solidFill>
          </p:spPr>
        </p:sp>
        <p:sp>
          <p:nvSpPr>
            <p:cNvPr name="Freeform 113" id="113"/>
            <p:cNvSpPr/>
            <p:nvPr/>
          </p:nvSpPr>
          <p:spPr>
            <a:xfrm flipH="false" flipV="false" rot="0">
              <a:off x="0" y="0"/>
              <a:ext cx="2489200" cy="2489200"/>
            </a:xfrm>
            <a:custGeom>
              <a:avLst/>
              <a:gdLst/>
              <a:ahLst/>
              <a:cxnLst/>
              <a:rect r="r" b="b" t="t" l="l"/>
              <a:pathLst>
                <a:path h="2489200" w="2489200">
                  <a:moveTo>
                    <a:pt x="0" y="1244600"/>
                  </a:moveTo>
                  <a:cubicBezTo>
                    <a:pt x="0" y="557276"/>
                    <a:pt x="557276" y="0"/>
                    <a:pt x="1244600" y="0"/>
                  </a:cubicBezTo>
                  <a:lnTo>
                    <a:pt x="1244600" y="25400"/>
                  </a:lnTo>
                  <a:lnTo>
                    <a:pt x="1244600" y="0"/>
                  </a:lnTo>
                  <a:cubicBezTo>
                    <a:pt x="1931924" y="0"/>
                    <a:pt x="2489200" y="557276"/>
                    <a:pt x="2489200" y="1244600"/>
                  </a:cubicBezTo>
                  <a:lnTo>
                    <a:pt x="2463800" y="1244600"/>
                  </a:lnTo>
                  <a:lnTo>
                    <a:pt x="2489200" y="1244600"/>
                  </a:lnTo>
                  <a:cubicBezTo>
                    <a:pt x="2489200" y="1931924"/>
                    <a:pt x="1931924" y="2489200"/>
                    <a:pt x="1244600" y="2489200"/>
                  </a:cubicBezTo>
                  <a:lnTo>
                    <a:pt x="1244600" y="2463800"/>
                  </a:lnTo>
                  <a:lnTo>
                    <a:pt x="1244600" y="2489200"/>
                  </a:lnTo>
                  <a:cubicBezTo>
                    <a:pt x="557276" y="2489200"/>
                    <a:pt x="0" y="1931924"/>
                    <a:pt x="0" y="1244600"/>
                  </a:cubicBezTo>
                  <a:lnTo>
                    <a:pt x="25400" y="1244600"/>
                  </a:lnTo>
                  <a:lnTo>
                    <a:pt x="50800" y="1244600"/>
                  </a:lnTo>
                  <a:lnTo>
                    <a:pt x="25400" y="1244600"/>
                  </a:lnTo>
                  <a:lnTo>
                    <a:pt x="0" y="1244600"/>
                  </a:lnTo>
                  <a:moveTo>
                    <a:pt x="50800" y="1244600"/>
                  </a:moveTo>
                  <a:cubicBezTo>
                    <a:pt x="50800" y="1258570"/>
                    <a:pt x="39370" y="1270000"/>
                    <a:pt x="25400" y="1270000"/>
                  </a:cubicBezTo>
                  <a:cubicBezTo>
                    <a:pt x="11430" y="1270000"/>
                    <a:pt x="0" y="1258570"/>
                    <a:pt x="0" y="1244600"/>
                  </a:cubicBezTo>
                  <a:cubicBezTo>
                    <a:pt x="0" y="1230630"/>
                    <a:pt x="11430" y="1219200"/>
                    <a:pt x="25400" y="1219200"/>
                  </a:cubicBezTo>
                  <a:cubicBezTo>
                    <a:pt x="39370" y="1219200"/>
                    <a:pt x="50800" y="1230630"/>
                    <a:pt x="50800" y="1244600"/>
                  </a:cubicBezTo>
                  <a:cubicBezTo>
                    <a:pt x="50800" y="1903857"/>
                    <a:pt x="585343" y="2438400"/>
                    <a:pt x="1244600" y="2438400"/>
                  </a:cubicBezTo>
                  <a:cubicBezTo>
                    <a:pt x="1903857" y="2438400"/>
                    <a:pt x="2438400" y="1903857"/>
                    <a:pt x="2438400" y="1244600"/>
                  </a:cubicBezTo>
                  <a:cubicBezTo>
                    <a:pt x="2438400" y="585343"/>
                    <a:pt x="1903857" y="50800"/>
                    <a:pt x="1244600" y="50800"/>
                  </a:cubicBezTo>
                  <a:lnTo>
                    <a:pt x="1244600" y="25400"/>
                  </a:lnTo>
                  <a:lnTo>
                    <a:pt x="1244600" y="50800"/>
                  </a:lnTo>
                  <a:cubicBezTo>
                    <a:pt x="585343" y="50800"/>
                    <a:pt x="50800" y="585343"/>
                    <a:pt x="50800" y="1244600"/>
                  </a:cubicBezTo>
                  <a:close/>
                </a:path>
              </a:pathLst>
            </a:custGeom>
            <a:solidFill>
              <a:srgbClr val="6AF7C4"/>
            </a:solidFill>
          </p:spPr>
        </p:sp>
      </p:grpSp>
      <p:grpSp>
        <p:nvGrpSpPr>
          <p:cNvPr name="Group 114" id="114"/>
          <p:cNvGrpSpPr/>
          <p:nvPr/>
        </p:nvGrpSpPr>
        <p:grpSpPr>
          <a:xfrm rot="0">
            <a:off x="15727680" y="2743200"/>
            <a:ext cx="1828800" cy="1828800"/>
            <a:chOff x="0" y="0"/>
            <a:chExt cx="2438400" cy="2438400"/>
          </a:xfrm>
        </p:grpSpPr>
        <p:sp>
          <p:nvSpPr>
            <p:cNvPr name="Freeform 115" id="115"/>
            <p:cNvSpPr/>
            <p:nvPr/>
          </p:nvSpPr>
          <p:spPr>
            <a:xfrm flipH="false" flipV="false" rot="0">
              <a:off x="0" y="0"/>
              <a:ext cx="2438400" cy="2438400"/>
            </a:xfrm>
            <a:custGeom>
              <a:avLst/>
              <a:gdLst/>
              <a:ahLst/>
              <a:cxnLst/>
              <a:rect r="r" b="b" t="t" l="l"/>
              <a:pathLst>
                <a:path h="2438400" w="2438400">
                  <a:moveTo>
                    <a:pt x="0" y="0"/>
                  </a:moveTo>
                  <a:lnTo>
                    <a:pt x="2438400" y="0"/>
                  </a:lnTo>
                  <a:lnTo>
                    <a:pt x="2438400" y="2438400"/>
                  </a:lnTo>
                  <a:lnTo>
                    <a:pt x="0" y="2438400"/>
                  </a:lnTo>
                  <a:close/>
                </a:path>
              </a:pathLst>
            </a:custGeom>
            <a:blipFill>
              <a:blip r:embed="rId2">
                <a:alphaModFix amt="0"/>
              </a:blip>
              <a:stretch>
                <a:fillRect l="-78303" t="0" r="-78303" b="0"/>
              </a:stretch>
            </a:blipFill>
          </p:spPr>
        </p:sp>
        <p:sp>
          <p:nvSpPr>
            <p:cNvPr name="TextBox 116" id="116"/>
            <p:cNvSpPr txBox="true"/>
            <p:nvPr/>
          </p:nvSpPr>
          <p:spPr>
            <a:xfrm>
              <a:off x="0" y="-85725"/>
              <a:ext cx="2438400" cy="2524125"/>
            </a:xfrm>
            <a:prstGeom prst="rect">
              <a:avLst/>
            </a:prstGeom>
          </p:spPr>
          <p:txBody>
            <a:bodyPr anchor="ctr" rtlCol="false" tIns="0" lIns="0" bIns="0" rIns="0"/>
            <a:lstStyle/>
            <a:p>
              <a:pPr algn="ctr">
                <a:lnSpc>
                  <a:spcPts val="5759"/>
                </a:lnSpc>
              </a:pPr>
              <a:r>
                <a:rPr lang="en-US" sz="4800">
                  <a:solidFill>
                    <a:srgbClr val="000000"/>
                  </a:solidFill>
                  <a:latin typeface="Calibri (MS)"/>
                  <a:ea typeface="Calibri (MS)"/>
                  <a:cs typeface="Calibri (MS)"/>
                  <a:sym typeface="Calibri (MS)"/>
                </a:rPr>
                <a:t>📊</a:t>
              </a:r>
            </a:p>
          </p:txBody>
        </p:sp>
      </p:grpSp>
      <p:grpSp>
        <p:nvGrpSpPr>
          <p:cNvPr name="Group 117" id="117"/>
          <p:cNvGrpSpPr/>
          <p:nvPr/>
        </p:nvGrpSpPr>
        <p:grpSpPr>
          <a:xfrm rot="0">
            <a:off x="15727680" y="4754880"/>
            <a:ext cx="1828800" cy="731520"/>
            <a:chOff x="0" y="0"/>
            <a:chExt cx="2438400" cy="975360"/>
          </a:xfrm>
        </p:grpSpPr>
        <p:sp>
          <p:nvSpPr>
            <p:cNvPr name="Freeform 118" id="118"/>
            <p:cNvSpPr/>
            <p:nvPr/>
          </p:nvSpPr>
          <p:spPr>
            <a:xfrm flipH="false" flipV="false" rot="0">
              <a:off x="0" y="0"/>
              <a:ext cx="2438400" cy="975360"/>
            </a:xfrm>
            <a:custGeom>
              <a:avLst/>
              <a:gdLst/>
              <a:ahLst/>
              <a:cxnLst/>
              <a:rect r="r" b="b" t="t" l="l"/>
              <a:pathLst>
                <a:path h="975360" w="2438400">
                  <a:moveTo>
                    <a:pt x="0" y="0"/>
                  </a:moveTo>
                  <a:lnTo>
                    <a:pt x="2438400" y="0"/>
                  </a:lnTo>
                  <a:lnTo>
                    <a:pt x="2438400" y="975360"/>
                  </a:lnTo>
                  <a:lnTo>
                    <a:pt x="0" y="975360"/>
                  </a:lnTo>
                  <a:close/>
                </a:path>
              </a:pathLst>
            </a:custGeom>
            <a:blipFill>
              <a:blip r:embed="rId2">
                <a:alphaModFix amt="0"/>
              </a:blip>
              <a:stretch>
                <a:fillRect l="-1321" t="0" r="-1321" b="0"/>
              </a:stretch>
            </a:blipFill>
          </p:spPr>
        </p:sp>
        <p:sp>
          <p:nvSpPr>
            <p:cNvPr name="TextBox 119" id="119"/>
            <p:cNvSpPr txBox="true"/>
            <p:nvPr/>
          </p:nvSpPr>
          <p:spPr>
            <a:xfrm>
              <a:off x="0" y="-19050"/>
              <a:ext cx="2438400" cy="994410"/>
            </a:xfrm>
            <a:prstGeom prst="rect">
              <a:avLst/>
            </a:prstGeom>
          </p:spPr>
          <p:txBody>
            <a:bodyPr anchor="ctr" rtlCol="false" tIns="0" lIns="0" bIns="0" rIns="0"/>
            <a:lstStyle/>
            <a:p>
              <a:pPr algn="ctr">
                <a:lnSpc>
                  <a:spcPts val="5280"/>
                </a:lnSpc>
              </a:pPr>
              <a:r>
                <a:rPr lang="en-US" sz="4400" b="true">
                  <a:solidFill>
                    <a:srgbClr val="6AF7C4"/>
                  </a:solidFill>
                  <a:latin typeface="Arial Bold"/>
                  <a:ea typeface="Arial Bold"/>
                  <a:cs typeface="Arial Bold"/>
                  <a:sym typeface="Arial Bold"/>
                </a:rPr>
                <a:t>6</a:t>
              </a:r>
            </a:p>
          </p:txBody>
        </p:sp>
      </p:grpSp>
      <p:grpSp>
        <p:nvGrpSpPr>
          <p:cNvPr name="Group 120" id="120"/>
          <p:cNvGrpSpPr/>
          <p:nvPr/>
        </p:nvGrpSpPr>
        <p:grpSpPr>
          <a:xfrm rot="0">
            <a:off x="15361920" y="5577840"/>
            <a:ext cx="2560320" cy="640080"/>
            <a:chOff x="0" y="0"/>
            <a:chExt cx="3413760" cy="853440"/>
          </a:xfrm>
        </p:grpSpPr>
        <p:sp>
          <p:nvSpPr>
            <p:cNvPr name="Freeform 121" id="121"/>
            <p:cNvSpPr/>
            <p:nvPr/>
          </p:nvSpPr>
          <p:spPr>
            <a:xfrm flipH="false" flipV="false" rot="0">
              <a:off x="0" y="0"/>
              <a:ext cx="3413760" cy="853440"/>
            </a:xfrm>
            <a:custGeom>
              <a:avLst/>
              <a:gdLst/>
              <a:ahLst/>
              <a:cxnLst/>
              <a:rect r="r" b="b" t="t" l="l"/>
              <a:pathLst>
                <a:path h="853440" w="3413760">
                  <a:moveTo>
                    <a:pt x="0" y="0"/>
                  </a:moveTo>
                  <a:lnTo>
                    <a:pt x="3413760" y="0"/>
                  </a:lnTo>
                  <a:lnTo>
                    <a:pt x="3413760" y="853440"/>
                  </a:lnTo>
                  <a:lnTo>
                    <a:pt x="0" y="853440"/>
                  </a:lnTo>
                  <a:close/>
                </a:path>
              </a:pathLst>
            </a:custGeom>
            <a:blipFill>
              <a:blip r:embed="rId2">
                <a:alphaModFix amt="0"/>
              </a:blip>
              <a:stretch>
                <a:fillRect l="0" t="-27940" r="0" b="-27940"/>
              </a:stretch>
            </a:blipFill>
          </p:spPr>
        </p:sp>
        <p:sp>
          <p:nvSpPr>
            <p:cNvPr name="TextBox 122" id="122"/>
            <p:cNvSpPr txBox="true"/>
            <p:nvPr/>
          </p:nvSpPr>
          <p:spPr>
            <a:xfrm>
              <a:off x="0" y="-19050"/>
              <a:ext cx="3413760" cy="872490"/>
            </a:xfrm>
            <a:prstGeom prst="rect">
              <a:avLst/>
            </a:prstGeom>
          </p:spPr>
          <p:txBody>
            <a:bodyPr anchor="ctr" rtlCol="false" tIns="0" lIns="0" bIns="0" rIns="0"/>
            <a:lstStyle/>
            <a:p>
              <a:pPr algn="ctr">
                <a:lnSpc>
                  <a:spcPts val="2640"/>
                </a:lnSpc>
              </a:pPr>
              <a:r>
                <a:rPr lang="en-US" sz="2200" b="true">
                  <a:solidFill>
                    <a:srgbClr val="FFFFFF"/>
                  </a:solidFill>
                  <a:latin typeface="Arial Bold"/>
                  <a:ea typeface="Arial Bold"/>
                  <a:cs typeface="Arial Bold"/>
                  <a:sym typeface="Arial Bold"/>
                </a:rPr>
                <a:t>Analyse</a:t>
              </a:r>
            </a:p>
          </p:txBody>
        </p:sp>
      </p:grpSp>
      <p:grpSp>
        <p:nvGrpSpPr>
          <p:cNvPr name="Group 123" id="123"/>
          <p:cNvGrpSpPr/>
          <p:nvPr/>
        </p:nvGrpSpPr>
        <p:grpSpPr>
          <a:xfrm rot="0">
            <a:off x="15270480" y="6309360"/>
            <a:ext cx="2743200" cy="2743200"/>
            <a:chOff x="0" y="0"/>
            <a:chExt cx="3657600" cy="3657600"/>
          </a:xfrm>
        </p:grpSpPr>
        <p:sp>
          <p:nvSpPr>
            <p:cNvPr name="Freeform 124" id="124"/>
            <p:cNvSpPr/>
            <p:nvPr/>
          </p:nvSpPr>
          <p:spPr>
            <a:xfrm flipH="false" flipV="false" rot="0">
              <a:off x="0" y="0"/>
              <a:ext cx="3657600" cy="3657600"/>
            </a:xfrm>
            <a:custGeom>
              <a:avLst/>
              <a:gdLst/>
              <a:ahLst/>
              <a:cxnLst/>
              <a:rect r="r" b="b" t="t" l="l"/>
              <a:pathLst>
                <a:path h="3657600" w="3657600">
                  <a:moveTo>
                    <a:pt x="0" y="0"/>
                  </a:moveTo>
                  <a:lnTo>
                    <a:pt x="3657600" y="0"/>
                  </a:lnTo>
                  <a:lnTo>
                    <a:pt x="3657600" y="3657600"/>
                  </a:lnTo>
                  <a:lnTo>
                    <a:pt x="0" y="3657600"/>
                  </a:lnTo>
                  <a:close/>
                </a:path>
              </a:pathLst>
            </a:custGeom>
            <a:blipFill>
              <a:blip r:embed="rId2">
                <a:alphaModFix amt="0"/>
              </a:blip>
              <a:stretch>
                <a:fillRect l="-78303" t="0" r="-78303" b="0"/>
              </a:stretch>
            </a:blipFill>
          </p:spPr>
        </p:sp>
        <p:sp>
          <p:nvSpPr>
            <p:cNvPr name="TextBox 125" id="125"/>
            <p:cNvSpPr txBox="true"/>
            <p:nvPr/>
          </p:nvSpPr>
          <p:spPr>
            <a:xfrm>
              <a:off x="0" y="-38100"/>
              <a:ext cx="3657600" cy="3695700"/>
            </a:xfrm>
            <a:prstGeom prst="rect">
              <a:avLst/>
            </a:prstGeom>
          </p:spPr>
          <p:txBody>
            <a:bodyPr anchor="ctr" rtlCol="false" tIns="0" lIns="0" bIns="0" rIns="0"/>
            <a:lstStyle/>
            <a:p>
              <a:pPr algn="ctr">
                <a:lnSpc>
                  <a:spcPts val="2160"/>
                </a:lnSpc>
              </a:pPr>
              <a:r>
                <a:rPr lang="en-US" sz="1800">
                  <a:solidFill>
                    <a:srgbClr val="8888A8"/>
                  </a:solidFill>
                  <a:latin typeface="Calibri (MS)"/>
                  <a:ea typeface="Calibri (MS)"/>
                  <a:cs typeface="Calibri (MS)"/>
                  <a:sym typeface="Calibri (MS)"/>
                </a:rPr>
                <a:t>Views personal stats, charts &amp; viewing habits</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16891" y="16891"/>
              <a:ext cx="292608" cy="13715999"/>
            </a:xfrm>
            <a:custGeom>
              <a:avLst/>
              <a:gdLst/>
              <a:ahLst/>
              <a:cxnLst/>
              <a:rect r="r" b="b" t="t" l="l"/>
              <a:pathLst>
                <a:path h="13715999" w="292608">
                  <a:moveTo>
                    <a:pt x="0" y="0"/>
                  </a:moveTo>
                  <a:lnTo>
                    <a:pt x="292608" y="0"/>
                  </a:lnTo>
                  <a:lnTo>
                    <a:pt x="292608" y="13715999"/>
                  </a:lnTo>
                  <a:lnTo>
                    <a:pt x="0" y="13715999"/>
                  </a:lnTo>
                  <a:close/>
                </a:path>
              </a:pathLst>
            </a:custGeom>
            <a:solidFill>
              <a:srgbClr val="7C6AF7"/>
            </a:solidFill>
          </p:spPr>
        </p:sp>
        <p:sp>
          <p:nvSpPr>
            <p:cNvPr name="Freeform 4" id="4"/>
            <p:cNvSpPr/>
            <p:nvPr/>
          </p:nvSpPr>
          <p:spPr>
            <a:xfrm flipH="false" flipV="false" rot="0">
              <a:off x="0" y="0"/>
              <a:ext cx="326390" cy="13749782"/>
            </a:xfrm>
            <a:custGeom>
              <a:avLst/>
              <a:gdLst/>
              <a:ahLst/>
              <a:cxnLst/>
              <a:rect r="r" b="b" t="t" l="l"/>
              <a:pathLst>
                <a:path h="13749782" w="326390">
                  <a:moveTo>
                    <a:pt x="16891" y="0"/>
                  </a:moveTo>
                  <a:lnTo>
                    <a:pt x="309499" y="0"/>
                  </a:lnTo>
                  <a:cubicBezTo>
                    <a:pt x="318897" y="0"/>
                    <a:pt x="326390" y="7620"/>
                    <a:pt x="326390" y="16891"/>
                  </a:cubicBezTo>
                  <a:lnTo>
                    <a:pt x="326390" y="13732890"/>
                  </a:lnTo>
                  <a:cubicBezTo>
                    <a:pt x="326390" y="13742290"/>
                    <a:pt x="318770" y="13749782"/>
                    <a:pt x="309499"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09499" y="13716000"/>
                  </a:lnTo>
                  <a:lnTo>
                    <a:pt x="309499" y="13732890"/>
                  </a:lnTo>
                  <a:lnTo>
                    <a:pt x="292608" y="13732890"/>
                  </a:lnTo>
                  <a:lnTo>
                    <a:pt x="292608" y="16891"/>
                  </a:lnTo>
                  <a:lnTo>
                    <a:pt x="309499" y="16891"/>
                  </a:lnTo>
                  <a:lnTo>
                    <a:pt x="309499" y="33909"/>
                  </a:lnTo>
                  <a:lnTo>
                    <a:pt x="16891" y="33909"/>
                  </a:lnTo>
                  <a:close/>
                </a:path>
              </a:pathLst>
            </a:custGeom>
            <a:solidFill>
              <a:srgbClr val="7C6AF7"/>
            </a:solidFill>
          </p:spPr>
        </p:sp>
      </p:grpSp>
      <p:grpSp>
        <p:nvGrpSpPr>
          <p:cNvPr name="Group 5" id="5"/>
          <p:cNvGrpSpPr/>
          <p:nvPr/>
        </p:nvGrpSpPr>
        <p:grpSpPr>
          <a:xfrm rot="0">
            <a:off x="548640" y="274320"/>
            <a:ext cx="2194560" cy="1648718"/>
            <a:chOff x="0" y="0"/>
            <a:chExt cx="2926080" cy="2198291"/>
          </a:xfrm>
        </p:grpSpPr>
        <p:sp>
          <p:nvSpPr>
            <p:cNvPr name="Freeform 6" id="6"/>
            <p:cNvSpPr/>
            <p:nvPr/>
          </p:nvSpPr>
          <p:spPr>
            <a:xfrm flipH="false" flipV="false" rot="0">
              <a:off x="0" y="0"/>
              <a:ext cx="2926080" cy="2198291"/>
            </a:xfrm>
            <a:custGeom>
              <a:avLst/>
              <a:gdLst/>
              <a:ahLst/>
              <a:cxnLst/>
              <a:rect r="r" b="b" t="t" l="l"/>
              <a:pathLst>
                <a:path h="2198291" w="2926080">
                  <a:moveTo>
                    <a:pt x="0" y="0"/>
                  </a:moveTo>
                  <a:lnTo>
                    <a:pt x="2926080" y="0"/>
                  </a:lnTo>
                  <a:lnTo>
                    <a:pt x="2926080" y="2198291"/>
                  </a:lnTo>
                  <a:lnTo>
                    <a:pt x="0" y="2198291"/>
                  </a:lnTo>
                  <a:close/>
                </a:path>
              </a:pathLst>
            </a:custGeom>
            <a:blipFill>
              <a:blip r:embed="rId2">
                <a:alphaModFix amt="0"/>
              </a:blip>
              <a:stretch>
                <a:fillRect l="-24843" t="0" r="-24843" b="22354"/>
              </a:stretch>
            </a:blipFill>
          </p:spPr>
        </p:sp>
        <p:sp>
          <p:nvSpPr>
            <p:cNvPr name="TextBox 7" id="7"/>
            <p:cNvSpPr txBox="true"/>
            <p:nvPr/>
          </p:nvSpPr>
          <p:spPr>
            <a:xfrm>
              <a:off x="0" y="-38100"/>
              <a:ext cx="2926080" cy="2236391"/>
            </a:xfrm>
            <a:prstGeom prst="rect">
              <a:avLst/>
            </a:prstGeom>
          </p:spPr>
          <p:txBody>
            <a:bodyPr anchor="ctr" rtlCol="false" tIns="0" lIns="0" bIns="0" rIns="0"/>
            <a:lstStyle/>
            <a:p>
              <a:pPr algn="l">
                <a:lnSpc>
                  <a:spcPts val="9600"/>
                </a:lnSpc>
              </a:pPr>
              <a:r>
                <a:rPr lang="en-US" sz="8000" b="true">
                  <a:solidFill>
                    <a:srgbClr val="7C6AF7"/>
                  </a:solidFill>
                  <a:latin typeface="Arial Bold"/>
                  <a:ea typeface="Arial Bold"/>
                  <a:cs typeface="Arial Bold"/>
                  <a:sym typeface="Arial Bold"/>
                </a:rPr>
                <a:t>08</a:t>
              </a:r>
            </a:p>
          </p:txBody>
        </p:sp>
      </p:grpSp>
      <p:grpSp>
        <p:nvGrpSpPr>
          <p:cNvPr name="Group 8" id="8"/>
          <p:cNvGrpSpPr/>
          <p:nvPr/>
        </p:nvGrpSpPr>
        <p:grpSpPr>
          <a:xfrm rot="0">
            <a:off x="548640" y="1463040"/>
            <a:ext cx="16459200" cy="1005840"/>
            <a:chOff x="0" y="0"/>
            <a:chExt cx="21945600" cy="1341120"/>
          </a:xfrm>
        </p:grpSpPr>
        <p:sp>
          <p:nvSpPr>
            <p:cNvPr name="Freeform 9" id="9"/>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0" id="10"/>
            <p:cNvSpPr txBox="true"/>
            <p:nvPr/>
          </p:nvSpPr>
          <p:spPr>
            <a:xfrm>
              <a:off x="0" y="-28575"/>
              <a:ext cx="21945600" cy="1369695"/>
            </a:xfrm>
            <a:prstGeom prst="rect">
              <a:avLst/>
            </a:prstGeom>
          </p:spPr>
          <p:txBody>
            <a:bodyPr anchor="ctr" rtlCol="false" tIns="0" lIns="0" bIns="0" rIns="0"/>
            <a:lstStyle/>
            <a:p>
              <a:pPr algn="l">
                <a:lnSpc>
                  <a:spcPts val="7200"/>
                </a:lnSpc>
              </a:pPr>
              <a:r>
                <a:rPr lang="en-US" sz="6000" b="true">
                  <a:solidFill>
                    <a:srgbClr val="FFFFFF"/>
                  </a:solidFill>
                  <a:latin typeface="Arial Bold"/>
                  <a:ea typeface="Arial Bold"/>
                  <a:cs typeface="Arial Bold"/>
                  <a:sym typeface="Arial Bold"/>
                </a:rPr>
                <a:t>App Screenshots</a:t>
              </a:r>
            </a:p>
          </p:txBody>
        </p:sp>
      </p:grpSp>
      <p:grpSp>
        <p:nvGrpSpPr>
          <p:cNvPr name="Group 11" id="11"/>
          <p:cNvGrpSpPr/>
          <p:nvPr/>
        </p:nvGrpSpPr>
        <p:grpSpPr>
          <a:xfrm rot="0">
            <a:off x="529590" y="2815590"/>
            <a:ext cx="3147060" cy="6804660"/>
            <a:chOff x="0" y="0"/>
            <a:chExt cx="4196080" cy="9072880"/>
          </a:xfrm>
        </p:grpSpPr>
        <p:sp>
          <p:nvSpPr>
            <p:cNvPr name="Freeform 12" id="12"/>
            <p:cNvSpPr/>
            <p:nvPr/>
          </p:nvSpPr>
          <p:spPr>
            <a:xfrm flipH="false" flipV="false" rot="0">
              <a:off x="25400" y="25400"/>
              <a:ext cx="4145280" cy="9022080"/>
            </a:xfrm>
            <a:custGeom>
              <a:avLst/>
              <a:gdLst/>
              <a:ahLst/>
              <a:cxnLst/>
              <a:rect r="r" b="b" t="t" l="l"/>
              <a:pathLst>
                <a:path h="9022080" w="4145280">
                  <a:moveTo>
                    <a:pt x="0" y="0"/>
                  </a:moveTo>
                  <a:lnTo>
                    <a:pt x="4145280" y="0"/>
                  </a:lnTo>
                  <a:lnTo>
                    <a:pt x="4145280" y="9022080"/>
                  </a:lnTo>
                  <a:lnTo>
                    <a:pt x="0" y="9022080"/>
                  </a:lnTo>
                  <a:close/>
                </a:path>
              </a:pathLst>
            </a:custGeom>
            <a:solidFill>
              <a:srgbClr val="1A1A35"/>
            </a:solidFill>
          </p:spPr>
        </p:sp>
        <p:sp>
          <p:nvSpPr>
            <p:cNvPr name="Freeform 13" id="13"/>
            <p:cNvSpPr/>
            <p:nvPr/>
          </p:nvSpPr>
          <p:spPr>
            <a:xfrm flipH="false" flipV="false" rot="0">
              <a:off x="0" y="0"/>
              <a:ext cx="4196080" cy="9072880"/>
            </a:xfrm>
            <a:custGeom>
              <a:avLst/>
              <a:gdLst/>
              <a:ahLst/>
              <a:cxnLst/>
              <a:rect r="r" b="b" t="t" l="l"/>
              <a:pathLst>
                <a:path h="9072880" w="4196080">
                  <a:moveTo>
                    <a:pt x="25400" y="0"/>
                  </a:moveTo>
                  <a:lnTo>
                    <a:pt x="4170680" y="0"/>
                  </a:lnTo>
                  <a:cubicBezTo>
                    <a:pt x="4184650" y="0"/>
                    <a:pt x="4196080" y="11430"/>
                    <a:pt x="4196080" y="25400"/>
                  </a:cubicBezTo>
                  <a:lnTo>
                    <a:pt x="4196080" y="9047480"/>
                  </a:lnTo>
                  <a:cubicBezTo>
                    <a:pt x="4196080" y="9061450"/>
                    <a:pt x="4184650" y="9072880"/>
                    <a:pt x="4170680" y="9072880"/>
                  </a:cubicBezTo>
                  <a:lnTo>
                    <a:pt x="25400" y="9072880"/>
                  </a:lnTo>
                  <a:cubicBezTo>
                    <a:pt x="11430" y="9072880"/>
                    <a:pt x="0" y="9061450"/>
                    <a:pt x="0" y="9047480"/>
                  </a:cubicBezTo>
                  <a:lnTo>
                    <a:pt x="0" y="25400"/>
                  </a:lnTo>
                  <a:cubicBezTo>
                    <a:pt x="0" y="11430"/>
                    <a:pt x="11430" y="0"/>
                    <a:pt x="25400" y="0"/>
                  </a:cubicBezTo>
                  <a:moveTo>
                    <a:pt x="25400" y="50800"/>
                  </a:moveTo>
                  <a:lnTo>
                    <a:pt x="25400" y="25400"/>
                  </a:lnTo>
                  <a:lnTo>
                    <a:pt x="50800" y="25400"/>
                  </a:lnTo>
                  <a:lnTo>
                    <a:pt x="50800" y="9047480"/>
                  </a:lnTo>
                  <a:lnTo>
                    <a:pt x="25400" y="9047480"/>
                  </a:lnTo>
                  <a:lnTo>
                    <a:pt x="25400" y="9022080"/>
                  </a:lnTo>
                  <a:lnTo>
                    <a:pt x="4170680" y="9022080"/>
                  </a:lnTo>
                  <a:lnTo>
                    <a:pt x="4170680" y="9047480"/>
                  </a:lnTo>
                  <a:lnTo>
                    <a:pt x="4145280" y="9047480"/>
                  </a:lnTo>
                  <a:lnTo>
                    <a:pt x="4145280" y="25400"/>
                  </a:lnTo>
                  <a:lnTo>
                    <a:pt x="4170680" y="25400"/>
                  </a:lnTo>
                  <a:lnTo>
                    <a:pt x="4170680" y="50800"/>
                  </a:lnTo>
                  <a:lnTo>
                    <a:pt x="25400" y="50800"/>
                  </a:lnTo>
                  <a:close/>
                </a:path>
              </a:pathLst>
            </a:custGeom>
            <a:solidFill>
              <a:srgbClr val="7C6AF7"/>
            </a:solidFill>
          </p:spPr>
        </p:sp>
      </p:grpSp>
      <p:grpSp>
        <p:nvGrpSpPr>
          <p:cNvPr name="Group 14" id="14"/>
          <p:cNvGrpSpPr/>
          <p:nvPr/>
        </p:nvGrpSpPr>
        <p:grpSpPr>
          <a:xfrm rot="0">
            <a:off x="535943" y="2821943"/>
            <a:ext cx="3134363" cy="848363"/>
            <a:chOff x="0" y="0"/>
            <a:chExt cx="4179151" cy="1131151"/>
          </a:xfrm>
        </p:grpSpPr>
        <p:sp>
          <p:nvSpPr>
            <p:cNvPr name="Freeform 15" id="15"/>
            <p:cNvSpPr/>
            <p:nvPr/>
          </p:nvSpPr>
          <p:spPr>
            <a:xfrm flipH="false" flipV="false" rot="0">
              <a:off x="16891" y="16891"/>
              <a:ext cx="4145280" cy="1097280"/>
            </a:xfrm>
            <a:custGeom>
              <a:avLst/>
              <a:gdLst/>
              <a:ahLst/>
              <a:cxnLst/>
              <a:rect r="r" b="b" t="t" l="l"/>
              <a:pathLst>
                <a:path h="1097280" w="4145280">
                  <a:moveTo>
                    <a:pt x="0" y="0"/>
                  </a:moveTo>
                  <a:lnTo>
                    <a:pt x="4145280" y="0"/>
                  </a:lnTo>
                  <a:lnTo>
                    <a:pt x="4145280" y="1097280"/>
                  </a:lnTo>
                  <a:lnTo>
                    <a:pt x="0" y="1097280"/>
                  </a:lnTo>
                  <a:close/>
                </a:path>
              </a:pathLst>
            </a:custGeom>
            <a:solidFill>
              <a:srgbClr val="7C6AF7">
                <a:alpha val="63922"/>
              </a:srgbClr>
            </a:solidFill>
          </p:spPr>
        </p:sp>
        <p:sp>
          <p:nvSpPr>
            <p:cNvPr name="Freeform 16" id="16"/>
            <p:cNvSpPr/>
            <p:nvPr/>
          </p:nvSpPr>
          <p:spPr>
            <a:xfrm flipH="false" flipV="false" rot="0">
              <a:off x="0" y="0"/>
              <a:ext cx="4179062" cy="1131064"/>
            </a:xfrm>
            <a:custGeom>
              <a:avLst/>
              <a:gdLst/>
              <a:ahLst/>
              <a:cxnLst/>
              <a:rect r="r" b="b" t="t" l="l"/>
              <a:pathLst>
                <a:path h="1131064" w="4179062">
                  <a:moveTo>
                    <a:pt x="16891" y="0"/>
                  </a:moveTo>
                  <a:lnTo>
                    <a:pt x="4162171" y="0"/>
                  </a:lnTo>
                  <a:cubicBezTo>
                    <a:pt x="4171569" y="0"/>
                    <a:pt x="4179062" y="7620"/>
                    <a:pt x="4179062" y="16891"/>
                  </a:cubicBezTo>
                  <a:lnTo>
                    <a:pt x="4179062" y="1114171"/>
                  </a:lnTo>
                  <a:cubicBezTo>
                    <a:pt x="4179062" y="1123569"/>
                    <a:pt x="4171442" y="1131062"/>
                    <a:pt x="416217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4162171" y="1097280"/>
                  </a:lnTo>
                  <a:lnTo>
                    <a:pt x="4162171" y="1114171"/>
                  </a:lnTo>
                  <a:lnTo>
                    <a:pt x="4145280" y="1114171"/>
                  </a:lnTo>
                  <a:lnTo>
                    <a:pt x="4145280" y="16891"/>
                  </a:lnTo>
                  <a:lnTo>
                    <a:pt x="4162171" y="16891"/>
                  </a:lnTo>
                  <a:lnTo>
                    <a:pt x="4162171" y="33909"/>
                  </a:lnTo>
                  <a:lnTo>
                    <a:pt x="16891" y="33909"/>
                  </a:lnTo>
                  <a:close/>
                </a:path>
              </a:pathLst>
            </a:custGeom>
            <a:solidFill>
              <a:srgbClr val="7C6AF7"/>
            </a:solidFill>
          </p:spPr>
        </p:sp>
      </p:grpSp>
      <p:grpSp>
        <p:nvGrpSpPr>
          <p:cNvPr name="Group 17" id="17"/>
          <p:cNvGrpSpPr/>
          <p:nvPr/>
        </p:nvGrpSpPr>
        <p:grpSpPr>
          <a:xfrm rot="0">
            <a:off x="548640" y="2834640"/>
            <a:ext cx="3108960" cy="822960"/>
            <a:chOff x="0" y="0"/>
            <a:chExt cx="4145280" cy="1097280"/>
          </a:xfrm>
        </p:grpSpPr>
        <p:sp>
          <p:nvSpPr>
            <p:cNvPr name="Freeform 18" id="18"/>
            <p:cNvSpPr/>
            <p:nvPr/>
          </p:nvSpPr>
          <p:spPr>
            <a:xfrm flipH="false" flipV="false" rot="0">
              <a:off x="0" y="0"/>
              <a:ext cx="4145280" cy="1097280"/>
            </a:xfrm>
            <a:custGeom>
              <a:avLst/>
              <a:gdLst/>
              <a:ahLst/>
              <a:cxnLst/>
              <a:rect r="r" b="b" t="t" l="l"/>
              <a:pathLst>
                <a:path h="1097280" w="4145280">
                  <a:moveTo>
                    <a:pt x="0" y="0"/>
                  </a:moveTo>
                  <a:lnTo>
                    <a:pt x="4145280" y="0"/>
                  </a:lnTo>
                  <a:lnTo>
                    <a:pt x="4145280" y="1097280"/>
                  </a:lnTo>
                  <a:lnTo>
                    <a:pt x="0" y="1097280"/>
                  </a:lnTo>
                  <a:close/>
                </a:path>
              </a:pathLst>
            </a:custGeom>
            <a:blipFill>
              <a:blip r:embed="rId2">
                <a:alphaModFix amt="0"/>
              </a:blip>
              <a:stretch>
                <a:fillRect l="0" t="-23610" r="0" b="-23610"/>
              </a:stretch>
            </a:blipFill>
          </p:spPr>
        </p:sp>
        <p:sp>
          <p:nvSpPr>
            <p:cNvPr name="TextBox 19" id="19"/>
            <p:cNvSpPr txBox="true"/>
            <p:nvPr/>
          </p:nvSpPr>
          <p:spPr>
            <a:xfrm>
              <a:off x="0" y="-19050"/>
              <a:ext cx="4145280" cy="1116330"/>
            </a:xfrm>
            <a:prstGeom prst="rect">
              <a:avLst/>
            </a:prstGeom>
          </p:spPr>
          <p:txBody>
            <a:bodyPr anchor="ctr" rtlCol="false" tIns="0" lIns="0" bIns="0" rIns="0"/>
            <a:lstStyle/>
            <a:p>
              <a:pPr algn="ctr">
                <a:lnSpc>
                  <a:spcPts val="2160"/>
                </a:lnSpc>
              </a:pPr>
              <a:r>
                <a:rPr lang="en-US" sz="1800" b="true">
                  <a:solidFill>
                    <a:srgbClr val="FFFFFF"/>
                  </a:solidFill>
                  <a:latin typeface="Arial Bold"/>
                  <a:ea typeface="Arial Bold"/>
                  <a:cs typeface="Arial Bold"/>
                  <a:sym typeface="Arial Bold"/>
                </a:rPr>
                <a:t>Dashboard</a:t>
              </a:r>
            </a:p>
          </p:txBody>
        </p:sp>
      </p:grpSp>
      <p:grpSp>
        <p:nvGrpSpPr>
          <p:cNvPr name="Group 20" id="20"/>
          <p:cNvGrpSpPr/>
          <p:nvPr/>
        </p:nvGrpSpPr>
        <p:grpSpPr>
          <a:xfrm rot="0">
            <a:off x="1633223" y="2876807"/>
            <a:ext cx="939803" cy="208283"/>
            <a:chOff x="0" y="0"/>
            <a:chExt cx="1253071" cy="277711"/>
          </a:xfrm>
        </p:grpSpPr>
        <p:sp>
          <p:nvSpPr>
            <p:cNvPr name="Freeform 21" id="21"/>
            <p:cNvSpPr/>
            <p:nvPr/>
          </p:nvSpPr>
          <p:spPr>
            <a:xfrm flipH="false" flipV="false" rot="0">
              <a:off x="16891" y="16891"/>
              <a:ext cx="1219200" cy="243840"/>
            </a:xfrm>
            <a:custGeom>
              <a:avLst/>
              <a:gdLst/>
              <a:ahLst/>
              <a:cxnLst/>
              <a:rect r="r" b="b" t="t" l="l"/>
              <a:pathLst>
                <a:path h="243840" w="1219200">
                  <a:moveTo>
                    <a:pt x="0" y="121920"/>
                  </a:moveTo>
                  <a:cubicBezTo>
                    <a:pt x="0" y="54610"/>
                    <a:pt x="272923" y="0"/>
                    <a:pt x="609600" y="0"/>
                  </a:cubicBezTo>
                  <a:cubicBezTo>
                    <a:pt x="946277" y="0"/>
                    <a:pt x="1219200" y="54610"/>
                    <a:pt x="1219200" y="121920"/>
                  </a:cubicBezTo>
                  <a:cubicBezTo>
                    <a:pt x="1219200" y="189230"/>
                    <a:pt x="946277" y="243840"/>
                    <a:pt x="609600" y="243840"/>
                  </a:cubicBezTo>
                  <a:cubicBezTo>
                    <a:pt x="272923" y="243840"/>
                    <a:pt x="0" y="189230"/>
                    <a:pt x="0" y="121920"/>
                  </a:cubicBezTo>
                  <a:close/>
                </a:path>
              </a:pathLst>
            </a:custGeom>
            <a:solidFill>
              <a:srgbClr val="0D0D1A"/>
            </a:solidFill>
          </p:spPr>
        </p:sp>
        <p:sp>
          <p:nvSpPr>
            <p:cNvPr name="Freeform 22" id="22"/>
            <p:cNvSpPr/>
            <p:nvPr/>
          </p:nvSpPr>
          <p:spPr>
            <a:xfrm flipH="false" flipV="false" rot="0">
              <a:off x="0" y="0"/>
              <a:ext cx="1253109" cy="277622"/>
            </a:xfrm>
            <a:custGeom>
              <a:avLst/>
              <a:gdLst/>
              <a:ahLst/>
              <a:cxnLst/>
              <a:rect r="r" b="b" t="t" l="l"/>
              <a:pathLst>
                <a:path h="277622" w="1253109">
                  <a:moveTo>
                    <a:pt x="0" y="138811"/>
                  </a:moveTo>
                  <a:lnTo>
                    <a:pt x="16891" y="138811"/>
                  </a:lnTo>
                  <a:lnTo>
                    <a:pt x="0" y="138811"/>
                  </a:lnTo>
                  <a:cubicBezTo>
                    <a:pt x="0" y="49784"/>
                    <a:pt x="303530" y="0"/>
                    <a:pt x="626491" y="0"/>
                  </a:cubicBezTo>
                  <a:cubicBezTo>
                    <a:pt x="949452" y="0"/>
                    <a:pt x="1253109" y="49784"/>
                    <a:pt x="1253109" y="138811"/>
                  </a:cubicBezTo>
                  <a:lnTo>
                    <a:pt x="1236091" y="138811"/>
                  </a:lnTo>
                  <a:lnTo>
                    <a:pt x="1252982" y="138811"/>
                  </a:lnTo>
                  <a:cubicBezTo>
                    <a:pt x="1252982" y="227838"/>
                    <a:pt x="949452" y="277622"/>
                    <a:pt x="626491" y="277622"/>
                  </a:cubicBezTo>
                  <a:lnTo>
                    <a:pt x="626491" y="260731"/>
                  </a:lnTo>
                  <a:lnTo>
                    <a:pt x="626491" y="277622"/>
                  </a:lnTo>
                  <a:cubicBezTo>
                    <a:pt x="303530" y="277749"/>
                    <a:pt x="0" y="227838"/>
                    <a:pt x="0" y="138811"/>
                  </a:cubicBezTo>
                  <a:lnTo>
                    <a:pt x="16891" y="138811"/>
                  </a:lnTo>
                  <a:lnTo>
                    <a:pt x="33909" y="138811"/>
                  </a:lnTo>
                  <a:lnTo>
                    <a:pt x="16891" y="138811"/>
                  </a:lnTo>
                  <a:lnTo>
                    <a:pt x="0" y="138811"/>
                  </a:lnTo>
                  <a:moveTo>
                    <a:pt x="33909" y="138811"/>
                  </a:moveTo>
                  <a:cubicBezTo>
                    <a:pt x="33909" y="148209"/>
                    <a:pt x="26289" y="155702"/>
                    <a:pt x="17018" y="155702"/>
                  </a:cubicBezTo>
                  <a:cubicBezTo>
                    <a:pt x="7747" y="155702"/>
                    <a:pt x="0" y="148209"/>
                    <a:pt x="0" y="138811"/>
                  </a:cubicBezTo>
                  <a:cubicBezTo>
                    <a:pt x="0" y="129413"/>
                    <a:pt x="7620" y="121920"/>
                    <a:pt x="16891" y="121920"/>
                  </a:cubicBezTo>
                  <a:cubicBezTo>
                    <a:pt x="26162" y="121920"/>
                    <a:pt x="33782" y="129540"/>
                    <a:pt x="33782" y="138811"/>
                  </a:cubicBezTo>
                  <a:cubicBezTo>
                    <a:pt x="33782" y="184404"/>
                    <a:pt x="276098" y="243840"/>
                    <a:pt x="626491" y="243840"/>
                  </a:cubicBezTo>
                  <a:cubicBezTo>
                    <a:pt x="976884" y="243840"/>
                    <a:pt x="1219200" y="184531"/>
                    <a:pt x="1219200" y="138811"/>
                  </a:cubicBezTo>
                  <a:cubicBezTo>
                    <a:pt x="1219200" y="93218"/>
                    <a:pt x="976884" y="33782"/>
                    <a:pt x="626491" y="33782"/>
                  </a:cubicBezTo>
                  <a:lnTo>
                    <a:pt x="626491" y="16891"/>
                  </a:lnTo>
                  <a:lnTo>
                    <a:pt x="626491" y="33909"/>
                  </a:lnTo>
                  <a:cubicBezTo>
                    <a:pt x="276098" y="33909"/>
                    <a:pt x="33782" y="93218"/>
                    <a:pt x="33782" y="138938"/>
                  </a:cubicBezTo>
                  <a:close/>
                </a:path>
              </a:pathLst>
            </a:custGeom>
            <a:solidFill>
              <a:srgbClr val="0D0D1A"/>
            </a:solidFill>
          </p:spPr>
        </p:sp>
      </p:grpSp>
      <p:grpSp>
        <p:nvGrpSpPr>
          <p:cNvPr name="Group 23" id="23"/>
          <p:cNvGrpSpPr/>
          <p:nvPr/>
        </p:nvGrpSpPr>
        <p:grpSpPr>
          <a:xfrm rot="0">
            <a:off x="727710" y="3836670"/>
            <a:ext cx="2750820" cy="1013460"/>
            <a:chOff x="0" y="0"/>
            <a:chExt cx="3667760" cy="1351280"/>
          </a:xfrm>
        </p:grpSpPr>
        <p:sp>
          <p:nvSpPr>
            <p:cNvPr name="Freeform 24" id="24"/>
            <p:cNvSpPr/>
            <p:nvPr/>
          </p:nvSpPr>
          <p:spPr>
            <a:xfrm flipH="false" flipV="false" rot="0">
              <a:off x="5080" y="5080"/>
              <a:ext cx="3657600" cy="1341120"/>
            </a:xfrm>
            <a:custGeom>
              <a:avLst/>
              <a:gdLst/>
              <a:ahLst/>
              <a:cxnLst/>
              <a:rect r="r" b="b" t="t" l="l"/>
              <a:pathLst>
                <a:path h="1341120" w="3657600">
                  <a:moveTo>
                    <a:pt x="0" y="0"/>
                  </a:moveTo>
                  <a:lnTo>
                    <a:pt x="3657600" y="0"/>
                  </a:lnTo>
                  <a:lnTo>
                    <a:pt x="3657600" y="1341120"/>
                  </a:lnTo>
                  <a:lnTo>
                    <a:pt x="0" y="1341120"/>
                  </a:lnTo>
                  <a:close/>
                </a:path>
              </a:pathLst>
            </a:custGeom>
            <a:solidFill>
              <a:srgbClr val="13132A"/>
            </a:solidFill>
          </p:spPr>
        </p:sp>
        <p:sp>
          <p:nvSpPr>
            <p:cNvPr name="Freeform 25" id="25"/>
            <p:cNvSpPr/>
            <p:nvPr/>
          </p:nvSpPr>
          <p:spPr>
            <a:xfrm flipH="false" flipV="false" rot="0">
              <a:off x="0" y="0"/>
              <a:ext cx="3667760" cy="1351280"/>
            </a:xfrm>
            <a:custGeom>
              <a:avLst/>
              <a:gdLst/>
              <a:ahLst/>
              <a:cxnLst/>
              <a:rect r="r" b="b" t="t" l="l"/>
              <a:pathLst>
                <a:path h="1351280" w="3667760">
                  <a:moveTo>
                    <a:pt x="5080" y="0"/>
                  </a:moveTo>
                  <a:lnTo>
                    <a:pt x="3662680" y="0"/>
                  </a:lnTo>
                  <a:cubicBezTo>
                    <a:pt x="3665474" y="0"/>
                    <a:pt x="3667760" y="2286"/>
                    <a:pt x="3667760" y="5080"/>
                  </a:cubicBezTo>
                  <a:lnTo>
                    <a:pt x="3667760" y="1346200"/>
                  </a:lnTo>
                  <a:cubicBezTo>
                    <a:pt x="3667760" y="1348994"/>
                    <a:pt x="3665474" y="1351280"/>
                    <a:pt x="3662680" y="1351280"/>
                  </a:cubicBezTo>
                  <a:lnTo>
                    <a:pt x="5080" y="1351280"/>
                  </a:lnTo>
                  <a:cubicBezTo>
                    <a:pt x="2286" y="1351280"/>
                    <a:pt x="0" y="1348994"/>
                    <a:pt x="0" y="1346200"/>
                  </a:cubicBezTo>
                  <a:lnTo>
                    <a:pt x="0" y="5080"/>
                  </a:lnTo>
                  <a:cubicBezTo>
                    <a:pt x="0" y="2286"/>
                    <a:pt x="2286" y="0"/>
                    <a:pt x="5080" y="0"/>
                  </a:cubicBezTo>
                  <a:moveTo>
                    <a:pt x="5080" y="10160"/>
                  </a:moveTo>
                  <a:lnTo>
                    <a:pt x="5080" y="5080"/>
                  </a:lnTo>
                  <a:lnTo>
                    <a:pt x="10160" y="5080"/>
                  </a:lnTo>
                  <a:lnTo>
                    <a:pt x="10160" y="1346200"/>
                  </a:lnTo>
                  <a:lnTo>
                    <a:pt x="5080" y="1346200"/>
                  </a:lnTo>
                  <a:lnTo>
                    <a:pt x="5080" y="1341120"/>
                  </a:lnTo>
                  <a:lnTo>
                    <a:pt x="3662680" y="1341120"/>
                  </a:lnTo>
                  <a:lnTo>
                    <a:pt x="3662680" y="1346200"/>
                  </a:lnTo>
                  <a:lnTo>
                    <a:pt x="3657600" y="1346200"/>
                  </a:lnTo>
                  <a:lnTo>
                    <a:pt x="3657600" y="5080"/>
                  </a:lnTo>
                  <a:lnTo>
                    <a:pt x="3662680" y="5080"/>
                  </a:lnTo>
                  <a:lnTo>
                    <a:pt x="3662680" y="10160"/>
                  </a:lnTo>
                  <a:lnTo>
                    <a:pt x="5080" y="10160"/>
                  </a:lnTo>
                  <a:close/>
                </a:path>
              </a:pathLst>
            </a:custGeom>
            <a:solidFill>
              <a:srgbClr val="7C6AF7"/>
            </a:solidFill>
          </p:spPr>
        </p:sp>
      </p:grpSp>
      <p:grpSp>
        <p:nvGrpSpPr>
          <p:cNvPr name="Group 26" id="26"/>
          <p:cNvGrpSpPr/>
          <p:nvPr/>
        </p:nvGrpSpPr>
        <p:grpSpPr>
          <a:xfrm rot="0">
            <a:off x="718823" y="3827783"/>
            <a:ext cx="171707" cy="1031243"/>
            <a:chOff x="0" y="0"/>
            <a:chExt cx="228943" cy="1374991"/>
          </a:xfrm>
        </p:grpSpPr>
        <p:sp>
          <p:nvSpPr>
            <p:cNvPr name="Freeform 27" id="27"/>
            <p:cNvSpPr/>
            <p:nvPr/>
          </p:nvSpPr>
          <p:spPr>
            <a:xfrm flipH="false" flipV="false" rot="0">
              <a:off x="16891" y="16891"/>
              <a:ext cx="195072" cy="1341120"/>
            </a:xfrm>
            <a:custGeom>
              <a:avLst/>
              <a:gdLst/>
              <a:ahLst/>
              <a:cxnLst/>
              <a:rect r="r" b="b" t="t" l="l"/>
              <a:pathLst>
                <a:path h="1341120" w="195072">
                  <a:moveTo>
                    <a:pt x="0" y="0"/>
                  </a:moveTo>
                  <a:lnTo>
                    <a:pt x="195072" y="0"/>
                  </a:lnTo>
                  <a:lnTo>
                    <a:pt x="195072" y="1341120"/>
                  </a:lnTo>
                  <a:lnTo>
                    <a:pt x="0" y="1341120"/>
                  </a:lnTo>
                  <a:close/>
                </a:path>
              </a:pathLst>
            </a:custGeom>
            <a:solidFill>
              <a:srgbClr val="7C6AF7"/>
            </a:solidFill>
          </p:spPr>
        </p:sp>
        <p:sp>
          <p:nvSpPr>
            <p:cNvPr name="Freeform 28" id="28"/>
            <p:cNvSpPr/>
            <p:nvPr/>
          </p:nvSpPr>
          <p:spPr>
            <a:xfrm flipH="false" flipV="false" rot="0">
              <a:off x="0" y="0"/>
              <a:ext cx="228854" cy="1374902"/>
            </a:xfrm>
            <a:custGeom>
              <a:avLst/>
              <a:gdLst/>
              <a:ahLst/>
              <a:cxnLst/>
              <a:rect r="r" b="b" t="t" l="l"/>
              <a:pathLst>
                <a:path h="1374902" w="228854">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7C6AF7"/>
            </a:solidFill>
          </p:spPr>
        </p:sp>
      </p:grpSp>
      <p:grpSp>
        <p:nvGrpSpPr>
          <p:cNvPr name="Group 29" id="29"/>
          <p:cNvGrpSpPr/>
          <p:nvPr/>
        </p:nvGrpSpPr>
        <p:grpSpPr>
          <a:xfrm rot="0">
            <a:off x="950976" y="3840480"/>
            <a:ext cx="2377440" cy="1005840"/>
            <a:chOff x="0" y="0"/>
            <a:chExt cx="3169920" cy="1341120"/>
          </a:xfrm>
        </p:grpSpPr>
        <p:sp>
          <p:nvSpPr>
            <p:cNvPr name="Freeform 30" id="30"/>
            <p:cNvSpPr/>
            <p:nvPr/>
          </p:nvSpPr>
          <p:spPr>
            <a:xfrm flipH="false" flipV="false" rot="0">
              <a:off x="0" y="0"/>
              <a:ext cx="3169920" cy="1341120"/>
            </a:xfrm>
            <a:custGeom>
              <a:avLst/>
              <a:gdLst/>
              <a:ahLst/>
              <a:cxnLst/>
              <a:rect r="r" b="b" t="t" l="l"/>
              <a:pathLst>
                <a:path h="1341120" w="3169920">
                  <a:moveTo>
                    <a:pt x="0" y="0"/>
                  </a:moveTo>
                  <a:lnTo>
                    <a:pt x="3169920" y="0"/>
                  </a:lnTo>
                  <a:lnTo>
                    <a:pt x="3169920" y="1341120"/>
                  </a:lnTo>
                  <a:lnTo>
                    <a:pt x="0" y="1341120"/>
                  </a:lnTo>
                  <a:close/>
                </a:path>
              </a:pathLst>
            </a:custGeom>
            <a:blipFill>
              <a:blip r:embed="rId2">
                <a:alphaModFix amt="0"/>
              </a:blip>
              <a:stretch>
                <a:fillRect l="-4282" t="0" r="-4282" b="0"/>
              </a:stretch>
            </a:blipFill>
          </p:spPr>
        </p:sp>
        <p:sp>
          <p:nvSpPr>
            <p:cNvPr name="TextBox 31" id="31"/>
            <p:cNvSpPr txBox="true"/>
            <p:nvPr/>
          </p:nvSpPr>
          <p:spPr>
            <a:xfrm>
              <a:off x="0" y="-28575"/>
              <a:ext cx="3169920" cy="136969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Stats Overview</a:t>
              </a:r>
            </a:p>
          </p:txBody>
        </p:sp>
      </p:grpSp>
      <p:grpSp>
        <p:nvGrpSpPr>
          <p:cNvPr name="Group 32" id="32"/>
          <p:cNvGrpSpPr/>
          <p:nvPr/>
        </p:nvGrpSpPr>
        <p:grpSpPr>
          <a:xfrm rot="0">
            <a:off x="727710" y="5116830"/>
            <a:ext cx="2750820" cy="1013460"/>
            <a:chOff x="0" y="0"/>
            <a:chExt cx="3667760" cy="1351280"/>
          </a:xfrm>
        </p:grpSpPr>
        <p:sp>
          <p:nvSpPr>
            <p:cNvPr name="Freeform 33" id="33"/>
            <p:cNvSpPr/>
            <p:nvPr/>
          </p:nvSpPr>
          <p:spPr>
            <a:xfrm flipH="false" flipV="false" rot="0">
              <a:off x="5080" y="5080"/>
              <a:ext cx="3657600" cy="1341120"/>
            </a:xfrm>
            <a:custGeom>
              <a:avLst/>
              <a:gdLst/>
              <a:ahLst/>
              <a:cxnLst/>
              <a:rect r="r" b="b" t="t" l="l"/>
              <a:pathLst>
                <a:path h="1341120" w="3657600">
                  <a:moveTo>
                    <a:pt x="0" y="0"/>
                  </a:moveTo>
                  <a:lnTo>
                    <a:pt x="3657600" y="0"/>
                  </a:lnTo>
                  <a:lnTo>
                    <a:pt x="3657600" y="1341120"/>
                  </a:lnTo>
                  <a:lnTo>
                    <a:pt x="0" y="1341120"/>
                  </a:lnTo>
                  <a:close/>
                </a:path>
              </a:pathLst>
            </a:custGeom>
            <a:solidFill>
              <a:srgbClr val="13132A"/>
            </a:solidFill>
          </p:spPr>
        </p:sp>
        <p:sp>
          <p:nvSpPr>
            <p:cNvPr name="Freeform 34" id="34"/>
            <p:cNvSpPr/>
            <p:nvPr/>
          </p:nvSpPr>
          <p:spPr>
            <a:xfrm flipH="false" flipV="false" rot="0">
              <a:off x="0" y="0"/>
              <a:ext cx="3667760" cy="1351280"/>
            </a:xfrm>
            <a:custGeom>
              <a:avLst/>
              <a:gdLst/>
              <a:ahLst/>
              <a:cxnLst/>
              <a:rect r="r" b="b" t="t" l="l"/>
              <a:pathLst>
                <a:path h="1351280" w="3667760">
                  <a:moveTo>
                    <a:pt x="5080" y="0"/>
                  </a:moveTo>
                  <a:lnTo>
                    <a:pt x="3662680" y="0"/>
                  </a:lnTo>
                  <a:cubicBezTo>
                    <a:pt x="3665474" y="0"/>
                    <a:pt x="3667760" y="2286"/>
                    <a:pt x="3667760" y="5080"/>
                  </a:cubicBezTo>
                  <a:lnTo>
                    <a:pt x="3667760" y="1346200"/>
                  </a:lnTo>
                  <a:cubicBezTo>
                    <a:pt x="3667760" y="1348994"/>
                    <a:pt x="3665474" y="1351280"/>
                    <a:pt x="3662680" y="1351280"/>
                  </a:cubicBezTo>
                  <a:lnTo>
                    <a:pt x="5080" y="1351280"/>
                  </a:lnTo>
                  <a:cubicBezTo>
                    <a:pt x="2286" y="1351280"/>
                    <a:pt x="0" y="1348994"/>
                    <a:pt x="0" y="1346200"/>
                  </a:cubicBezTo>
                  <a:lnTo>
                    <a:pt x="0" y="5080"/>
                  </a:lnTo>
                  <a:cubicBezTo>
                    <a:pt x="0" y="2286"/>
                    <a:pt x="2286" y="0"/>
                    <a:pt x="5080" y="0"/>
                  </a:cubicBezTo>
                  <a:moveTo>
                    <a:pt x="5080" y="10160"/>
                  </a:moveTo>
                  <a:lnTo>
                    <a:pt x="5080" y="5080"/>
                  </a:lnTo>
                  <a:lnTo>
                    <a:pt x="10160" y="5080"/>
                  </a:lnTo>
                  <a:lnTo>
                    <a:pt x="10160" y="1346200"/>
                  </a:lnTo>
                  <a:lnTo>
                    <a:pt x="5080" y="1346200"/>
                  </a:lnTo>
                  <a:lnTo>
                    <a:pt x="5080" y="1341120"/>
                  </a:lnTo>
                  <a:lnTo>
                    <a:pt x="3662680" y="1341120"/>
                  </a:lnTo>
                  <a:lnTo>
                    <a:pt x="3662680" y="1346200"/>
                  </a:lnTo>
                  <a:lnTo>
                    <a:pt x="3657600" y="1346200"/>
                  </a:lnTo>
                  <a:lnTo>
                    <a:pt x="3657600" y="5080"/>
                  </a:lnTo>
                  <a:lnTo>
                    <a:pt x="3662680" y="5080"/>
                  </a:lnTo>
                  <a:lnTo>
                    <a:pt x="3662680" y="10160"/>
                  </a:lnTo>
                  <a:lnTo>
                    <a:pt x="5080" y="10160"/>
                  </a:lnTo>
                  <a:close/>
                </a:path>
              </a:pathLst>
            </a:custGeom>
            <a:solidFill>
              <a:srgbClr val="7C6AF7"/>
            </a:solidFill>
          </p:spPr>
        </p:sp>
      </p:grpSp>
      <p:grpSp>
        <p:nvGrpSpPr>
          <p:cNvPr name="Group 35" id="35"/>
          <p:cNvGrpSpPr/>
          <p:nvPr/>
        </p:nvGrpSpPr>
        <p:grpSpPr>
          <a:xfrm rot="0">
            <a:off x="718823" y="5107943"/>
            <a:ext cx="171707" cy="1031243"/>
            <a:chOff x="0" y="0"/>
            <a:chExt cx="228943" cy="1374991"/>
          </a:xfrm>
        </p:grpSpPr>
        <p:sp>
          <p:nvSpPr>
            <p:cNvPr name="Freeform 36" id="36"/>
            <p:cNvSpPr/>
            <p:nvPr/>
          </p:nvSpPr>
          <p:spPr>
            <a:xfrm flipH="false" flipV="false" rot="0">
              <a:off x="16891" y="16891"/>
              <a:ext cx="195072" cy="1341120"/>
            </a:xfrm>
            <a:custGeom>
              <a:avLst/>
              <a:gdLst/>
              <a:ahLst/>
              <a:cxnLst/>
              <a:rect r="r" b="b" t="t" l="l"/>
              <a:pathLst>
                <a:path h="1341120" w="195072">
                  <a:moveTo>
                    <a:pt x="0" y="0"/>
                  </a:moveTo>
                  <a:lnTo>
                    <a:pt x="195072" y="0"/>
                  </a:lnTo>
                  <a:lnTo>
                    <a:pt x="195072" y="1341120"/>
                  </a:lnTo>
                  <a:lnTo>
                    <a:pt x="0" y="1341120"/>
                  </a:lnTo>
                  <a:close/>
                </a:path>
              </a:pathLst>
            </a:custGeom>
            <a:solidFill>
              <a:srgbClr val="7C6AF7"/>
            </a:solidFill>
          </p:spPr>
        </p:sp>
        <p:sp>
          <p:nvSpPr>
            <p:cNvPr name="Freeform 37" id="37"/>
            <p:cNvSpPr/>
            <p:nvPr/>
          </p:nvSpPr>
          <p:spPr>
            <a:xfrm flipH="false" flipV="false" rot="0">
              <a:off x="0" y="0"/>
              <a:ext cx="228854" cy="1374902"/>
            </a:xfrm>
            <a:custGeom>
              <a:avLst/>
              <a:gdLst/>
              <a:ahLst/>
              <a:cxnLst/>
              <a:rect r="r" b="b" t="t" l="l"/>
              <a:pathLst>
                <a:path h="1374902" w="228854">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7C6AF7"/>
            </a:solidFill>
          </p:spPr>
        </p:sp>
      </p:grpSp>
      <p:grpSp>
        <p:nvGrpSpPr>
          <p:cNvPr name="Group 38" id="38"/>
          <p:cNvGrpSpPr/>
          <p:nvPr/>
        </p:nvGrpSpPr>
        <p:grpSpPr>
          <a:xfrm rot="0">
            <a:off x="950976" y="5120640"/>
            <a:ext cx="2377440" cy="1005840"/>
            <a:chOff x="0" y="0"/>
            <a:chExt cx="3169920" cy="1341120"/>
          </a:xfrm>
        </p:grpSpPr>
        <p:sp>
          <p:nvSpPr>
            <p:cNvPr name="Freeform 39" id="39"/>
            <p:cNvSpPr/>
            <p:nvPr/>
          </p:nvSpPr>
          <p:spPr>
            <a:xfrm flipH="false" flipV="false" rot="0">
              <a:off x="0" y="0"/>
              <a:ext cx="3169920" cy="1341120"/>
            </a:xfrm>
            <a:custGeom>
              <a:avLst/>
              <a:gdLst/>
              <a:ahLst/>
              <a:cxnLst/>
              <a:rect r="r" b="b" t="t" l="l"/>
              <a:pathLst>
                <a:path h="1341120" w="3169920">
                  <a:moveTo>
                    <a:pt x="0" y="0"/>
                  </a:moveTo>
                  <a:lnTo>
                    <a:pt x="3169920" y="0"/>
                  </a:lnTo>
                  <a:lnTo>
                    <a:pt x="3169920" y="1341120"/>
                  </a:lnTo>
                  <a:lnTo>
                    <a:pt x="0" y="1341120"/>
                  </a:lnTo>
                  <a:close/>
                </a:path>
              </a:pathLst>
            </a:custGeom>
            <a:blipFill>
              <a:blip r:embed="rId2">
                <a:alphaModFix amt="0"/>
              </a:blip>
              <a:stretch>
                <a:fillRect l="-4282" t="0" r="-4282" b="0"/>
              </a:stretch>
            </a:blipFill>
          </p:spPr>
        </p:sp>
        <p:sp>
          <p:nvSpPr>
            <p:cNvPr name="TextBox 40" id="40"/>
            <p:cNvSpPr txBox="true"/>
            <p:nvPr/>
          </p:nvSpPr>
          <p:spPr>
            <a:xfrm>
              <a:off x="0" y="-28575"/>
              <a:ext cx="3169920" cy="136969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Category Bars</a:t>
              </a:r>
            </a:p>
          </p:txBody>
        </p:sp>
      </p:grpSp>
      <p:grpSp>
        <p:nvGrpSpPr>
          <p:cNvPr name="Group 41" id="41"/>
          <p:cNvGrpSpPr/>
          <p:nvPr/>
        </p:nvGrpSpPr>
        <p:grpSpPr>
          <a:xfrm rot="0">
            <a:off x="727710" y="6396990"/>
            <a:ext cx="2750820" cy="1013460"/>
            <a:chOff x="0" y="0"/>
            <a:chExt cx="3667760" cy="1351280"/>
          </a:xfrm>
        </p:grpSpPr>
        <p:sp>
          <p:nvSpPr>
            <p:cNvPr name="Freeform 42" id="42"/>
            <p:cNvSpPr/>
            <p:nvPr/>
          </p:nvSpPr>
          <p:spPr>
            <a:xfrm flipH="false" flipV="false" rot="0">
              <a:off x="5080" y="5080"/>
              <a:ext cx="3657600" cy="1341120"/>
            </a:xfrm>
            <a:custGeom>
              <a:avLst/>
              <a:gdLst/>
              <a:ahLst/>
              <a:cxnLst/>
              <a:rect r="r" b="b" t="t" l="l"/>
              <a:pathLst>
                <a:path h="1341120" w="3657600">
                  <a:moveTo>
                    <a:pt x="0" y="0"/>
                  </a:moveTo>
                  <a:lnTo>
                    <a:pt x="3657600" y="0"/>
                  </a:lnTo>
                  <a:lnTo>
                    <a:pt x="3657600" y="1341120"/>
                  </a:lnTo>
                  <a:lnTo>
                    <a:pt x="0" y="1341120"/>
                  </a:lnTo>
                  <a:close/>
                </a:path>
              </a:pathLst>
            </a:custGeom>
            <a:solidFill>
              <a:srgbClr val="13132A"/>
            </a:solidFill>
          </p:spPr>
        </p:sp>
        <p:sp>
          <p:nvSpPr>
            <p:cNvPr name="Freeform 43" id="43"/>
            <p:cNvSpPr/>
            <p:nvPr/>
          </p:nvSpPr>
          <p:spPr>
            <a:xfrm flipH="false" flipV="false" rot="0">
              <a:off x="0" y="0"/>
              <a:ext cx="3667760" cy="1351280"/>
            </a:xfrm>
            <a:custGeom>
              <a:avLst/>
              <a:gdLst/>
              <a:ahLst/>
              <a:cxnLst/>
              <a:rect r="r" b="b" t="t" l="l"/>
              <a:pathLst>
                <a:path h="1351280" w="3667760">
                  <a:moveTo>
                    <a:pt x="5080" y="0"/>
                  </a:moveTo>
                  <a:lnTo>
                    <a:pt x="3662680" y="0"/>
                  </a:lnTo>
                  <a:cubicBezTo>
                    <a:pt x="3665474" y="0"/>
                    <a:pt x="3667760" y="2286"/>
                    <a:pt x="3667760" y="5080"/>
                  </a:cubicBezTo>
                  <a:lnTo>
                    <a:pt x="3667760" y="1346200"/>
                  </a:lnTo>
                  <a:cubicBezTo>
                    <a:pt x="3667760" y="1348994"/>
                    <a:pt x="3665474" y="1351280"/>
                    <a:pt x="3662680" y="1351280"/>
                  </a:cubicBezTo>
                  <a:lnTo>
                    <a:pt x="5080" y="1351280"/>
                  </a:lnTo>
                  <a:cubicBezTo>
                    <a:pt x="2286" y="1351280"/>
                    <a:pt x="0" y="1348994"/>
                    <a:pt x="0" y="1346200"/>
                  </a:cubicBezTo>
                  <a:lnTo>
                    <a:pt x="0" y="5080"/>
                  </a:lnTo>
                  <a:cubicBezTo>
                    <a:pt x="0" y="2286"/>
                    <a:pt x="2286" y="0"/>
                    <a:pt x="5080" y="0"/>
                  </a:cubicBezTo>
                  <a:moveTo>
                    <a:pt x="5080" y="10160"/>
                  </a:moveTo>
                  <a:lnTo>
                    <a:pt x="5080" y="5080"/>
                  </a:lnTo>
                  <a:lnTo>
                    <a:pt x="10160" y="5080"/>
                  </a:lnTo>
                  <a:lnTo>
                    <a:pt x="10160" y="1346200"/>
                  </a:lnTo>
                  <a:lnTo>
                    <a:pt x="5080" y="1346200"/>
                  </a:lnTo>
                  <a:lnTo>
                    <a:pt x="5080" y="1341120"/>
                  </a:lnTo>
                  <a:lnTo>
                    <a:pt x="3662680" y="1341120"/>
                  </a:lnTo>
                  <a:lnTo>
                    <a:pt x="3662680" y="1346200"/>
                  </a:lnTo>
                  <a:lnTo>
                    <a:pt x="3657600" y="1346200"/>
                  </a:lnTo>
                  <a:lnTo>
                    <a:pt x="3657600" y="5080"/>
                  </a:lnTo>
                  <a:lnTo>
                    <a:pt x="3662680" y="5080"/>
                  </a:lnTo>
                  <a:lnTo>
                    <a:pt x="3662680" y="10160"/>
                  </a:lnTo>
                  <a:lnTo>
                    <a:pt x="5080" y="10160"/>
                  </a:lnTo>
                  <a:close/>
                </a:path>
              </a:pathLst>
            </a:custGeom>
            <a:solidFill>
              <a:srgbClr val="7C6AF7"/>
            </a:solidFill>
          </p:spPr>
        </p:sp>
      </p:grpSp>
      <p:grpSp>
        <p:nvGrpSpPr>
          <p:cNvPr name="Group 44" id="44"/>
          <p:cNvGrpSpPr/>
          <p:nvPr/>
        </p:nvGrpSpPr>
        <p:grpSpPr>
          <a:xfrm rot="0">
            <a:off x="718823" y="6388103"/>
            <a:ext cx="171707" cy="1031243"/>
            <a:chOff x="0" y="0"/>
            <a:chExt cx="228943" cy="1374991"/>
          </a:xfrm>
        </p:grpSpPr>
        <p:sp>
          <p:nvSpPr>
            <p:cNvPr name="Freeform 45" id="45"/>
            <p:cNvSpPr/>
            <p:nvPr/>
          </p:nvSpPr>
          <p:spPr>
            <a:xfrm flipH="false" flipV="false" rot="0">
              <a:off x="16891" y="16891"/>
              <a:ext cx="195072" cy="1341120"/>
            </a:xfrm>
            <a:custGeom>
              <a:avLst/>
              <a:gdLst/>
              <a:ahLst/>
              <a:cxnLst/>
              <a:rect r="r" b="b" t="t" l="l"/>
              <a:pathLst>
                <a:path h="1341120" w="195072">
                  <a:moveTo>
                    <a:pt x="0" y="0"/>
                  </a:moveTo>
                  <a:lnTo>
                    <a:pt x="195072" y="0"/>
                  </a:lnTo>
                  <a:lnTo>
                    <a:pt x="195072" y="1341120"/>
                  </a:lnTo>
                  <a:lnTo>
                    <a:pt x="0" y="1341120"/>
                  </a:lnTo>
                  <a:close/>
                </a:path>
              </a:pathLst>
            </a:custGeom>
            <a:solidFill>
              <a:srgbClr val="7C6AF7"/>
            </a:solidFill>
          </p:spPr>
        </p:sp>
        <p:sp>
          <p:nvSpPr>
            <p:cNvPr name="Freeform 46" id="46"/>
            <p:cNvSpPr/>
            <p:nvPr/>
          </p:nvSpPr>
          <p:spPr>
            <a:xfrm flipH="false" flipV="false" rot="0">
              <a:off x="0" y="0"/>
              <a:ext cx="228854" cy="1374902"/>
            </a:xfrm>
            <a:custGeom>
              <a:avLst/>
              <a:gdLst/>
              <a:ahLst/>
              <a:cxnLst/>
              <a:rect r="r" b="b" t="t" l="l"/>
              <a:pathLst>
                <a:path h="1374902" w="228854">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7C6AF7"/>
            </a:solidFill>
          </p:spPr>
        </p:sp>
      </p:grpSp>
      <p:grpSp>
        <p:nvGrpSpPr>
          <p:cNvPr name="Group 47" id="47"/>
          <p:cNvGrpSpPr/>
          <p:nvPr/>
        </p:nvGrpSpPr>
        <p:grpSpPr>
          <a:xfrm rot="0">
            <a:off x="950976" y="6400800"/>
            <a:ext cx="2377440" cy="1005840"/>
            <a:chOff x="0" y="0"/>
            <a:chExt cx="3169920" cy="1341120"/>
          </a:xfrm>
        </p:grpSpPr>
        <p:sp>
          <p:nvSpPr>
            <p:cNvPr name="Freeform 48" id="48"/>
            <p:cNvSpPr/>
            <p:nvPr/>
          </p:nvSpPr>
          <p:spPr>
            <a:xfrm flipH="false" flipV="false" rot="0">
              <a:off x="0" y="0"/>
              <a:ext cx="3169920" cy="1341120"/>
            </a:xfrm>
            <a:custGeom>
              <a:avLst/>
              <a:gdLst/>
              <a:ahLst/>
              <a:cxnLst/>
              <a:rect r="r" b="b" t="t" l="l"/>
              <a:pathLst>
                <a:path h="1341120" w="3169920">
                  <a:moveTo>
                    <a:pt x="0" y="0"/>
                  </a:moveTo>
                  <a:lnTo>
                    <a:pt x="3169920" y="0"/>
                  </a:lnTo>
                  <a:lnTo>
                    <a:pt x="3169920" y="1341120"/>
                  </a:lnTo>
                  <a:lnTo>
                    <a:pt x="0" y="1341120"/>
                  </a:lnTo>
                  <a:close/>
                </a:path>
              </a:pathLst>
            </a:custGeom>
            <a:blipFill>
              <a:blip r:embed="rId2">
                <a:alphaModFix amt="0"/>
              </a:blip>
              <a:stretch>
                <a:fillRect l="-4282" t="0" r="-4282" b="0"/>
              </a:stretch>
            </a:blipFill>
          </p:spPr>
        </p:sp>
        <p:sp>
          <p:nvSpPr>
            <p:cNvPr name="TextBox 49" id="49"/>
            <p:cNvSpPr txBox="true"/>
            <p:nvPr/>
          </p:nvSpPr>
          <p:spPr>
            <a:xfrm>
              <a:off x="0" y="-28575"/>
              <a:ext cx="3169920" cy="136969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Recent Items</a:t>
              </a:r>
            </a:p>
          </p:txBody>
        </p:sp>
      </p:grpSp>
      <p:grpSp>
        <p:nvGrpSpPr>
          <p:cNvPr name="Group 50" id="50"/>
          <p:cNvGrpSpPr/>
          <p:nvPr/>
        </p:nvGrpSpPr>
        <p:grpSpPr>
          <a:xfrm rot="0">
            <a:off x="727710" y="7677150"/>
            <a:ext cx="2750820" cy="1013460"/>
            <a:chOff x="0" y="0"/>
            <a:chExt cx="3667760" cy="1351280"/>
          </a:xfrm>
        </p:grpSpPr>
        <p:sp>
          <p:nvSpPr>
            <p:cNvPr name="Freeform 51" id="51"/>
            <p:cNvSpPr/>
            <p:nvPr/>
          </p:nvSpPr>
          <p:spPr>
            <a:xfrm flipH="false" flipV="false" rot="0">
              <a:off x="5080" y="5080"/>
              <a:ext cx="3657600" cy="1341120"/>
            </a:xfrm>
            <a:custGeom>
              <a:avLst/>
              <a:gdLst/>
              <a:ahLst/>
              <a:cxnLst/>
              <a:rect r="r" b="b" t="t" l="l"/>
              <a:pathLst>
                <a:path h="1341120" w="3657600">
                  <a:moveTo>
                    <a:pt x="0" y="0"/>
                  </a:moveTo>
                  <a:lnTo>
                    <a:pt x="3657600" y="0"/>
                  </a:lnTo>
                  <a:lnTo>
                    <a:pt x="3657600" y="1341120"/>
                  </a:lnTo>
                  <a:lnTo>
                    <a:pt x="0" y="1341120"/>
                  </a:lnTo>
                  <a:close/>
                </a:path>
              </a:pathLst>
            </a:custGeom>
            <a:solidFill>
              <a:srgbClr val="13132A"/>
            </a:solidFill>
          </p:spPr>
        </p:sp>
        <p:sp>
          <p:nvSpPr>
            <p:cNvPr name="Freeform 52" id="52"/>
            <p:cNvSpPr/>
            <p:nvPr/>
          </p:nvSpPr>
          <p:spPr>
            <a:xfrm flipH="false" flipV="false" rot="0">
              <a:off x="0" y="0"/>
              <a:ext cx="3667760" cy="1351280"/>
            </a:xfrm>
            <a:custGeom>
              <a:avLst/>
              <a:gdLst/>
              <a:ahLst/>
              <a:cxnLst/>
              <a:rect r="r" b="b" t="t" l="l"/>
              <a:pathLst>
                <a:path h="1351280" w="3667760">
                  <a:moveTo>
                    <a:pt x="5080" y="0"/>
                  </a:moveTo>
                  <a:lnTo>
                    <a:pt x="3662680" y="0"/>
                  </a:lnTo>
                  <a:cubicBezTo>
                    <a:pt x="3665474" y="0"/>
                    <a:pt x="3667760" y="2286"/>
                    <a:pt x="3667760" y="5080"/>
                  </a:cubicBezTo>
                  <a:lnTo>
                    <a:pt x="3667760" y="1346200"/>
                  </a:lnTo>
                  <a:cubicBezTo>
                    <a:pt x="3667760" y="1348994"/>
                    <a:pt x="3665474" y="1351280"/>
                    <a:pt x="3662680" y="1351280"/>
                  </a:cubicBezTo>
                  <a:lnTo>
                    <a:pt x="5080" y="1351280"/>
                  </a:lnTo>
                  <a:cubicBezTo>
                    <a:pt x="2286" y="1351280"/>
                    <a:pt x="0" y="1348994"/>
                    <a:pt x="0" y="1346200"/>
                  </a:cubicBezTo>
                  <a:lnTo>
                    <a:pt x="0" y="5080"/>
                  </a:lnTo>
                  <a:cubicBezTo>
                    <a:pt x="0" y="2286"/>
                    <a:pt x="2286" y="0"/>
                    <a:pt x="5080" y="0"/>
                  </a:cubicBezTo>
                  <a:moveTo>
                    <a:pt x="5080" y="10160"/>
                  </a:moveTo>
                  <a:lnTo>
                    <a:pt x="5080" y="5080"/>
                  </a:lnTo>
                  <a:lnTo>
                    <a:pt x="10160" y="5080"/>
                  </a:lnTo>
                  <a:lnTo>
                    <a:pt x="10160" y="1346200"/>
                  </a:lnTo>
                  <a:lnTo>
                    <a:pt x="5080" y="1346200"/>
                  </a:lnTo>
                  <a:lnTo>
                    <a:pt x="5080" y="1341120"/>
                  </a:lnTo>
                  <a:lnTo>
                    <a:pt x="3662680" y="1341120"/>
                  </a:lnTo>
                  <a:lnTo>
                    <a:pt x="3662680" y="1346200"/>
                  </a:lnTo>
                  <a:lnTo>
                    <a:pt x="3657600" y="1346200"/>
                  </a:lnTo>
                  <a:lnTo>
                    <a:pt x="3657600" y="5080"/>
                  </a:lnTo>
                  <a:lnTo>
                    <a:pt x="3662680" y="5080"/>
                  </a:lnTo>
                  <a:lnTo>
                    <a:pt x="3662680" y="10160"/>
                  </a:lnTo>
                  <a:lnTo>
                    <a:pt x="5080" y="10160"/>
                  </a:lnTo>
                  <a:close/>
                </a:path>
              </a:pathLst>
            </a:custGeom>
            <a:solidFill>
              <a:srgbClr val="7C6AF7"/>
            </a:solidFill>
          </p:spPr>
        </p:sp>
      </p:grpSp>
      <p:grpSp>
        <p:nvGrpSpPr>
          <p:cNvPr name="Group 53" id="53"/>
          <p:cNvGrpSpPr/>
          <p:nvPr/>
        </p:nvGrpSpPr>
        <p:grpSpPr>
          <a:xfrm rot="0">
            <a:off x="718823" y="7668263"/>
            <a:ext cx="171707" cy="1031243"/>
            <a:chOff x="0" y="0"/>
            <a:chExt cx="228943" cy="1374991"/>
          </a:xfrm>
        </p:grpSpPr>
        <p:sp>
          <p:nvSpPr>
            <p:cNvPr name="Freeform 54" id="54"/>
            <p:cNvSpPr/>
            <p:nvPr/>
          </p:nvSpPr>
          <p:spPr>
            <a:xfrm flipH="false" flipV="false" rot="0">
              <a:off x="16891" y="16891"/>
              <a:ext cx="195072" cy="1341120"/>
            </a:xfrm>
            <a:custGeom>
              <a:avLst/>
              <a:gdLst/>
              <a:ahLst/>
              <a:cxnLst/>
              <a:rect r="r" b="b" t="t" l="l"/>
              <a:pathLst>
                <a:path h="1341120" w="195072">
                  <a:moveTo>
                    <a:pt x="0" y="0"/>
                  </a:moveTo>
                  <a:lnTo>
                    <a:pt x="195072" y="0"/>
                  </a:lnTo>
                  <a:lnTo>
                    <a:pt x="195072" y="1341120"/>
                  </a:lnTo>
                  <a:lnTo>
                    <a:pt x="0" y="1341120"/>
                  </a:lnTo>
                  <a:close/>
                </a:path>
              </a:pathLst>
            </a:custGeom>
            <a:solidFill>
              <a:srgbClr val="7C6AF7"/>
            </a:solidFill>
          </p:spPr>
        </p:sp>
        <p:sp>
          <p:nvSpPr>
            <p:cNvPr name="Freeform 55" id="55"/>
            <p:cNvSpPr/>
            <p:nvPr/>
          </p:nvSpPr>
          <p:spPr>
            <a:xfrm flipH="false" flipV="false" rot="0">
              <a:off x="0" y="0"/>
              <a:ext cx="228854" cy="1374902"/>
            </a:xfrm>
            <a:custGeom>
              <a:avLst/>
              <a:gdLst/>
              <a:ahLst/>
              <a:cxnLst/>
              <a:rect r="r" b="b" t="t" l="l"/>
              <a:pathLst>
                <a:path h="1374902" w="228854">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7C6AF7"/>
            </a:solidFill>
          </p:spPr>
        </p:sp>
      </p:grpSp>
      <p:grpSp>
        <p:nvGrpSpPr>
          <p:cNvPr name="Group 56" id="56"/>
          <p:cNvGrpSpPr/>
          <p:nvPr/>
        </p:nvGrpSpPr>
        <p:grpSpPr>
          <a:xfrm rot="0">
            <a:off x="950976" y="7680960"/>
            <a:ext cx="2377440" cy="1005840"/>
            <a:chOff x="0" y="0"/>
            <a:chExt cx="3169920" cy="1341120"/>
          </a:xfrm>
        </p:grpSpPr>
        <p:sp>
          <p:nvSpPr>
            <p:cNvPr name="Freeform 57" id="57"/>
            <p:cNvSpPr/>
            <p:nvPr/>
          </p:nvSpPr>
          <p:spPr>
            <a:xfrm flipH="false" flipV="false" rot="0">
              <a:off x="0" y="0"/>
              <a:ext cx="3169920" cy="1341120"/>
            </a:xfrm>
            <a:custGeom>
              <a:avLst/>
              <a:gdLst/>
              <a:ahLst/>
              <a:cxnLst/>
              <a:rect r="r" b="b" t="t" l="l"/>
              <a:pathLst>
                <a:path h="1341120" w="3169920">
                  <a:moveTo>
                    <a:pt x="0" y="0"/>
                  </a:moveTo>
                  <a:lnTo>
                    <a:pt x="3169920" y="0"/>
                  </a:lnTo>
                  <a:lnTo>
                    <a:pt x="3169920" y="1341120"/>
                  </a:lnTo>
                  <a:lnTo>
                    <a:pt x="0" y="1341120"/>
                  </a:lnTo>
                  <a:close/>
                </a:path>
              </a:pathLst>
            </a:custGeom>
            <a:blipFill>
              <a:blip r:embed="rId2">
                <a:alphaModFix amt="0"/>
              </a:blip>
              <a:stretch>
                <a:fillRect l="-4282" t="0" r="-4282" b="0"/>
              </a:stretch>
            </a:blipFill>
          </p:spPr>
        </p:sp>
        <p:sp>
          <p:nvSpPr>
            <p:cNvPr name="TextBox 58" id="58"/>
            <p:cNvSpPr txBox="true"/>
            <p:nvPr/>
          </p:nvSpPr>
          <p:spPr>
            <a:xfrm>
              <a:off x="0" y="-28575"/>
              <a:ext cx="3169920" cy="136969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Avg Rating</a:t>
              </a:r>
            </a:p>
          </p:txBody>
        </p:sp>
      </p:grpSp>
      <p:grpSp>
        <p:nvGrpSpPr>
          <p:cNvPr name="Group 59" id="59"/>
          <p:cNvGrpSpPr/>
          <p:nvPr/>
        </p:nvGrpSpPr>
        <p:grpSpPr>
          <a:xfrm rot="0">
            <a:off x="1639567" y="9320527"/>
            <a:ext cx="927097" cy="195577"/>
            <a:chOff x="0" y="0"/>
            <a:chExt cx="1236129" cy="260769"/>
          </a:xfrm>
        </p:grpSpPr>
        <p:sp>
          <p:nvSpPr>
            <p:cNvPr name="Freeform 60" id="60"/>
            <p:cNvSpPr/>
            <p:nvPr/>
          </p:nvSpPr>
          <p:spPr>
            <a:xfrm flipH="false" flipV="false" rot="0">
              <a:off x="8509" y="8509"/>
              <a:ext cx="1219200" cy="243840"/>
            </a:xfrm>
            <a:custGeom>
              <a:avLst/>
              <a:gdLst/>
              <a:ahLst/>
              <a:cxnLst/>
              <a:rect r="r" b="b" t="t" l="l"/>
              <a:pathLst>
                <a:path h="243840" w="1219200">
                  <a:moveTo>
                    <a:pt x="0" y="121920"/>
                  </a:moveTo>
                  <a:cubicBezTo>
                    <a:pt x="0" y="54610"/>
                    <a:pt x="272923" y="0"/>
                    <a:pt x="609600" y="0"/>
                  </a:cubicBezTo>
                  <a:cubicBezTo>
                    <a:pt x="946277" y="0"/>
                    <a:pt x="1219200" y="54610"/>
                    <a:pt x="1219200" y="121920"/>
                  </a:cubicBezTo>
                  <a:cubicBezTo>
                    <a:pt x="1219200" y="189230"/>
                    <a:pt x="946277" y="243840"/>
                    <a:pt x="609600" y="243840"/>
                  </a:cubicBezTo>
                  <a:cubicBezTo>
                    <a:pt x="272923" y="243840"/>
                    <a:pt x="0" y="189230"/>
                    <a:pt x="0" y="121920"/>
                  </a:cubicBezTo>
                  <a:close/>
                </a:path>
              </a:pathLst>
            </a:custGeom>
            <a:solidFill>
              <a:srgbClr val="7C6AF7">
                <a:alpha val="24706"/>
              </a:srgbClr>
            </a:solidFill>
          </p:spPr>
        </p:sp>
        <p:sp>
          <p:nvSpPr>
            <p:cNvPr name="Freeform 61" id="61"/>
            <p:cNvSpPr/>
            <p:nvPr/>
          </p:nvSpPr>
          <p:spPr>
            <a:xfrm flipH="false" flipV="false" rot="0">
              <a:off x="0" y="0"/>
              <a:ext cx="1236091" cy="260858"/>
            </a:xfrm>
            <a:custGeom>
              <a:avLst/>
              <a:gdLst/>
              <a:ahLst/>
              <a:cxnLst/>
              <a:rect r="r" b="b" t="t" l="l"/>
              <a:pathLst>
                <a:path h="260858" w="1236091">
                  <a:moveTo>
                    <a:pt x="0" y="130429"/>
                  </a:moveTo>
                  <a:lnTo>
                    <a:pt x="8509" y="130429"/>
                  </a:lnTo>
                  <a:lnTo>
                    <a:pt x="0" y="130429"/>
                  </a:lnTo>
                  <a:cubicBezTo>
                    <a:pt x="0" y="52197"/>
                    <a:pt x="288290" y="0"/>
                    <a:pt x="618109" y="0"/>
                  </a:cubicBezTo>
                  <a:cubicBezTo>
                    <a:pt x="947928" y="0"/>
                    <a:pt x="1236091" y="52197"/>
                    <a:pt x="1236091" y="130429"/>
                  </a:cubicBezTo>
                  <a:lnTo>
                    <a:pt x="1227582" y="130429"/>
                  </a:lnTo>
                  <a:lnTo>
                    <a:pt x="1236091" y="130429"/>
                  </a:lnTo>
                  <a:cubicBezTo>
                    <a:pt x="1236091" y="208661"/>
                    <a:pt x="947801" y="260858"/>
                    <a:pt x="617982" y="260858"/>
                  </a:cubicBezTo>
                  <a:lnTo>
                    <a:pt x="617982" y="252349"/>
                  </a:lnTo>
                  <a:lnTo>
                    <a:pt x="617982" y="260858"/>
                  </a:lnTo>
                  <a:cubicBezTo>
                    <a:pt x="288290" y="260731"/>
                    <a:pt x="0" y="208534"/>
                    <a:pt x="0" y="130429"/>
                  </a:cubicBezTo>
                  <a:lnTo>
                    <a:pt x="8509" y="130429"/>
                  </a:lnTo>
                  <a:lnTo>
                    <a:pt x="17018" y="130429"/>
                  </a:lnTo>
                  <a:lnTo>
                    <a:pt x="8509" y="130429"/>
                  </a:lnTo>
                  <a:lnTo>
                    <a:pt x="0" y="130429"/>
                  </a:lnTo>
                  <a:moveTo>
                    <a:pt x="16891" y="130429"/>
                  </a:moveTo>
                  <a:cubicBezTo>
                    <a:pt x="16891" y="135128"/>
                    <a:pt x="13081" y="138938"/>
                    <a:pt x="8382" y="138938"/>
                  </a:cubicBezTo>
                  <a:cubicBezTo>
                    <a:pt x="3683" y="138938"/>
                    <a:pt x="0" y="135001"/>
                    <a:pt x="0" y="130429"/>
                  </a:cubicBezTo>
                  <a:cubicBezTo>
                    <a:pt x="0" y="125857"/>
                    <a:pt x="3810" y="121920"/>
                    <a:pt x="8509" y="121920"/>
                  </a:cubicBezTo>
                  <a:cubicBezTo>
                    <a:pt x="13208" y="121920"/>
                    <a:pt x="17018" y="125730"/>
                    <a:pt x="17018" y="130429"/>
                  </a:cubicBezTo>
                  <a:cubicBezTo>
                    <a:pt x="17018" y="186944"/>
                    <a:pt x="274574" y="243840"/>
                    <a:pt x="618109" y="243840"/>
                  </a:cubicBezTo>
                  <a:cubicBezTo>
                    <a:pt x="961644" y="243840"/>
                    <a:pt x="1219200" y="186817"/>
                    <a:pt x="1219200" y="130429"/>
                  </a:cubicBezTo>
                  <a:cubicBezTo>
                    <a:pt x="1219200" y="73914"/>
                    <a:pt x="961644" y="17018"/>
                    <a:pt x="618109" y="17018"/>
                  </a:cubicBezTo>
                  <a:lnTo>
                    <a:pt x="618109" y="8509"/>
                  </a:lnTo>
                  <a:lnTo>
                    <a:pt x="618109" y="17018"/>
                  </a:lnTo>
                  <a:cubicBezTo>
                    <a:pt x="274574" y="17018"/>
                    <a:pt x="17018" y="74041"/>
                    <a:pt x="17018" y="130429"/>
                  </a:cubicBezTo>
                  <a:close/>
                </a:path>
              </a:pathLst>
            </a:custGeom>
            <a:solidFill>
              <a:srgbClr val="7C6AF7"/>
            </a:solidFill>
          </p:spPr>
        </p:sp>
      </p:grpSp>
      <p:grpSp>
        <p:nvGrpSpPr>
          <p:cNvPr name="Group 62" id="62"/>
          <p:cNvGrpSpPr/>
          <p:nvPr/>
        </p:nvGrpSpPr>
        <p:grpSpPr>
          <a:xfrm rot="0">
            <a:off x="4004310" y="2815590"/>
            <a:ext cx="3147060" cy="6804660"/>
            <a:chOff x="0" y="0"/>
            <a:chExt cx="4196080" cy="9072880"/>
          </a:xfrm>
        </p:grpSpPr>
        <p:sp>
          <p:nvSpPr>
            <p:cNvPr name="Freeform 63" id="63"/>
            <p:cNvSpPr/>
            <p:nvPr/>
          </p:nvSpPr>
          <p:spPr>
            <a:xfrm flipH="false" flipV="false" rot="0">
              <a:off x="25400" y="25400"/>
              <a:ext cx="4145280" cy="9022080"/>
            </a:xfrm>
            <a:custGeom>
              <a:avLst/>
              <a:gdLst/>
              <a:ahLst/>
              <a:cxnLst/>
              <a:rect r="r" b="b" t="t" l="l"/>
              <a:pathLst>
                <a:path h="9022080" w="4145280">
                  <a:moveTo>
                    <a:pt x="0" y="0"/>
                  </a:moveTo>
                  <a:lnTo>
                    <a:pt x="4145280" y="0"/>
                  </a:lnTo>
                  <a:lnTo>
                    <a:pt x="4145280" y="9022080"/>
                  </a:lnTo>
                  <a:lnTo>
                    <a:pt x="0" y="9022080"/>
                  </a:lnTo>
                  <a:close/>
                </a:path>
              </a:pathLst>
            </a:custGeom>
            <a:solidFill>
              <a:srgbClr val="1A1A35"/>
            </a:solidFill>
          </p:spPr>
        </p:sp>
        <p:sp>
          <p:nvSpPr>
            <p:cNvPr name="Freeform 64" id="64"/>
            <p:cNvSpPr/>
            <p:nvPr/>
          </p:nvSpPr>
          <p:spPr>
            <a:xfrm flipH="false" flipV="false" rot="0">
              <a:off x="0" y="0"/>
              <a:ext cx="4196080" cy="9072880"/>
            </a:xfrm>
            <a:custGeom>
              <a:avLst/>
              <a:gdLst/>
              <a:ahLst/>
              <a:cxnLst/>
              <a:rect r="r" b="b" t="t" l="l"/>
              <a:pathLst>
                <a:path h="9072880" w="4196080">
                  <a:moveTo>
                    <a:pt x="25400" y="0"/>
                  </a:moveTo>
                  <a:lnTo>
                    <a:pt x="4170680" y="0"/>
                  </a:lnTo>
                  <a:cubicBezTo>
                    <a:pt x="4184650" y="0"/>
                    <a:pt x="4196080" y="11430"/>
                    <a:pt x="4196080" y="25400"/>
                  </a:cubicBezTo>
                  <a:lnTo>
                    <a:pt x="4196080" y="9047480"/>
                  </a:lnTo>
                  <a:cubicBezTo>
                    <a:pt x="4196080" y="9061450"/>
                    <a:pt x="4184650" y="9072880"/>
                    <a:pt x="4170680" y="9072880"/>
                  </a:cubicBezTo>
                  <a:lnTo>
                    <a:pt x="25400" y="9072880"/>
                  </a:lnTo>
                  <a:cubicBezTo>
                    <a:pt x="11430" y="9072880"/>
                    <a:pt x="0" y="9061450"/>
                    <a:pt x="0" y="9047480"/>
                  </a:cubicBezTo>
                  <a:lnTo>
                    <a:pt x="0" y="25400"/>
                  </a:lnTo>
                  <a:cubicBezTo>
                    <a:pt x="0" y="11430"/>
                    <a:pt x="11430" y="0"/>
                    <a:pt x="25400" y="0"/>
                  </a:cubicBezTo>
                  <a:moveTo>
                    <a:pt x="25400" y="50800"/>
                  </a:moveTo>
                  <a:lnTo>
                    <a:pt x="25400" y="25400"/>
                  </a:lnTo>
                  <a:lnTo>
                    <a:pt x="50800" y="25400"/>
                  </a:lnTo>
                  <a:lnTo>
                    <a:pt x="50800" y="9047480"/>
                  </a:lnTo>
                  <a:lnTo>
                    <a:pt x="25400" y="9047480"/>
                  </a:lnTo>
                  <a:lnTo>
                    <a:pt x="25400" y="9022080"/>
                  </a:lnTo>
                  <a:lnTo>
                    <a:pt x="4170680" y="9022080"/>
                  </a:lnTo>
                  <a:lnTo>
                    <a:pt x="4170680" y="9047480"/>
                  </a:lnTo>
                  <a:lnTo>
                    <a:pt x="4145280" y="9047480"/>
                  </a:lnTo>
                  <a:lnTo>
                    <a:pt x="4145280" y="25400"/>
                  </a:lnTo>
                  <a:lnTo>
                    <a:pt x="4170680" y="25400"/>
                  </a:lnTo>
                  <a:lnTo>
                    <a:pt x="4170680" y="50800"/>
                  </a:lnTo>
                  <a:lnTo>
                    <a:pt x="25400" y="50800"/>
                  </a:lnTo>
                  <a:close/>
                </a:path>
              </a:pathLst>
            </a:custGeom>
            <a:solidFill>
              <a:srgbClr val="F76A6A"/>
            </a:solidFill>
          </p:spPr>
        </p:sp>
      </p:grpSp>
      <p:grpSp>
        <p:nvGrpSpPr>
          <p:cNvPr name="Group 65" id="65"/>
          <p:cNvGrpSpPr/>
          <p:nvPr/>
        </p:nvGrpSpPr>
        <p:grpSpPr>
          <a:xfrm rot="0">
            <a:off x="4010663" y="2821943"/>
            <a:ext cx="3134363" cy="848363"/>
            <a:chOff x="0" y="0"/>
            <a:chExt cx="4179151" cy="1131151"/>
          </a:xfrm>
        </p:grpSpPr>
        <p:sp>
          <p:nvSpPr>
            <p:cNvPr name="Freeform 66" id="66"/>
            <p:cNvSpPr/>
            <p:nvPr/>
          </p:nvSpPr>
          <p:spPr>
            <a:xfrm flipH="false" flipV="false" rot="0">
              <a:off x="16891" y="16891"/>
              <a:ext cx="4145280" cy="1097280"/>
            </a:xfrm>
            <a:custGeom>
              <a:avLst/>
              <a:gdLst/>
              <a:ahLst/>
              <a:cxnLst/>
              <a:rect r="r" b="b" t="t" l="l"/>
              <a:pathLst>
                <a:path h="1097280" w="4145280">
                  <a:moveTo>
                    <a:pt x="0" y="0"/>
                  </a:moveTo>
                  <a:lnTo>
                    <a:pt x="4145280" y="0"/>
                  </a:lnTo>
                  <a:lnTo>
                    <a:pt x="4145280" y="1097280"/>
                  </a:lnTo>
                  <a:lnTo>
                    <a:pt x="0" y="1097280"/>
                  </a:lnTo>
                  <a:close/>
                </a:path>
              </a:pathLst>
            </a:custGeom>
            <a:solidFill>
              <a:srgbClr val="F76A6A">
                <a:alpha val="63922"/>
              </a:srgbClr>
            </a:solidFill>
          </p:spPr>
        </p:sp>
        <p:sp>
          <p:nvSpPr>
            <p:cNvPr name="Freeform 67" id="67"/>
            <p:cNvSpPr/>
            <p:nvPr/>
          </p:nvSpPr>
          <p:spPr>
            <a:xfrm flipH="false" flipV="false" rot="0">
              <a:off x="0" y="0"/>
              <a:ext cx="4179062" cy="1131064"/>
            </a:xfrm>
            <a:custGeom>
              <a:avLst/>
              <a:gdLst/>
              <a:ahLst/>
              <a:cxnLst/>
              <a:rect r="r" b="b" t="t" l="l"/>
              <a:pathLst>
                <a:path h="1131064" w="4179062">
                  <a:moveTo>
                    <a:pt x="16891" y="0"/>
                  </a:moveTo>
                  <a:lnTo>
                    <a:pt x="4162171" y="0"/>
                  </a:lnTo>
                  <a:cubicBezTo>
                    <a:pt x="4171569" y="0"/>
                    <a:pt x="4179062" y="7620"/>
                    <a:pt x="4179062" y="16891"/>
                  </a:cubicBezTo>
                  <a:lnTo>
                    <a:pt x="4179062" y="1114171"/>
                  </a:lnTo>
                  <a:cubicBezTo>
                    <a:pt x="4179062" y="1123569"/>
                    <a:pt x="4171442" y="1131062"/>
                    <a:pt x="416217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4162171" y="1097280"/>
                  </a:lnTo>
                  <a:lnTo>
                    <a:pt x="4162171" y="1114171"/>
                  </a:lnTo>
                  <a:lnTo>
                    <a:pt x="4145280" y="1114171"/>
                  </a:lnTo>
                  <a:lnTo>
                    <a:pt x="4145280" y="16891"/>
                  </a:lnTo>
                  <a:lnTo>
                    <a:pt x="4162171" y="16891"/>
                  </a:lnTo>
                  <a:lnTo>
                    <a:pt x="4162171" y="33909"/>
                  </a:lnTo>
                  <a:lnTo>
                    <a:pt x="16891" y="33909"/>
                  </a:lnTo>
                  <a:close/>
                </a:path>
              </a:pathLst>
            </a:custGeom>
            <a:solidFill>
              <a:srgbClr val="F76A6A"/>
            </a:solidFill>
          </p:spPr>
        </p:sp>
      </p:grpSp>
      <p:grpSp>
        <p:nvGrpSpPr>
          <p:cNvPr name="Group 68" id="68"/>
          <p:cNvGrpSpPr/>
          <p:nvPr/>
        </p:nvGrpSpPr>
        <p:grpSpPr>
          <a:xfrm rot="0">
            <a:off x="4023360" y="2834640"/>
            <a:ext cx="3108960" cy="822960"/>
            <a:chOff x="0" y="0"/>
            <a:chExt cx="4145280" cy="1097280"/>
          </a:xfrm>
        </p:grpSpPr>
        <p:sp>
          <p:nvSpPr>
            <p:cNvPr name="Freeform 69" id="69"/>
            <p:cNvSpPr/>
            <p:nvPr/>
          </p:nvSpPr>
          <p:spPr>
            <a:xfrm flipH="false" flipV="false" rot="0">
              <a:off x="0" y="0"/>
              <a:ext cx="4145280" cy="1097280"/>
            </a:xfrm>
            <a:custGeom>
              <a:avLst/>
              <a:gdLst/>
              <a:ahLst/>
              <a:cxnLst/>
              <a:rect r="r" b="b" t="t" l="l"/>
              <a:pathLst>
                <a:path h="1097280" w="4145280">
                  <a:moveTo>
                    <a:pt x="0" y="0"/>
                  </a:moveTo>
                  <a:lnTo>
                    <a:pt x="4145280" y="0"/>
                  </a:lnTo>
                  <a:lnTo>
                    <a:pt x="4145280" y="1097280"/>
                  </a:lnTo>
                  <a:lnTo>
                    <a:pt x="0" y="1097280"/>
                  </a:lnTo>
                  <a:close/>
                </a:path>
              </a:pathLst>
            </a:custGeom>
            <a:blipFill>
              <a:blip r:embed="rId2">
                <a:alphaModFix amt="0"/>
              </a:blip>
              <a:stretch>
                <a:fillRect l="0" t="-23610" r="0" b="-23610"/>
              </a:stretch>
            </a:blipFill>
          </p:spPr>
        </p:sp>
        <p:sp>
          <p:nvSpPr>
            <p:cNvPr name="TextBox 70" id="70"/>
            <p:cNvSpPr txBox="true"/>
            <p:nvPr/>
          </p:nvSpPr>
          <p:spPr>
            <a:xfrm>
              <a:off x="0" y="-19050"/>
              <a:ext cx="4145280" cy="1116330"/>
            </a:xfrm>
            <a:prstGeom prst="rect">
              <a:avLst/>
            </a:prstGeom>
          </p:spPr>
          <p:txBody>
            <a:bodyPr anchor="ctr" rtlCol="false" tIns="0" lIns="0" bIns="0" rIns="0"/>
            <a:lstStyle/>
            <a:p>
              <a:pPr algn="ctr">
                <a:lnSpc>
                  <a:spcPts val="2160"/>
                </a:lnSpc>
              </a:pPr>
              <a:r>
                <a:rPr lang="en-US" sz="1800" b="true">
                  <a:solidFill>
                    <a:srgbClr val="FFFFFF"/>
                  </a:solidFill>
                  <a:latin typeface="Arial Bold"/>
                  <a:ea typeface="Arial Bold"/>
                  <a:cs typeface="Arial Bold"/>
                  <a:sym typeface="Arial Bold"/>
                </a:rPr>
                <a:t>Browse Page</a:t>
              </a:r>
            </a:p>
          </p:txBody>
        </p:sp>
      </p:grpSp>
      <p:grpSp>
        <p:nvGrpSpPr>
          <p:cNvPr name="Group 71" id="71"/>
          <p:cNvGrpSpPr/>
          <p:nvPr/>
        </p:nvGrpSpPr>
        <p:grpSpPr>
          <a:xfrm rot="0">
            <a:off x="5107943" y="2876807"/>
            <a:ext cx="939803" cy="208283"/>
            <a:chOff x="0" y="0"/>
            <a:chExt cx="1253071" cy="277711"/>
          </a:xfrm>
        </p:grpSpPr>
        <p:sp>
          <p:nvSpPr>
            <p:cNvPr name="Freeform 72" id="72"/>
            <p:cNvSpPr/>
            <p:nvPr/>
          </p:nvSpPr>
          <p:spPr>
            <a:xfrm flipH="false" flipV="false" rot="0">
              <a:off x="16891" y="16891"/>
              <a:ext cx="1219200" cy="243840"/>
            </a:xfrm>
            <a:custGeom>
              <a:avLst/>
              <a:gdLst/>
              <a:ahLst/>
              <a:cxnLst/>
              <a:rect r="r" b="b" t="t" l="l"/>
              <a:pathLst>
                <a:path h="243840" w="1219200">
                  <a:moveTo>
                    <a:pt x="0" y="121920"/>
                  </a:moveTo>
                  <a:cubicBezTo>
                    <a:pt x="0" y="54610"/>
                    <a:pt x="272923" y="0"/>
                    <a:pt x="609600" y="0"/>
                  </a:cubicBezTo>
                  <a:cubicBezTo>
                    <a:pt x="946277" y="0"/>
                    <a:pt x="1219200" y="54610"/>
                    <a:pt x="1219200" y="121920"/>
                  </a:cubicBezTo>
                  <a:cubicBezTo>
                    <a:pt x="1219200" y="189230"/>
                    <a:pt x="946277" y="243840"/>
                    <a:pt x="609600" y="243840"/>
                  </a:cubicBezTo>
                  <a:cubicBezTo>
                    <a:pt x="272923" y="243840"/>
                    <a:pt x="0" y="189230"/>
                    <a:pt x="0" y="121920"/>
                  </a:cubicBezTo>
                  <a:close/>
                </a:path>
              </a:pathLst>
            </a:custGeom>
            <a:solidFill>
              <a:srgbClr val="0D0D1A"/>
            </a:solidFill>
          </p:spPr>
        </p:sp>
        <p:sp>
          <p:nvSpPr>
            <p:cNvPr name="Freeform 73" id="73"/>
            <p:cNvSpPr/>
            <p:nvPr/>
          </p:nvSpPr>
          <p:spPr>
            <a:xfrm flipH="false" flipV="false" rot="0">
              <a:off x="0" y="0"/>
              <a:ext cx="1253109" cy="277622"/>
            </a:xfrm>
            <a:custGeom>
              <a:avLst/>
              <a:gdLst/>
              <a:ahLst/>
              <a:cxnLst/>
              <a:rect r="r" b="b" t="t" l="l"/>
              <a:pathLst>
                <a:path h="277622" w="1253109">
                  <a:moveTo>
                    <a:pt x="0" y="138811"/>
                  </a:moveTo>
                  <a:lnTo>
                    <a:pt x="16891" y="138811"/>
                  </a:lnTo>
                  <a:lnTo>
                    <a:pt x="0" y="138811"/>
                  </a:lnTo>
                  <a:cubicBezTo>
                    <a:pt x="0" y="49784"/>
                    <a:pt x="303530" y="0"/>
                    <a:pt x="626491" y="0"/>
                  </a:cubicBezTo>
                  <a:cubicBezTo>
                    <a:pt x="949452" y="0"/>
                    <a:pt x="1253109" y="49784"/>
                    <a:pt x="1253109" y="138811"/>
                  </a:cubicBezTo>
                  <a:lnTo>
                    <a:pt x="1236091" y="138811"/>
                  </a:lnTo>
                  <a:lnTo>
                    <a:pt x="1252982" y="138811"/>
                  </a:lnTo>
                  <a:cubicBezTo>
                    <a:pt x="1252982" y="227838"/>
                    <a:pt x="949452" y="277622"/>
                    <a:pt x="626491" y="277622"/>
                  </a:cubicBezTo>
                  <a:lnTo>
                    <a:pt x="626491" y="260731"/>
                  </a:lnTo>
                  <a:lnTo>
                    <a:pt x="626491" y="277622"/>
                  </a:lnTo>
                  <a:cubicBezTo>
                    <a:pt x="303530" y="277749"/>
                    <a:pt x="0" y="227838"/>
                    <a:pt x="0" y="138811"/>
                  </a:cubicBezTo>
                  <a:lnTo>
                    <a:pt x="16891" y="138811"/>
                  </a:lnTo>
                  <a:lnTo>
                    <a:pt x="33909" y="138811"/>
                  </a:lnTo>
                  <a:lnTo>
                    <a:pt x="16891" y="138811"/>
                  </a:lnTo>
                  <a:lnTo>
                    <a:pt x="0" y="138811"/>
                  </a:lnTo>
                  <a:moveTo>
                    <a:pt x="33909" y="138811"/>
                  </a:moveTo>
                  <a:cubicBezTo>
                    <a:pt x="33909" y="148209"/>
                    <a:pt x="26289" y="155702"/>
                    <a:pt x="17018" y="155702"/>
                  </a:cubicBezTo>
                  <a:cubicBezTo>
                    <a:pt x="7747" y="155702"/>
                    <a:pt x="0" y="148209"/>
                    <a:pt x="0" y="138811"/>
                  </a:cubicBezTo>
                  <a:cubicBezTo>
                    <a:pt x="0" y="129413"/>
                    <a:pt x="7620" y="121920"/>
                    <a:pt x="16891" y="121920"/>
                  </a:cubicBezTo>
                  <a:cubicBezTo>
                    <a:pt x="26162" y="121920"/>
                    <a:pt x="33782" y="129540"/>
                    <a:pt x="33782" y="138811"/>
                  </a:cubicBezTo>
                  <a:cubicBezTo>
                    <a:pt x="33782" y="184404"/>
                    <a:pt x="276098" y="243840"/>
                    <a:pt x="626491" y="243840"/>
                  </a:cubicBezTo>
                  <a:cubicBezTo>
                    <a:pt x="976884" y="243840"/>
                    <a:pt x="1219200" y="184531"/>
                    <a:pt x="1219200" y="138811"/>
                  </a:cubicBezTo>
                  <a:cubicBezTo>
                    <a:pt x="1219200" y="93218"/>
                    <a:pt x="976884" y="33782"/>
                    <a:pt x="626491" y="33782"/>
                  </a:cubicBezTo>
                  <a:lnTo>
                    <a:pt x="626491" y="16891"/>
                  </a:lnTo>
                  <a:lnTo>
                    <a:pt x="626491" y="33909"/>
                  </a:lnTo>
                  <a:cubicBezTo>
                    <a:pt x="276098" y="33909"/>
                    <a:pt x="33782" y="93218"/>
                    <a:pt x="33782" y="138938"/>
                  </a:cubicBezTo>
                  <a:close/>
                </a:path>
              </a:pathLst>
            </a:custGeom>
            <a:solidFill>
              <a:srgbClr val="0D0D1A"/>
            </a:solidFill>
          </p:spPr>
        </p:sp>
      </p:grpSp>
      <p:grpSp>
        <p:nvGrpSpPr>
          <p:cNvPr name="Group 74" id="74"/>
          <p:cNvGrpSpPr/>
          <p:nvPr/>
        </p:nvGrpSpPr>
        <p:grpSpPr>
          <a:xfrm rot="0">
            <a:off x="4202430" y="3836670"/>
            <a:ext cx="2750820" cy="1013460"/>
            <a:chOff x="0" y="0"/>
            <a:chExt cx="3667760" cy="1351280"/>
          </a:xfrm>
        </p:grpSpPr>
        <p:sp>
          <p:nvSpPr>
            <p:cNvPr name="Freeform 75" id="75"/>
            <p:cNvSpPr/>
            <p:nvPr/>
          </p:nvSpPr>
          <p:spPr>
            <a:xfrm flipH="false" flipV="false" rot="0">
              <a:off x="5080" y="5080"/>
              <a:ext cx="3657600" cy="1341120"/>
            </a:xfrm>
            <a:custGeom>
              <a:avLst/>
              <a:gdLst/>
              <a:ahLst/>
              <a:cxnLst/>
              <a:rect r="r" b="b" t="t" l="l"/>
              <a:pathLst>
                <a:path h="1341120" w="3657600">
                  <a:moveTo>
                    <a:pt x="0" y="0"/>
                  </a:moveTo>
                  <a:lnTo>
                    <a:pt x="3657600" y="0"/>
                  </a:lnTo>
                  <a:lnTo>
                    <a:pt x="3657600" y="1341120"/>
                  </a:lnTo>
                  <a:lnTo>
                    <a:pt x="0" y="1341120"/>
                  </a:lnTo>
                  <a:close/>
                </a:path>
              </a:pathLst>
            </a:custGeom>
            <a:solidFill>
              <a:srgbClr val="13132A"/>
            </a:solidFill>
          </p:spPr>
        </p:sp>
        <p:sp>
          <p:nvSpPr>
            <p:cNvPr name="Freeform 76" id="76"/>
            <p:cNvSpPr/>
            <p:nvPr/>
          </p:nvSpPr>
          <p:spPr>
            <a:xfrm flipH="false" flipV="false" rot="0">
              <a:off x="0" y="0"/>
              <a:ext cx="3667760" cy="1351280"/>
            </a:xfrm>
            <a:custGeom>
              <a:avLst/>
              <a:gdLst/>
              <a:ahLst/>
              <a:cxnLst/>
              <a:rect r="r" b="b" t="t" l="l"/>
              <a:pathLst>
                <a:path h="1351280" w="3667760">
                  <a:moveTo>
                    <a:pt x="5080" y="0"/>
                  </a:moveTo>
                  <a:lnTo>
                    <a:pt x="3662680" y="0"/>
                  </a:lnTo>
                  <a:cubicBezTo>
                    <a:pt x="3665474" y="0"/>
                    <a:pt x="3667760" y="2286"/>
                    <a:pt x="3667760" y="5080"/>
                  </a:cubicBezTo>
                  <a:lnTo>
                    <a:pt x="3667760" y="1346200"/>
                  </a:lnTo>
                  <a:cubicBezTo>
                    <a:pt x="3667760" y="1348994"/>
                    <a:pt x="3665474" y="1351280"/>
                    <a:pt x="3662680" y="1351280"/>
                  </a:cubicBezTo>
                  <a:lnTo>
                    <a:pt x="5080" y="1351280"/>
                  </a:lnTo>
                  <a:cubicBezTo>
                    <a:pt x="2286" y="1351280"/>
                    <a:pt x="0" y="1348994"/>
                    <a:pt x="0" y="1346200"/>
                  </a:cubicBezTo>
                  <a:lnTo>
                    <a:pt x="0" y="5080"/>
                  </a:lnTo>
                  <a:cubicBezTo>
                    <a:pt x="0" y="2286"/>
                    <a:pt x="2286" y="0"/>
                    <a:pt x="5080" y="0"/>
                  </a:cubicBezTo>
                  <a:moveTo>
                    <a:pt x="5080" y="10160"/>
                  </a:moveTo>
                  <a:lnTo>
                    <a:pt x="5080" y="5080"/>
                  </a:lnTo>
                  <a:lnTo>
                    <a:pt x="10160" y="5080"/>
                  </a:lnTo>
                  <a:lnTo>
                    <a:pt x="10160" y="1346200"/>
                  </a:lnTo>
                  <a:lnTo>
                    <a:pt x="5080" y="1346200"/>
                  </a:lnTo>
                  <a:lnTo>
                    <a:pt x="5080" y="1341120"/>
                  </a:lnTo>
                  <a:lnTo>
                    <a:pt x="3662680" y="1341120"/>
                  </a:lnTo>
                  <a:lnTo>
                    <a:pt x="3662680" y="1346200"/>
                  </a:lnTo>
                  <a:lnTo>
                    <a:pt x="3657600" y="1346200"/>
                  </a:lnTo>
                  <a:lnTo>
                    <a:pt x="3657600" y="5080"/>
                  </a:lnTo>
                  <a:lnTo>
                    <a:pt x="3662680" y="5080"/>
                  </a:lnTo>
                  <a:lnTo>
                    <a:pt x="3662680" y="10160"/>
                  </a:lnTo>
                  <a:lnTo>
                    <a:pt x="5080" y="10160"/>
                  </a:lnTo>
                  <a:close/>
                </a:path>
              </a:pathLst>
            </a:custGeom>
            <a:solidFill>
              <a:srgbClr val="F76A6A"/>
            </a:solidFill>
          </p:spPr>
        </p:sp>
      </p:grpSp>
      <p:grpSp>
        <p:nvGrpSpPr>
          <p:cNvPr name="Group 77" id="77"/>
          <p:cNvGrpSpPr/>
          <p:nvPr/>
        </p:nvGrpSpPr>
        <p:grpSpPr>
          <a:xfrm rot="0">
            <a:off x="4193543" y="3827783"/>
            <a:ext cx="171707" cy="1031243"/>
            <a:chOff x="0" y="0"/>
            <a:chExt cx="228943" cy="1374991"/>
          </a:xfrm>
        </p:grpSpPr>
        <p:sp>
          <p:nvSpPr>
            <p:cNvPr name="Freeform 78" id="78"/>
            <p:cNvSpPr/>
            <p:nvPr/>
          </p:nvSpPr>
          <p:spPr>
            <a:xfrm flipH="false" flipV="false" rot="0">
              <a:off x="16891" y="16891"/>
              <a:ext cx="195072" cy="1341120"/>
            </a:xfrm>
            <a:custGeom>
              <a:avLst/>
              <a:gdLst/>
              <a:ahLst/>
              <a:cxnLst/>
              <a:rect r="r" b="b" t="t" l="l"/>
              <a:pathLst>
                <a:path h="1341120" w="195072">
                  <a:moveTo>
                    <a:pt x="0" y="0"/>
                  </a:moveTo>
                  <a:lnTo>
                    <a:pt x="195072" y="0"/>
                  </a:lnTo>
                  <a:lnTo>
                    <a:pt x="195072" y="1341120"/>
                  </a:lnTo>
                  <a:lnTo>
                    <a:pt x="0" y="1341120"/>
                  </a:lnTo>
                  <a:close/>
                </a:path>
              </a:pathLst>
            </a:custGeom>
            <a:solidFill>
              <a:srgbClr val="F76A6A"/>
            </a:solidFill>
          </p:spPr>
        </p:sp>
        <p:sp>
          <p:nvSpPr>
            <p:cNvPr name="Freeform 79" id="79"/>
            <p:cNvSpPr/>
            <p:nvPr/>
          </p:nvSpPr>
          <p:spPr>
            <a:xfrm flipH="false" flipV="false" rot="0">
              <a:off x="0" y="0"/>
              <a:ext cx="228854" cy="1374902"/>
            </a:xfrm>
            <a:custGeom>
              <a:avLst/>
              <a:gdLst/>
              <a:ahLst/>
              <a:cxnLst/>
              <a:rect r="r" b="b" t="t" l="l"/>
              <a:pathLst>
                <a:path h="1374902" w="228854">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F76A6A"/>
            </a:solidFill>
          </p:spPr>
        </p:sp>
      </p:grpSp>
      <p:grpSp>
        <p:nvGrpSpPr>
          <p:cNvPr name="Group 80" id="80"/>
          <p:cNvGrpSpPr/>
          <p:nvPr/>
        </p:nvGrpSpPr>
        <p:grpSpPr>
          <a:xfrm rot="0">
            <a:off x="4425696" y="3840480"/>
            <a:ext cx="2377440" cy="1005840"/>
            <a:chOff x="0" y="0"/>
            <a:chExt cx="3169920" cy="1341120"/>
          </a:xfrm>
        </p:grpSpPr>
        <p:sp>
          <p:nvSpPr>
            <p:cNvPr name="Freeform 81" id="81"/>
            <p:cNvSpPr/>
            <p:nvPr/>
          </p:nvSpPr>
          <p:spPr>
            <a:xfrm flipH="false" flipV="false" rot="0">
              <a:off x="0" y="0"/>
              <a:ext cx="3169920" cy="1341120"/>
            </a:xfrm>
            <a:custGeom>
              <a:avLst/>
              <a:gdLst/>
              <a:ahLst/>
              <a:cxnLst/>
              <a:rect r="r" b="b" t="t" l="l"/>
              <a:pathLst>
                <a:path h="1341120" w="3169920">
                  <a:moveTo>
                    <a:pt x="0" y="0"/>
                  </a:moveTo>
                  <a:lnTo>
                    <a:pt x="3169920" y="0"/>
                  </a:lnTo>
                  <a:lnTo>
                    <a:pt x="3169920" y="1341120"/>
                  </a:lnTo>
                  <a:lnTo>
                    <a:pt x="0" y="1341120"/>
                  </a:lnTo>
                  <a:close/>
                </a:path>
              </a:pathLst>
            </a:custGeom>
            <a:blipFill>
              <a:blip r:embed="rId2">
                <a:alphaModFix amt="0"/>
              </a:blip>
              <a:stretch>
                <a:fillRect l="-4282" t="0" r="-4282" b="0"/>
              </a:stretch>
            </a:blipFill>
          </p:spPr>
        </p:sp>
        <p:sp>
          <p:nvSpPr>
            <p:cNvPr name="TextBox 82" id="82"/>
            <p:cNvSpPr txBox="true"/>
            <p:nvPr/>
          </p:nvSpPr>
          <p:spPr>
            <a:xfrm>
              <a:off x="0" y="-28575"/>
              <a:ext cx="3169920" cy="136969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Netflix-style UI</a:t>
              </a:r>
            </a:p>
          </p:txBody>
        </p:sp>
      </p:grpSp>
      <p:grpSp>
        <p:nvGrpSpPr>
          <p:cNvPr name="Group 83" id="83"/>
          <p:cNvGrpSpPr/>
          <p:nvPr/>
        </p:nvGrpSpPr>
        <p:grpSpPr>
          <a:xfrm rot="0">
            <a:off x="4202430" y="5116830"/>
            <a:ext cx="2750820" cy="1013460"/>
            <a:chOff x="0" y="0"/>
            <a:chExt cx="3667760" cy="1351280"/>
          </a:xfrm>
        </p:grpSpPr>
        <p:sp>
          <p:nvSpPr>
            <p:cNvPr name="Freeform 84" id="84"/>
            <p:cNvSpPr/>
            <p:nvPr/>
          </p:nvSpPr>
          <p:spPr>
            <a:xfrm flipH="false" flipV="false" rot="0">
              <a:off x="5080" y="5080"/>
              <a:ext cx="3657600" cy="1341120"/>
            </a:xfrm>
            <a:custGeom>
              <a:avLst/>
              <a:gdLst/>
              <a:ahLst/>
              <a:cxnLst/>
              <a:rect r="r" b="b" t="t" l="l"/>
              <a:pathLst>
                <a:path h="1341120" w="3657600">
                  <a:moveTo>
                    <a:pt x="0" y="0"/>
                  </a:moveTo>
                  <a:lnTo>
                    <a:pt x="3657600" y="0"/>
                  </a:lnTo>
                  <a:lnTo>
                    <a:pt x="3657600" y="1341120"/>
                  </a:lnTo>
                  <a:lnTo>
                    <a:pt x="0" y="1341120"/>
                  </a:lnTo>
                  <a:close/>
                </a:path>
              </a:pathLst>
            </a:custGeom>
            <a:solidFill>
              <a:srgbClr val="13132A"/>
            </a:solidFill>
          </p:spPr>
        </p:sp>
        <p:sp>
          <p:nvSpPr>
            <p:cNvPr name="Freeform 85" id="85"/>
            <p:cNvSpPr/>
            <p:nvPr/>
          </p:nvSpPr>
          <p:spPr>
            <a:xfrm flipH="false" flipV="false" rot="0">
              <a:off x="0" y="0"/>
              <a:ext cx="3667760" cy="1351280"/>
            </a:xfrm>
            <a:custGeom>
              <a:avLst/>
              <a:gdLst/>
              <a:ahLst/>
              <a:cxnLst/>
              <a:rect r="r" b="b" t="t" l="l"/>
              <a:pathLst>
                <a:path h="1351280" w="3667760">
                  <a:moveTo>
                    <a:pt x="5080" y="0"/>
                  </a:moveTo>
                  <a:lnTo>
                    <a:pt x="3662680" y="0"/>
                  </a:lnTo>
                  <a:cubicBezTo>
                    <a:pt x="3665474" y="0"/>
                    <a:pt x="3667760" y="2286"/>
                    <a:pt x="3667760" y="5080"/>
                  </a:cubicBezTo>
                  <a:lnTo>
                    <a:pt x="3667760" y="1346200"/>
                  </a:lnTo>
                  <a:cubicBezTo>
                    <a:pt x="3667760" y="1348994"/>
                    <a:pt x="3665474" y="1351280"/>
                    <a:pt x="3662680" y="1351280"/>
                  </a:cubicBezTo>
                  <a:lnTo>
                    <a:pt x="5080" y="1351280"/>
                  </a:lnTo>
                  <a:cubicBezTo>
                    <a:pt x="2286" y="1351280"/>
                    <a:pt x="0" y="1348994"/>
                    <a:pt x="0" y="1346200"/>
                  </a:cubicBezTo>
                  <a:lnTo>
                    <a:pt x="0" y="5080"/>
                  </a:lnTo>
                  <a:cubicBezTo>
                    <a:pt x="0" y="2286"/>
                    <a:pt x="2286" y="0"/>
                    <a:pt x="5080" y="0"/>
                  </a:cubicBezTo>
                  <a:moveTo>
                    <a:pt x="5080" y="10160"/>
                  </a:moveTo>
                  <a:lnTo>
                    <a:pt x="5080" y="5080"/>
                  </a:lnTo>
                  <a:lnTo>
                    <a:pt x="10160" y="5080"/>
                  </a:lnTo>
                  <a:lnTo>
                    <a:pt x="10160" y="1346200"/>
                  </a:lnTo>
                  <a:lnTo>
                    <a:pt x="5080" y="1346200"/>
                  </a:lnTo>
                  <a:lnTo>
                    <a:pt x="5080" y="1341120"/>
                  </a:lnTo>
                  <a:lnTo>
                    <a:pt x="3662680" y="1341120"/>
                  </a:lnTo>
                  <a:lnTo>
                    <a:pt x="3662680" y="1346200"/>
                  </a:lnTo>
                  <a:lnTo>
                    <a:pt x="3657600" y="1346200"/>
                  </a:lnTo>
                  <a:lnTo>
                    <a:pt x="3657600" y="5080"/>
                  </a:lnTo>
                  <a:lnTo>
                    <a:pt x="3662680" y="5080"/>
                  </a:lnTo>
                  <a:lnTo>
                    <a:pt x="3662680" y="10160"/>
                  </a:lnTo>
                  <a:lnTo>
                    <a:pt x="5080" y="10160"/>
                  </a:lnTo>
                  <a:close/>
                </a:path>
              </a:pathLst>
            </a:custGeom>
            <a:solidFill>
              <a:srgbClr val="F76A6A"/>
            </a:solidFill>
          </p:spPr>
        </p:sp>
      </p:grpSp>
      <p:grpSp>
        <p:nvGrpSpPr>
          <p:cNvPr name="Group 86" id="86"/>
          <p:cNvGrpSpPr/>
          <p:nvPr/>
        </p:nvGrpSpPr>
        <p:grpSpPr>
          <a:xfrm rot="0">
            <a:off x="4193543" y="5107943"/>
            <a:ext cx="171707" cy="1031243"/>
            <a:chOff x="0" y="0"/>
            <a:chExt cx="228943" cy="1374991"/>
          </a:xfrm>
        </p:grpSpPr>
        <p:sp>
          <p:nvSpPr>
            <p:cNvPr name="Freeform 87" id="87"/>
            <p:cNvSpPr/>
            <p:nvPr/>
          </p:nvSpPr>
          <p:spPr>
            <a:xfrm flipH="false" flipV="false" rot="0">
              <a:off x="16891" y="16891"/>
              <a:ext cx="195072" cy="1341120"/>
            </a:xfrm>
            <a:custGeom>
              <a:avLst/>
              <a:gdLst/>
              <a:ahLst/>
              <a:cxnLst/>
              <a:rect r="r" b="b" t="t" l="l"/>
              <a:pathLst>
                <a:path h="1341120" w="195072">
                  <a:moveTo>
                    <a:pt x="0" y="0"/>
                  </a:moveTo>
                  <a:lnTo>
                    <a:pt x="195072" y="0"/>
                  </a:lnTo>
                  <a:lnTo>
                    <a:pt x="195072" y="1341120"/>
                  </a:lnTo>
                  <a:lnTo>
                    <a:pt x="0" y="1341120"/>
                  </a:lnTo>
                  <a:close/>
                </a:path>
              </a:pathLst>
            </a:custGeom>
            <a:solidFill>
              <a:srgbClr val="F76A6A"/>
            </a:solidFill>
          </p:spPr>
        </p:sp>
        <p:sp>
          <p:nvSpPr>
            <p:cNvPr name="Freeform 88" id="88"/>
            <p:cNvSpPr/>
            <p:nvPr/>
          </p:nvSpPr>
          <p:spPr>
            <a:xfrm flipH="false" flipV="false" rot="0">
              <a:off x="0" y="0"/>
              <a:ext cx="228854" cy="1374902"/>
            </a:xfrm>
            <a:custGeom>
              <a:avLst/>
              <a:gdLst/>
              <a:ahLst/>
              <a:cxnLst/>
              <a:rect r="r" b="b" t="t" l="l"/>
              <a:pathLst>
                <a:path h="1374902" w="228854">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F76A6A"/>
            </a:solidFill>
          </p:spPr>
        </p:sp>
      </p:grpSp>
      <p:grpSp>
        <p:nvGrpSpPr>
          <p:cNvPr name="Group 89" id="89"/>
          <p:cNvGrpSpPr/>
          <p:nvPr/>
        </p:nvGrpSpPr>
        <p:grpSpPr>
          <a:xfrm rot="0">
            <a:off x="4425696" y="5120640"/>
            <a:ext cx="2377440" cy="1005840"/>
            <a:chOff x="0" y="0"/>
            <a:chExt cx="3169920" cy="1341120"/>
          </a:xfrm>
        </p:grpSpPr>
        <p:sp>
          <p:nvSpPr>
            <p:cNvPr name="Freeform 90" id="90"/>
            <p:cNvSpPr/>
            <p:nvPr/>
          </p:nvSpPr>
          <p:spPr>
            <a:xfrm flipH="false" flipV="false" rot="0">
              <a:off x="0" y="0"/>
              <a:ext cx="3169920" cy="1341120"/>
            </a:xfrm>
            <a:custGeom>
              <a:avLst/>
              <a:gdLst/>
              <a:ahLst/>
              <a:cxnLst/>
              <a:rect r="r" b="b" t="t" l="l"/>
              <a:pathLst>
                <a:path h="1341120" w="3169920">
                  <a:moveTo>
                    <a:pt x="0" y="0"/>
                  </a:moveTo>
                  <a:lnTo>
                    <a:pt x="3169920" y="0"/>
                  </a:lnTo>
                  <a:lnTo>
                    <a:pt x="3169920" y="1341120"/>
                  </a:lnTo>
                  <a:lnTo>
                    <a:pt x="0" y="1341120"/>
                  </a:lnTo>
                  <a:close/>
                </a:path>
              </a:pathLst>
            </a:custGeom>
            <a:blipFill>
              <a:blip r:embed="rId2">
                <a:alphaModFix amt="0"/>
              </a:blip>
              <a:stretch>
                <a:fillRect l="-4282" t="0" r="-4282" b="0"/>
              </a:stretch>
            </a:blipFill>
          </p:spPr>
        </p:sp>
        <p:sp>
          <p:nvSpPr>
            <p:cNvPr name="TextBox 91" id="91"/>
            <p:cNvSpPr txBox="true"/>
            <p:nvPr/>
          </p:nvSpPr>
          <p:spPr>
            <a:xfrm>
              <a:off x="0" y="-28575"/>
              <a:ext cx="3169920" cy="136969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Real Posters</a:t>
              </a:r>
            </a:p>
          </p:txBody>
        </p:sp>
      </p:grpSp>
      <p:grpSp>
        <p:nvGrpSpPr>
          <p:cNvPr name="Group 92" id="92"/>
          <p:cNvGrpSpPr/>
          <p:nvPr/>
        </p:nvGrpSpPr>
        <p:grpSpPr>
          <a:xfrm rot="0">
            <a:off x="4202430" y="6396990"/>
            <a:ext cx="2750820" cy="1013460"/>
            <a:chOff x="0" y="0"/>
            <a:chExt cx="3667760" cy="1351280"/>
          </a:xfrm>
        </p:grpSpPr>
        <p:sp>
          <p:nvSpPr>
            <p:cNvPr name="Freeform 93" id="93"/>
            <p:cNvSpPr/>
            <p:nvPr/>
          </p:nvSpPr>
          <p:spPr>
            <a:xfrm flipH="false" flipV="false" rot="0">
              <a:off x="5080" y="5080"/>
              <a:ext cx="3657600" cy="1341120"/>
            </a:xfrm>
            <a:custGeom>
              <a:avLst/>
              <a:gdLst/>
              <a:ahLst/>
              <a:cxnLst/>
              <a:rect r="r" b="b" t="t" l="l"/>
              <a:pathLst>
                <a:path h="1341120" w="3657600">
                  <a:moveTo>
                    <a:pt x="0" y="0"/>
                  </a:moveTo>
                  <a:lnTo>
                    <a:pt x="3657600" y="0"/>
                  </a:lnTo>
                  <a:lnTo>
                    <a:pt x="3657600" y="1341120"/>
                  </a:lnTo>
                  <a:lnTo>
                    <a:pt x="0" y="1341120"/>
                  </a:lnTo>
                  <a:close/>
                </a:path>
              </a:pathLst>
            </a:custGeom>
            <a:solidFill>
              <a:srgbClr val="13132A"/>
            </a:solidFill>
          </p:spPr>
        </p:sp>
        <p:sp>
          <p:nvSpPr>
            <p:cNvPr name="Freeform 94" id="94"/>
            <p:cNvSpPr/>
            <p:nvPr/>
          </p:nvSpPr>
          <p:spPr>
            <a:xfrm flipH="false" flipV="false" rot="0">
              <a:off x="0" y="0"/>
              <a:ext cx="3667760" cy="1351280"/>
            </a:xfrm>
            <a:custGeom>
              <a:avLst/>
              <a:gdLst/>
              <a:ahLst/>
              <a:cxnLst/>
              <a:rect r="r" b="b" t="t" l="l"/>
              <a:pathLst>
                <a:path h="1351280" w="3667760">
                  <a:moveTo>
                    <a:pt x="5080" y="0"/>
                  </a:moveTo>
                  <a:lnTo>
                    <a:pt x="3662680" y="0"/>
                  </a:lnTo>
                  <a:cubicBezTo>
                    <a:pt x="3665474" y="0"/>
                    <a:pt x="3667760" y="2286"/>
                    <a:pt x="3667760" y="5080"/>
                  </a:cubicBezTo>
                  <a:lnTo>
                    <a:pt x="3667760" y="1346200"/>
                  </a:lnTo>
                  <a:cubicBezTo>
                    <a:pt x="3667760" y="1348994"/>
                    <a:pt x="3665474" y="1351280"/>
                    <a:pt x="3662680" y="1351280"/>
                  </a:cubicBezTo>
                  <a:lnTo>
                    <a:pt x="5080" y="1351280"/>
                  </a:lnTo>
                  <a:cubicBezTo>
                    <a:pt x="2286" y="1351280"/>
                    <a:pt x="0" y="1348994"/>
                    <a:pt x="0" y="1346200"/>
                  </a:cubicBezTo>
                  <a:lnTo>
                    <a:pt x="0" y="5080"/>
                  </a:lnTo>
                  <a:cubicBezTo>
                    <a:pt x="0" y="2286"/>
                    <a:pt x="2286" y="0"/>
                    <a:pt x="5080" y="0"/>
                  </a:cubicBezTo>
                  <a:moveTo>
                    <a:pt x="5080" y="10160"/>
                  </a:moveTo>
                  <a:lnTo>
                    <a:pt x="5080" y="5080"/>
                  </a:lnTo>
                  <a:lnTo>
                    <a:pt x="10160" y="5080"/>
                  </a:lnTo>
                  <a:lnTo>
                    <a:pt x="10160" y="1346200"/>
                  </a:lnTo>
                  <a:lnTo>
                    <a:pt x="5080" y="1346200"/>
                  </a:lnTo>
                  <a:lnTo>
                    <a:pt x="5080" y="1341120"/>
                  </a:lnTo>
                  <a:lnTo>
                    <a:pt x="3662680" y="1341120"/>
                  </a:lnTo>
                  <a:lnTo>
                    <a:pt x="3662680" y="1346200"/>
                  </a:lnTo>
                  <a:lnTo>
                    <a:pt x="3657600" y="1346200"/>
                  </a:lnTo>
                  <a:lnTo>
                    <a:pt x="3657600" y="5080"/>
                  </a:lnTo>
                  <a:lnTo>
                    <a:pt x="3662680" y="5080"/>
                  </a:lnTo>
                  <a:lnTo>
                    <a:pt x="3662680" y="10160"/>
                  </a:lnTo>
                  <a:lnTo>
                    <a:pt x="5080" y="10160"/>
                  </a:lnTo>
                  <a:close/>
                </a:path>
              </a:pathLst>
            </a:custGeom>
            <a:solidFill>
              <a:srgbClr val="F76A6A"/>
            </a:solidFill>
          </p:spPr>
        </p:sp>
      </p:grpSp>
      <p:grpSp>
        <p:nvGrpSpPr>
          <p:cNvPr name="Group 95" id="95"/>
          <p:cNvGrpSpPr/>
          <p:nvPr/>
        </p:nvGrpSpPr>
        <p:grpSpPr>
          <a:xfrm rot="0">
            <a:off x="4193543" y="6388103"/>
            <a:ext cx="171707" cy="1031243"/>
            <a:chOff x="0" y="0"/>
            <a:chExt cx="228943" cy="1374991"/>
          </a:xfrm>
        </p:grpSpPr>
        <p:sp>
          <p:nvSpPr>
            <p:cNvPr name="Freeform 96" id="96"/>
            <p:cNvSpPr/>
            <p:nvPr/>
          </p:nvSpPr>
          <p:spPr>
            <a:xfrm flipH="false" flipV="false" rot="0">
              <a:off x="16891" y="16891"/>
              <a:ext cx="195072" cy="1341120"/>
            </a:xfrm>
            <a:custGeom>
              <a:avLst/>
              <a:gdLst/>
              <a:ahLst/>
              <a:cxnLst/>
              <a:rect r="r" b="b" t="t" l="l"/>
              <a:pathLst>
                <a:path h="1341120" w="195072">
                  <a:moveTo>
                    <a:pt x="0" y="0"/>
                  </a:moveTo>
                  <a:lnTo>
                    <a:pt x="195072" y="0"/>
                  </a:lnTo>
                  <a:lnTo>
                    <a:pt x="195072" y="1341120"/>
                  </a:lnTo>
                  <a:lnTo>
                    <a:pt x="0" y="1341120"/>
                  </a:lnTo>
                  <a:close/>
                </a:path>
              </a:pathLst>
            </a:custGeom>
            <a:solidFill>
              <a:srgbClr val="F76A6A"/>
            </a:solidFill>
          </p:spPr>
        </p:sp>
        <p:sp>
          <p:nvSpPr>
            <p:cNvPr name="Freeform 97" id="97"/>
            <p:cNvSpPr/>
            <p:nvPr/>
          </p:nvSpPr>
          <p:spPr>
            <a:xfrm flipH="false" flipV="false" rot="0">
              <a:off x="0" y="0"/>
              <a:ext cx="228854" cy="1374902"/>
            </a:xfrm>
            <a:custGeom>
              <a:avLst/>
              <a:gdLst/>
              <a:ahLst/>
              <a:cxnLst/>
              <a:rect r="r" b="b" t="t" l="l"/>
              <a:pathLst>
                <a:path h="1374902" w="228854">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F76A6A"/>
            </a:solidFill>
          </p:spPr>
        </p:sp>
      </p:grpSp>
      <p:grpSp>
        <p:nvGrpSpPr>
          <p:cNvPr name="Group 98" id="98"/>
          <p:cNvGrpSpPr/>
          <p:nvPr/>
        </p:nvGrpSpPr>
        <p:grpSpPr>
          <a:xfrm rot="0">
            <a:off x="4425696" y="6400800"/>
            <a:ext cx="2377440" cy="1005840"/>
            <a:chOff x="0" y="0"/>
            <a:chExt cx="3169920" cy="1341120"/>
          </a:xfrm>
        </p:grpSpPr>
        <p:sp>
          <p:nvSpPr>
            <p:cNvPr name="Freeform 99" id="99"/>
            <p:cNvSpPr/>
            <p:nvPr/>
          </p:nvSpPr>
          <p:spPr>
            <a:xfrm flipH="false" flipV="false" rot="0">
              <a:off x="0" y="0"/>
              <a:ext cx="3169920" cy="1341120"/>
            </a:xfrm>
            <a:custGeom>
              <a:avLst/>
              <a:gdLst/>
              <a:ahLst/>
              <a:cxnLst/>
              <a:rect r="r" b="b" t="t" l="l"/>
              <a:pathLst>
                <a:path h="1341120" w="3169920">
                  <a:moveTo>
                    <a:pt x="0" y="0"/>
                  </a:moveTo>
                  <a:lnTo>
                    <a:pt x="3169920" y="0"/>
                  </a:lnTo>
                  <a:lnTo>
                    <a:pt x="3169920" y="1341120"/>
                  </a:lnTo>
                  <a:lnTo>
                    <a:pt x="0" y="1341120"/>
                  </a:lnTo>
                  <a:close/>
                </a:path>
              </a:pathLst>
            </a:custGeom>
            <a:blipFill>
              <a:blip r:embed="rId2">
                <a:alphaModFix amt="0"/>
              </a:blip>
              <a:stretch>
                <a:fillRect l="-4282" t="0" r="-4282" b="0"/>
              </a:stretch>
            </a:blipFill>
          </p:spPr>
        </p:sp>
        <p:sp>
          <p:nvSpPr>
            <p:cNvPr name="TextBox 100" id="100"/>
            <p:cNvSpPr txBox="true"/>
            <p:nvPr/>
          </p:nvSpPr>
          <p:spPr>
            <a:xfrm>
              <a:off x="0" y="-28575"/>
              <a:ext cx="3169920" cy="136969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Hover Effects</a:t>
              </a:r>
            </a:p>
          </p:txBody>
        </p:sp>
      </p:grpSp>
      <p:grpSp>
        <p:nvGrpSpPr>
          <p:cNvPr name="Group 101" id="101"/>
          <p:cNvGrpSpPr/>
          <p:nvPr/>
        </p:nvGrpSpPr>
        <p:grpSpPr>
          <a:xfrm rot="0">
            <a:off x="4202430" y="7677150"/>
            <a:ext cx="2750820" cy="1013460"/>
            <a:chOff x="0" y="0"/>
            <a:chExt cx="3667760" cy="1351280"/>
          </a:xfrm>
        </p:grpSpPr>
        <p:sp>
          <p:nvSpPr>
            <p:cNvPr name="Freeform 102" id="102"/>
            <p:cNvSpPr/>
            <p:nvPr/>
          </p:nvSpPr>
          <p:spPr>
            <a:xfrm flipH="false" flipV="false" rot="0">
              <a:off x="5080" y="5080"/>
              <a:ext cx="3657600" cy="1341120"/>
            </a:xfrm>
            <a:custGeom>
              <a:avLst/>
              <a:gdLst/>
              <a:ahLst/>
              <a:cxnLst/>
              <a:rect r="r" b="b" t="t" l="l"/>
              <a:pathLst>
                <a:path h="1341120" w="3657600">
                  <a:moveTo>
                    <a:pt x="0" y="0"/>
                  </a:moveTo>
                  <a:lnTo>
                    <a:pt x="3657600" y="0"/>
                  </a:lnTo>
                  <a:lnTo>
                    <a:pt x="3657600" y="1341120"/>
                  </a:lnTo>
                  <a:lnTo>
                    <a:pt x="0" y="1341120"/>
                  </a:lnTo>
                  <a:close/>
                </a:path>
              </a:pathLst>
            </a:custGeom>
            <a:solidFill>
              <a:srgbClr val="13132A"/>
            </a:solidFill>
          </p:spPr>
        </p:sp>
        <p:sp>
          <p:nvSpPr>
            <p:cNvPr name="Freeform 103" id="103"/>
            <p:cNvSpPr/>
            <p:nvPr/>
          </p:nvSpPr>
          <p:spPr>
            <a:xfrm flipH="false" flipV="false" rot="0">
              <a:off x="0" y="0"/>
              <a:ext cx="3667760" cy="1351280"/>
            </a:xfrm>
            <a:custGeom>
              <a:avLst/>
              <a:gdLst/>
              <a:ahLst/>
              <a:cxnLst/>
              <a:rect r="r" b="b" t="t" l="l"/>
              <a:pathLst>
                <a:path h="1351280" w="3667760">
                  <a:moveTo>
                    <a:pt x="5080" y="0"/>
                  </a:moveTo>
                  <a:lnTo>
                    <a:pt x="3662680" y="0"/>
                  </a:lnTo>
                  <a:cubicBezTo>
                    <a:pt x="3665474" y="0"/>
                    <a:pt x="3667760" y="2286"/>
                    <a:pt x="3667760" y="5080"/>
                  </a:cubicBezTo>
                  <a:lnTo>
                    <a:pt x="3667760" y="1346200"/>
                  </a:lnTo>
                  <a:cubicBezTo>
                    <a:pt x="3667760" y="1348994"/>
                    <a:pt x="3665474" y="1351280"/>
                    <a:pt x="3662680" y="1351280"/>
                  </a:cubicBezTo>
                  <a:lnTo>
                    <a:pt x="5080" y="1351280"/>
                  </a:lnTo>
                  <a:cubicBezTo>
                    <a:pt x="2286" y="1351280"/>
                    <a:pt x="0" y="1348994"/>
                    <a:pt x="0" y="1346200"/>
                  </a:cubicBezTo>
                  <a:lnTo>
                    <a:pt x="0" y="5080"/>
                  </a:lnTo>
                  <a:cubicBezTo>
                    <a:pt x="0" y="2286"/>
                    <a:pt x="2286" y="0"/>
                    <a:pt x="5080" y="0"/>
                  </a:cubicBezTo>
                  <a:moveTo>
                    <a:pt x="5080" y="10160"/>
                  </a:moveTo>
                  <a:lnTo>
                    <a:pt x="5080" y="5080"/>
                  </a:lnTo>
                  <a:lnTo>
                    <a:pt x="10160" y="5080"/>
                  </a:lnTo>
                  <a:lnTo>
                    <a:pt x="10160" y="1346200"/>
                  </a:lnTo>
                  <a:lnTo>
                    <a:pt x="5080" y="1346200"/>
                  </a:lnTo>
                  <a:lnTo>
                    <a:pt x="5080" y="1341120"/>
                  </a:lnTo>
                  <a:lnTo>
                    <a:pt x="3662680" y="1341120"/>
                  </a:lnTo>
                  <a:lnTo>
                    <a:pt x="3662680" y="1346200"/>
                  </a:lnTo>
                  <a:lnTo>
                    <a:pt x="3657600" y="1346200"/>
                  </a:lnTo>
                  <a:lnTo>
                    <a:pt x="3657600" y="5080"/>
                  </a:lnTo>
                  <a:lnTo>
                    <a:pt x="3662680" y="5080"/>
                  </a:lnTo>
                  <a:lnTo>
                    <a:pt x="3662680" y="10160"/>
                  </a:lnTo>
                  <a:lnTo>
                    <a:pt x="5080" y="10160"/>
                  </a:lnTo>
                  <a:close/>
                </a:path>
              </a:pathLst>
            </a:custGeom>
            <a:solidFill>
              <a:srgbClr val="F76A6A"/>
            </a:solidFill>
          </p:spPr>
        </p:sp>
      </p:grpSp>
      <p:grpSp>
        <p:nvGrpSpPr>
          <p:cNvPr name="Group 104" id="104"/>
          <p:cNvGrpSpPr/>
          <p:nvPr/>
        </p:nvGrpSpPr>
        <p:grpSpPr>
          <a:xfrm rot="0">
            <a:off x="4193543" y="7668263"/>
            <a:ext cx="171707" cy="1031243"/>
            <a:chOff x="0" y="0"/>
            <a:chExt cx="228943" cy="1374991"/>
          </a:xfrm>
        </p:grpSpPr>
        <p:sp>
          <p:nvSpPr>
            <p:cNvPr name="Freeform 105" id="105"/>
            <p:cNvSpPr/>
            <p:nvPr/>
          </p:nvSpPr>
          <p:spPr>
            <a:xfrm flipH="false" flipV="false" rot="0">
              <a:off x="16891" y="16891"/>
              <a:ext cx="195072" cy="1341120"/>
            </a:xfrm>
            <a:custGeom>
              <a:avLst/>
              <a:gdLst/>
              <a:ahLst/>
              <a:cxnLst/>
              <a:rect r="r" b="b" t="t" l="l"/>
              <a:pathLst>
                <a:path h="1341120" w="195072">
                  <a:moveTo>
                    <a:pt x="0" y="0"/>
                  </a:moveTo>
                  <a:lnTo>
                    <a:pt x="195072" y="0"/>
                  </a:lnTo>
                  <a:lnTo>
                    <a:pt x="195072" y="1341120"/>
                  </a:lnTo>
                  <a:lnTo>
                    <a:pt x="0" y="1341120"/>
                  </a:lnTo>
                  <a:close/>
                </a:path>
              </a:pathLst>
            </a:custGeom>
            <a:solidFill>
              <a:srgbClr val="F76A6A"/>
            </a:solidFill>
          </p:spPr>
        </p:sp>
        <p:sp>
          <p:nvSpPr>
            <p:cNvPr name="Freeform 106" id="106"/>
            <p:cNvSpPr/>
            <p:nvPr/>
          </p:nvSpPr>
          <p:spPr>
            <a:xfrm flipH="false" flipV="false" rot="0">
              <a:off x="0" y="0"/>
              <a:ext cx="228854" cy="1374902"/>
            </a:xfrm>
            <a:custGeom>
              <a:avLst/>
              <a:gdLst/>
              <a:ahLst/>
              <a:cxnLst/>
              <a:rect r="r" b="b" t="t" l="l"/>
              <a:pathLst>
                <a:path h="1374902" w="228854">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F76A6A"/>
            </a:solidFill>
          </p:spPr>
        </p:sp>
      </p:grpSp>
      <p:grpSp>
        <p:nvGrpSpPr>
          <p:cNvPr name="Group 107" id="107"/>
          <p:cNvGrpSpPr/>
          <p:nvPr/>
        </p:nvGrpSpPr>
        <p:grpSpPr>
          <a:xfrm rot="0">
            <a:off x="4425696" y="7680960"/>
            <a:ext cx="2377440" cy="1005840"/>
            <a:chOff x="0" y="0"/>
            <a:chExt cx="3169920" cy="1341120"/>
          </a:xfrm>
        </p:grpSpPr>
        <p:sp>
          <p:nvSpPr>
            <p:cNvPr name="Freeform 108" id="108"/>
            <p:cNvSpPr/>
            <p:nvPr/>
          </p:nvSpPr>
          <p:spPr>
            <a:xfrm flipH="false" flipV="false" rot="0">
              <a:off x="0" y="0"/>
              <a:ext cx="3169920" cy="1341120"/>
            </a:xfrm>
            <a:custGeom>
              <a:avLst/>
              <a:gdLst/>
              <a:ahLst/>
              <a:cxnLst/>
              <a:rect r="r" b="b" t="t" l="l"/>
              <a:pathLst>
                <a:path h="1341120" w="3169920">
                  <a:moveTo>
                    <a:pt x="0" y="0"/>
                  </a:moveTo>
                  <a:lnTo>
                    <a:pt x="3169920" y="0"/>
                  </a:lnTo>
                  <a:lnTo>
                    <a:pt x="3169920" y="1341120"/>
                  </a:lnTo>
                  <a:lnTo>
                    <a:pt x="0" y="1341120"/>
                  </a:lnTo>
                  <a:close/>
                </a:path>
              </a:pathLst>
            </a:custGeom>
            <a:blipFill>
              <a:blip r:embed="rId2">
                <a:alphaModFix amt="0"/>
              </a:blip>
              <a:stretch>
                <a:fillRect l="-4282" t="0" r="-4282" b="0"/>
              </a:stretch>
            </a:blipFill>
          </p:spPr>
        </p:sp>
        <p:sp>
          <p:nvSpPr>
            <p:cNvPr name="TextBox 109" id="109"/>
            <p:cNvSpPr txBox="true"/>
            <p:nvPr/>
          </p:nvSpPr>
          <p:spPr>
            <a:xfrm>
              <a:off x="0" y="-28575"/>
              <a:ext cx="3169920" cy="136969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Live API Data</a:t>
              </a:r>
            </a:p>
          </p:txBody>
        </p:sp>
      </p:grpSp>
      <p:grpSp>
        <p:nvGrpSpPr>
          <p:cNvPr name="Group 110" id="110"/>
          <p:cNvGrpSpPr/>
          <p:nvPr/>
        </p:nvGrpSpPr>
        <p:grpSpPr>
          <a:xfrm rot="0">
            <a:off x="5114287" y="9320527"/>
            <a:ext cx="927097" cy="195577"/>
            <a:chOff x="0" y="0"/>
            <a:chExt cx="1236129" cy="260769"/>
          </a:xfrm>
        </p:grpSpPr>
        <p:sp>
          <p:nvSpPr>
            <p:cNvPr name="Freeform 111" id="111"/>
            <p:cNvSpPr/>
            <p:nvPr/>
          </p:nvSpPr>
          <p:spPr>
            <a:xfrm flipH="false" flipV="false" rot="0">
              <a:off x="8509" y="8509"/>
              <a:ext cx="1219200" cy="243840"/>
            </a:xfrm>
            <a:custGeom>
              <a:avLst/>
              <a:gdLst/>
              <a:ahLst/>
              <a:cxnLst/>
              <a:rect r="r" b="b" t="t" l="l"/>
              <a:pathLst>
                <a:path h="243840" w="1219200">
                  <a:moveTo>
                    <a:pt x="0" y="121920"/>
                  </a:moveTo>
                  <a:cubicBezTo>
                    <a:pt x="0" y="54610"/>
                    <a:pt x="272923" y="0"/>
                    <a:pt x="609600" y="0"/>
                  </a:cubicBezTo>
                  <a:cubicBezTo>
                    <a:pt x="946277" y="0"/>
                    <a:pt x="1219200" y="54610"/>
                    <a:pt x="1219200" y="121920"/>
                  </a:cubicBezTo>
                  <a:cubicBezTo>
                    <a:pt x="1219200" y="189230"/>
                    <a:pt x="946277" y="243840"/>
                    <a:pt x="609600" y="243840"/>
                  </a:cubicBezTo>
                  <a:cubicBezTo>
                    <a:pt x="272923" y="243840"/>
                    <a:pt x="0" y="189230"/>
                    <a:pt x="0" y="121920"/>
                  </a:cubicBezTo>
                  <a:close/>
                </a:path>
              </a:pathLst>
            </a:custGeom>
            <a:solidFill>
              <a:srgbClr val="F76A6A">
                <a:alpha val="24706"/>
              </a:srgbClr>
            </a:solidFill>
          </p:spPr>
        </p:sp>
        <p:sp>
          <p:nvSpPr>
            <p:cNvPr name="Freeform 112" id="112"/>
            <p:cNvSpPr/>
            <p:nvPr/>
          </p:nvSpPr>
          <p:spPr>
            <a:xfrm flipH="false" flipV="false" rot="0">
              <a:off x="0" y="0"/>
              <a:ext cx="1236091" cy="260858"/>
            </a:xfrm>
            <a:custGeom>
              <a:avLst/>
              <a:gdLst/>
              <a:ahLst/>
              <a:cxnLst/>
              <a:rect r="r" b="b" t="t" l="l"/>
              <a:pathLst>
                <a:path h="260858" w="1236091">
                  <a:moveTo>
                    <a:pt x="0" y="130429"/>
                  </a:moveTo>
                  <a:lnTo>
                    <a:pt x="8509" y="130429"/>
                  </a:lnTo>
                  <a:lnTo>
                    <a:pt x="0" y="130429"/>
                  </a:lnTo>
                  <a:cubicBezTo>
                    <a:pt x="0" y="52197"/>
                    <a:pt x="288290" y="0"/>
                    <a:pt x="618109" y="0"/>
                  </a:cubicBezTo>
                  <a:cubicBezTo>
                    <a:pt x="947928" y="0"/>
                    <a:pt x="1236091" y="52197"/>
                    <a:pt x="1236091" y="130429"/>
                  </a:cubicBezTo>
                  <a:lnTo>
                    <a:pt x="1227582" y="130429"/>
                  </a:lnTo>
                  <a:lnTo>
                    <a:pt x="1236091" y="130429"/>
                  </a:lnTo>
                  <a:cubicBezTo>
                    <a:pt x="1236091" y="208661"/>
                    <a:pt x="947801" y="260858"/>
                    <a:pt x="617982" y="260858"/>
                  </a:cubicBezTo>
                  <a:lnTo>
                    <a:pt x="617982" y="252349"/>
                  </a:lnTo>
                  <a:lnTo>
                    <a:pt x="617982" y="260858"/>
                  </a:lnTo>
                  <a:cubicBezTo>
                    <a:pt x="288290" y="260731"/>
                    <a:pt x="0" y="208534"/>
                    <a:pt x="0" y="130429"/>
                  </a:cubicBezTo>
                  <a:lnTo>
                    <a:pt x="8509" y="130429"/>
                  </a:lnTo>
                  <a:lnTo>
                    <a:pt x="17018" y="130429"/>
                  </a:lnTo>
                  <a:lnTo>
                    <a:pt x="8509" y="130429"/>
                  </a:lnTo>
                  <a:lnTo>
                    <a:pt x="0" y="130429"/>
                  </a:lnTo>
                  <a:moveTo>
                    <a:pt x="16891" y="130429"/>
                  </a:moveTo>
                  <a:cubicBezTo>
                    <a:pt x="16891" y="135128"/>
                    <a:pt x="13081" y="138938"/>
                    <a:pt x="8382" y="138938"/>
                  </a:cubicBezTo>
                  <a:cubicBezTo>
                    <a:pt x="3683" y="138938"/>
                    <a:pt x="0" y="135001"/>
                    <a:pt x="0" y="130429"/>
                  </a:cubicBezTo>
                  <a:cubicBezTo>
                    <a:pt x="0" y="125857"/>
                    <a:pt x="3810" y="121920"/>
                    <a:pt x="8509" y="121920"/>
                  </a:cubicBezTo>
                  <a:cubicBezTo>
                    <a:pt x="13208" y="121920"/>
                    <a:pt x="17018" y="125730"/>
                    <a:pt x="17018" y="130429"/>
                  </a:cubicBezTo>
                  <a:cubicBezTo>
                    <a:pt x="17018" y="186944"/>
                    <a:pt x="274574" y="243840"/>
                    <a:pt x="618109" y="243840"/>
                  </a:cubicBezTo>
                  <a:cubicBezTo>
                    <a:pt x="961644" y="243840"/>
                    <a:pt x="1219200" y="186817"/>
                    <a:pt x="1219200" y="130429"/>
                  </a:cubicBezTo>
                  <a:cubicBezTo>
                    <a:pt x="1219200" y="73914"/>
                    <a:pt x="961644" y="17018"/>
                    <a:pt x="618109" y="17018"/>
                  </a:cubicBezTo>
                  <a:lnTo>
                    <a:pt x="618109" y="8509"/>
                  </a:lnTo>
                  <a:lnTo>
                    <a:pt x="618109" y="17018"/>
                  </a:lnTo>
                  <a:cubicBezTo>
                    <a:pt x="274574" y="17018"/>
                    <a:pt x="17018" y="74041"/>
                    <a:pt x="17018" y="130429"/>
                  </a:cubicBezTo>
                  <a:close/>
                </a:path>
              </a:pathLst>
            </a:custGeom>
            <a:solidFill>
              <a:srgbClr val="F76A6A"/>
            </a:solidFill>
          </p:spPr>
        </p:sp>
      </p:grpSp>
      <p:grpSp>
        <p:nvGrpSpPr>
          <p:cNvPr name="Group 113" id="113"/>
          <p:cNvGrpSpPr/>
          <p:nvPr/>
        </p:nvGrpSpPr>
        <p:grpSpPr>
          <a:xfrm rot="0">
            <a:off x="7479030" y="2815590"/>
            <a:ext cx="3147060" cy="6804660"/>
            <a:chOff x="0" y="0"/>
            <a:chExt cx="4196080" cy="9072880"/>
          </a:xfrm>
        </p:grpSpPr>
        <p:sp>
          <p:nvSpPr>
            <p:cNvPr name="Freeform 114" id="114"/>
            <p:cNvSpPr/>
            <p:nvPr/>
          </p:nvSpPr>
          <p:spPr>
            <a:xfrm flipH="false" flipV="false" rot="0">
              <a:off x="25400" y="25400"/>
              <a:ext cx="4145280" cy="9022080"/>
            </a:xfrm>
            <a:custGeom>
              <a:avLst/>
              <a:gdLst/>
              <a:ahLst/>
              <a:cxnLst/>
              <a:rect r="r" b="b" t="t" l="l"/>
              <a:pathLst>
                <a:path h="9022080" w="4145280">
                  <a:moveTo>
                    <a:pt x="0" y="0"/>
                  </a:moveTo>
                  <a:lnTo>
                    <a:pt x="4145280" y="0"/>
                  </a:lnTo>
                  <a:lnTo>
                    <a:pt x="4145280" y="9022080"/>
                  </a:lnTo>
                  <a:lnTo>
                    <a:pt x="0" y="9022080"/>
                  </a:lnTo>
                  <a:close/>
                </a:path>
              </a:pathLst>
            </a:custGeom>
            <a:solidFill>
              <a:srgbClr val="1A1A35"/>
            </a:solidFill>
          </p:spPr>
        </p:sp>
        <p:sp>
          <p:nvSpPr>
            <p:cNvPr name="Freeform 115" id="115"/>
            <p:cNvSpPr/>
            <p:nvPr/>
          </p:nvSpPr>
          <p:spPr>
            <a:xfrm flipH="false" flipV="false" rot="0">
              <a:off x="0" y="0"/>
              <a:ext cx="4196080" cy="9072880"/>
            </a:xfrm>
            <a:custGeom>
              <a:avLst/>
              <a:gdLst/>
              <a:ahLst/>
              <a:cxnLst/>
              <a:rect r="r" b="b" t="t" l="l"/>
              <a:pathLst>
                <a:path h="9072880" w="4196080">
                  <a:moveTo>
                    <a:pt x="25400" y="0"/>
                  </a:moveTo>
                  <a:lnTo>
                    <a:pt x="4170680" y="0"/>
                  </a:lnTo>
                  <a:cubicBezTo>
                    <a:pt x="4184650" y="0"/>
                    <a:pt x="4196080" y="11430"/>
                    <a:pt x="4196080" y="25400"/>
                  </a:cubicBezTo>
                  <a:lnTo>
                    <a:pt x="4196080" y="9047480"/>
                  </a:lnTo>
                  <a:cubicBezTo>
                    <a:pt x="4196080" y="9061450"/>
                    <a:pt x="4184650" y="9072880"/>
                    <a:pt x="4170680" y="9072880"/>
                  </a:cubicBezTo>
                  <a:lnTo>
                    <a:pt x="25400" y="9072880"/>
                  </a:lnTo>
                  <a:cubicBezTo>
                    <a:pt x="11430" y="9072880"/>
                    <a:pt x="0" y="9061450"/>
                    <a:pt x="0" y="9047480"/>
                  </a:cubicBezTo>
                  <a:lnTo>
                    <a:pt x="0" y="25400"/>
                  </a:lnTo>
                  <a:cubicBezTo>
                    <a:pt x="0" y="11430"/>
                    <a:pt x="11430" y="0"/>
                    <a:pt x="25400" y="0"/>
                  </a:cubicBezTo>
                  <a:moveTo>
                    <a:pt x="25400" y="50800"/>
                  </a:moveTo>
                  <a:lnTo>
                    <a:pt x="25400" y="25400"/>
                  </a:lnTo>
                  <a:lnTo>
                    <a:pt x="50800" y="25400"/>
                  </a:lnTo>
                  <a:lnTo>
                    <a:pt x="50800" y="9047480"/>
                  </a:lnTo>
                  <a:lnTo>
                    <a:pt x="25400" y="9047480"/>
                  </a:lnTo>
                  <a:lnTo>
                    <a:pt x="25400" y="9022080"/>
                  </a:lnTo>
                  <a:lnTo>
                    <a:pt x="4170680" y="9022080"/>
                  </a:lnTo>
                  <a:lnTo>
                    <a:pt x="4170680" y="9047480"/>
                  </a:lnTo>
                  <a:lnTo>
                    <a:pt x="4145280" y="9047480"/>
                  </a:lnTo>
                  <a:lnTo>
                    <a:pt x="4145280" y="25400"/>
                  </a:lnTo>
                  <a:lnTo>
                    <a:pt x="4170680" y="25400"/>
                  </a:lnTo>
                  <a:lnTo>
                    <a:pt x="4170680" y="50800"/>
                  </a:lnTo>
                  <a:lnTo>
                    <a:pt x="25400" y="50800"/>
                  </a:lnTo>
                  <a:close/>
                </a:path>
              </a:pathLst>
            </a:custGeom>
            <a:solidFill>
              <a:srgbClr val="6AF7C4"/>
            </a:solidFill>
          </p:spPr>
        </p:sp>
      </p:grpSp>
      <p:grpSp>
        <p:nvGrpSpPr>
          <p:cNvPr name="Group 116" id="116"/>
          <p:cNvGrpSpPr/>
          <p:nvPr/>
        </p:nvGrpSpPr>
        <p:grpSpPr>
          <a:xfrm rot="0">
            <a:off x="7485383" y="2821943"/>
            <a:ext cx="3134363" cy="848363"/>
            <a:chOff x="0" y="0"/>
            <a:chExt cx="4179151" cy="1131151"/>
          </a:xfrm>
        </p:grpSpPr>
        <p:sp>
          <p:nvSpPr>
            <p:cNvPr name="Freeform 117" id="117"/>
            <p:cNvSpPr/>
            <p:nvPr/>
          </p:nvSpPr>
          <p:spPr>
            <a:xfrm flipH="false" flipV="false" rot="0">
              <a:off x="16891" y="16891"/>
              <a:ext cx="4145280" cy="1097280"/>
            </a:xfrm>
            <a:custGeom>
              <a:avLst/>
              <a:gdLst/>
              <a:ahLst/>
              <a:cxnLst/>
              <a:rect r="r" b="b" t="t" l="l"/>
              <a:pathLst>
                <a:path h="1097280" w="4145280">
                  <a:moveTo>
                    <a:pt x="0" y="0"/>
                  </a:moveTo>
                  <a:lnTo>
                    <a:pt x="4145280" y="0"/>
                  </a:lnTo>
                  <a:lnTo>
                    <a:pt x="4145280" y="1097280"/>
                  </a:lnTo>
                  <a:lnTo>
                    <a:pt x="0" y="1097280"/>
                  </a:lnTo>
                  <a:close/>
                </a:path>
              </a:pathLst>
            </a:custGeom>
            <a:solidFill>
              <a:srgbClr val="6AF7C4">
                <a:alpha val="63922"/>
              </a:srgbClr>
            </a:solidFill>
          </p:spPr>
        </p:sp>
        <p:sp>
          <p:nvSpPr>
            <p:cNvPr name="Freeform 118" id="118"/>
            <p:cNvSpPr/>
            <p:nvPr/>
          </p:nvSpPr>
          <p:spPr>
            <a:xfrm flipH="false" flipV="false" rot="0">
              <a:off x="0" y="0"/>
              <a:ext cx="4179062" cy="1131064"/>
            </a:xfrm>
            <a:custGeom>
              <a:avLst/>
              <a:gdLst/>
              <a:ahLst/>
              <a:cxnLst/>
              <a:rect r="r" b="b" t="t" l="l"/>
              <a:pathLst>
                <a:path h="1131064" w="4179062">
                  <a:moveTo>
                    <a:pt x="16891" y="0"/>
                  </a:moveTo>
                  <a:lnTo>
                    <a:pt x="4162171" y="0"/>
                  </a:lnTo>
                  <a:cubicBezTo>
                    <a:pt x="4171569" y="0"/>
                    <a:pt x="4179062" y="7620"/>
                    <a:pt x="4179062" y="16891"/>
                  </a:cubicBezTo>
                  <a:lnTo>
                    <a:pt x="4179062" y="1114171"/>
                  </a:lnTo>
                  <a:cubicBezTo>
                    <a:pt x="4179062" y="1123569"/>
                    <a:pt x="4171442" y="1131062"/>
                    <a:pt x="416217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4162171" y="1097280"/>
                  </a:lnTo>
                  <a:lnTo>
                    <a:pt x="4162171" y="1114171"/>
                  </a:lnTo>
                  <a:lnTo>
                    <a:pt x="4145280" y="1114171"/>
                  </a:lnTo>
                  <a:lnTo>
                    <a:pt x="4145280" y="16891"/>
                  </a:lnTo>
                  <a:lnTo>
                    <a:pt x="4162171" y="16891"/>
                  </a:lnTo>
                  <a:lnTo>
                    <a:pt x="4162171" y="33909"/>
                  </a:lnTo>
                  <a:lnTo>
                    <a:pt x="16891" y="33909"/>
                  </a:lnTo>
                  <a:close/>
                </a:path>
              </a:pathLst>
            </a:custGeom>
            <a:solidFill>
              <a:srgbClr val="6AF7C4"/>
            </a:solidFill>
          </p:spPr>
        </p:sp>
      </p:grpSp>
      <p:grpSp>
        <p:nvGrpSpPr>
          <p:cNvPr name="Group 119" id="119"/>
          <p:cNvGrpSpPr/>
          <p:nvPr/>
        </p:nvGrpSpPr>
        <p:grpSpPr>
          <a:xfrm rot="0">
            <a:off x="7498080" y="2834640"/>
            <a:ext cx="3108960" cy="822960"/>
            <a:chOff x="0" y="0"/>
            <a:chExt cx="4145280" cy="1097280"/>
          </a:xfrm>
        </p:grpSpPr>
        <p:sp>
          <p:nvSpPr>
            <p:cNvPr name="Freeform 120" id="120"/>
            <p:cNvSpPr/>
            <p:nvPr/>
          </p:nvSpPr>
          <p:spPr>
            <a:xfrm flipH="false" flipV="false" rot="0">
              <a:off x="0" y="0"/>
              <a:ext cx="4145280" cy="1097280"/>
            </a:xfrm>
            <a:custGeom>
              <a:avLst/>
              <a:gdLst/>
              <a:ahLst/>
              <a:cxnLst/>
              <a:rect r="r" b="b" t="t" l="l"/>
              <a:pathLst>
                <a:path h="1097280" w="4145280">
                  <a:moveTo>
                    <a:pt x="0" y="0"/>
                  </a:moveTo>
                  <a:lnTo>
                    <a:pt x="4145280" y="0"/>
                  </a:lnTo>
                  <a:lnTo>
                    <a:pt x="4145280" y="1097280"/>
                  </a:lnTo>
                  <a:lnTo>
                    <a:pt x="0" y="1097280"/>
                  </a:lnTo>
                  <a:close/>
                </a:path>
              </a:pathLst>
            </a:custGeom>
            <a:blipFill>
              <a:blip r:embed="rId2">
                <a:alphaModFix amt="0"/>
              </a:blip>
              <a:stretch>
                <a:fillRect l="0" t="-23610" r="0" b="-23610"/>
              </a:stretch>
            </a:blipFill>
          </p:spPr>
        </p:sp>
        <p:sp>
          <p:nvSpPr>
            <p:cNvPr name="TextBox 121" id="121"/>
            <p:cNvSpPr txBox="true"/>
            <p:nvPr/>
          </p:nvSpPr>
          <p:spPr>
            <a:xfrm>
              <a:off x="0" y="-19050"/>
              <a:ext cx="4145280" cy="1116330"/>
            </a:xfrm>
            <a:prstGeom prst="rect">
              <a:avLst/>
            </a:prstGeom>
          </p:spPr>
          <p:txBody>
            <a:bodyPr anchor="ctr" rtlCol="false" tIns="0" lIns="0" bIns="0" rIns="0"/>
            <a:lstStyle/>
            <a:p>
              <a:pPr algn="ctr">
                <a:lnSpc>
                  <a:spcPts val="2160"/>
                </a:lnSpc>
              </a:pPr>
              <a:r>
                <a:rPr lang="en-US" sz="1800" b="true">
                  <a:solidFill>
                    <a:srgbClr val="FFFFFF"/>
                  </a:solidFill>
                  <a:latin typeface="Arial Bold"/>
                  <a:ea typeface="Arial Bold"/>
                  <a:cs typeface="Arial Bold"/>
                  <a:sym typeface="Arial Bold"/>
                </a:rPr>
                <a:t>Mood Pick</a:t>
              </a:r>
            </a:p>
          </p:txBody>
        </p:sp>
      </p:grpSp>
      <p:grpSp>
        <p:nvGrpSpPr>
          <p:cNvPr name="Group 122" id="122"/>
          <p:cNvGrpSpPr/>
          <p:nvPr/>
        </p:nvGrpSpPr>
        <p:grpSpPr>
          <a:xfrm rot="0">
            <a:off x="8582663" y="2876807"/>
            <a:ext cx="939803" cy="208283"/>
            <a:chOff x="0" y="0"/>
            <a:chExt cx="1253071" cy="277711"/>
          </a:xfrm>
        </p:grpSpPr>
        <p:sp>
          <p:nvSpPr>
            <p:cNvPr name="Freeform 123" id="123"/>
            <p:cNvSpPr/>
            <p:nvPr/>
          </p:nvSpPr>
          <p:spPr>
            <a:xfrm flipH="false" flipV="false" rot="0">
              <a:off x="16891" y="16891"/>
              <a:ext cx="1219200" cy="243840"/>
            </a:xfrm>
            <a:custGeom>
              <a:avLst/>
              <a:gdLst/>
              <a:ahLst/>
              <a:cxnLst/>
              <a:rect r="r" b="b" t="t" l="l"/>
              <a:pathLst>
                <a:path h="243840" w="1219200">
                  <a:moveTo>
                    <a:pt x="0" y="121920"/>
                  </a:moveTo>
                  <a:cubicBezTo>
                    <a:pt x="0" y="54610"/>
                    <a:pt x="272923" y="0"/>
                    <a:pt x="609600" y="0"/>
                  </a:cubicBezTo>
                  <a:cubicBezTo>
                    <a:pt x="946277" y="0"/>
                    <a:pt x="1219200" y="54610"/>
                    <a:pt x="1219200" y="121920"/>
                  </a:cubicBezTo>
                  <a:cubicBezTo>
                    <a:pt x="1219200" y="189230"/>
                    <a:pt x="946277" y="243840"/>
                    <a:pt x="609600" y="243840"/>
                  </a:cubicBezTo>
                  <a:cubicBezTo>
                    <a:pt x="272923" y="243840"/>
                    <a:pt x="0" y="189230"/>
                    <a:pt x="0" y="121920"/>
                  </a:cubicBezTo>
                  <a:close/>
                </a:path>
              </a:pathLst>
            </a:custGeom>
            <a:solidFill>
              <a:srgbClr val="0D0D1A"/>
            </a:solidFill>
          </p:spPr>
        </p:sp>
        <p:sp>
          <p:nvSpPr>
            <p:cNvPr name="Freeform 124" id="124"/>
            <p:cNvSpPr/>
            <p:nvPr/>
          </p:nvSpPr>
          <p:spPr>
            <a:xfrm flipH="false" flipV="false" rot="0">
              <a:off x="0" y="0"/>
              <a:ext cx="1253109" cy="277622"/>
            </a:xfrm>
            <a:custGeom>
              <a:avLst/>
              <a:gdLst/>
              <a:ahLst/>
              <a:cxnLst/>
              <a:rect r="r" b="b" t="t" l="l"/>
              <a:pathLst>
                <a:path h="277622" w="1253109">
                  <a:moveTo>
                    <a:pt x="0" y="138811"/>
                  </a:moveTo>
                  <a:lnTo>
                    <a:pt x="16891" y="138811"/>
                  </a:lnTo>
                  <a:lnTo>
                    <a:pt x="0" y="138811"/>
                  </a:lnTo>
                  <a:cubicBezTo>
                    <a:pt x="0" y="49784"/>
                    <a:pt x="303530" y="0"/>
                    <a:pt x="626491" y="0"/>
                  </a:cubicBezTo>
                  <a:cubicBezTo>
                    <a:pt x="949452" y="0"/>
                    <a:pt x="1253109" y="49784"/>
                    <a:pt x="1253109" y="138811"/>
                  </a:cubicBezTo>
                  <a:lnTo>
                    <a:pt x="1236091" y="138811"/>
                  </a:lnTo>
                  <a:lnTo>
                    <a:pt x="1252982" y="138811"/>
                  </a:lnTo>
                  <a:cubicBezTo>
                    <a:pt x="1252982" y="227838"/>
                    <a:pt x="949452" y="277622"/>
                    <a:pt x="626491" y="277622"/>
                  </a:cubicBezTo>
                  <a:lnTo>
                    <a:pt x="626491" y="260731"/>
                  </a:lnTo>
                  <a:lnTo>
                    <a:pt x="626491" y="277622"/>
                  </a:lnTo>
                  <a:cubicBezTo>
                    <a:pt x="303530" y="277749"/>
                    <a:pt x="0" y="227838"/>
                    <a:pt x="0" y="138811"/>
                  </a:cubicBezTo>
                  <a:lnTo>
                    <a:pt x="16891" y="138811"/>
                  </a:lnTo>
                  <a:lnTo>
                    <a:pt x="33909" y="138811"/>
                  </a:lnTo>
                  <a:lnTo>
                    <a:pt x="16891" y="138811"/>
                  </a:lnTo>
                  <a:lnTo>
                    <a:pt x="0" y="138811"/>
                  </a:lnTo>
                  <a:moveTo>
                    <a:pt x="33909" y="138811"/>
                  </a:moveTo>
                  <a:cubicBezTo>
                    <a:pt x="33909" y="148209"/>
                    <a:pt x="26289" y="155702"/>
                    <a:pt x="17018" y="155702"/>
                  </a:cubicBezTo>
                  <a:cubicBezTo>
                    <a:pt x="7747" y="155702"/>
                    <a:pt x="0" y="148209"/>
                    <a:pt x="0" y="138811"/>
                  </a:cubicBezTo>
                  <a:cubicBezTo>
                    <a:pt x="0" y="129413"/>
                    <a:pt x="7620" y="121920"/>
                    <a:pt x="16891" y="121920"/>
                  </a:cubicBezTo>
                  <a:cubicBezTo>
                    <a:pt x="26162" y="121920"/>
                    <a:pt x="33782" y="129540"/>
                    <a:pt x="33782" y="138811"/>
                  </a:cubicBezTo>
                  <a:cubicBezTo>
                    <a:pt x="33782" y="184404"/>
                    <a:pt x="276098" y="243840"/>
                    <a:pt x="626491" y="243840"/>
                  </a:cubicBezTo>
                  <a:cubicBezTo>
                    <a:pt x="976884" y="243840"/>
                    <a:pt x="1219200" y="184531"/>
                    <a:pt x="1219200" y="138811"/>
                  </a:cubicBezTo>
                  <a:cubicBezTo>
                    <a:pt x="1219200" y="93218"/>
                    <a:pt x="976884" y="33782"/>
                    <a:pt x="626491" y="33782"/>
                  </a:cubicBezTo>
                  <a:lnTo>
                    <a:pt x="626491" y="16891"/>
                  </a:lnTo>
                  <a:lnTo>
                    <a:pt x="626491" y="33909"/>
                  </a:lnTo>
                  <a:cubicBezTo>
                    <a:pt x="276098" y="33909"/>
                    <a:pt x="33782" y="93218"/>
                    <a:pt x="33782" y="138938"/>
                  </a:cubicBezTo>
                  <a:close/>
                </a:path>
              </a:pathLst>
            </a:custGeom>
            <a:solidFill>
              <a:srgbClr val="0D0D1A"/>
            </a:solidFill>
          </p:spPr>
        </p:sp>
      </p:grpSp>
      <p:grpSp>
        <p:nvGrpSpPr>
          <p:cNvPr name="Group 125" id="125"/>
          <p:cNvGrpSpPr/>
          <p:nvPr/>
        </p:nvGrpSpPr>
        <p:grpSpPr>
          <a:xfrm rot="0">
            <a:off x="7677150" y="3836670"/>
            <a:ext cx="2750820" cy="1013460"/>
            <a:chOff x="0" y="0"/>
            <a:chExt cx="3667760" cy="1351280"/>
          </a:xfrm>
        </p:grpSpPr>
        <p:sp>
          <p:nvSpPr>
            <p:cNvPr name="Freeform 126" id="126"/>
            <p:cNvSpPr/>
            <p:nvPr/>
          </p:nvSpPr>
          <p:spPr>
            <a:xfrm flipH="false" flipV="false" rot="0">
              <a:off x="5080" y="5080"/>
              <a:ext cx="3657600" cy="1341120"/>
            </a:xfrm>
            <a:custGeom>
              <a:avLst/>
              <a:gdLst/>
              <a:ahLst/>
              <a:cxnLst/>
              <a:rect r="r" b="b" t="t" l="l"/>
              <a:pathLst>
                <a:path h="1341120" w="3657600">
                  <a:moveTo>
                    <a:pt x="0" y="0"/>
                  </a:moveTo>
                  <a:lnTo>
                    <a:pt x="3657600" y="0"/>
                  </a:lnTo>
                  <a:lnTo>
                    <a:pt x="3657600" y="1341120"/>
                  </a:lnTo>
                  <a:lnTo>
                    <a:pt x="0" y="1341120"/>
                  </a:lnTo>
                  <a:close/>
                </a:path>
              </a:pathLst>
            </a:custGeom>
            <a:solidFill>
              <a:srgbClr val="13132A"/>
            </a:solidFill>
          </p:spPr>
        </p:sp>
        <p:sp>
          <p:nvSpPr>
            <p:cNvPr name="Freeform 127" id="127"/>
            <p:cNvSpPr/>
            <p:nvPr/>
          </p:nvSpPr>
          <p:spPr>
            <a:xfrm flipH="false" flipV="false" rot="0">
              <a:off x="0" y="0"/>
              <a:ext cx="3667760" cy="1351280"/>
            </a:xfrm>
            <a:custGeom>
              <a:avLst/>
              <a:gdLst/>
              <a:ahLst/>
              <a:cxnLst/>
              <a:rect r="r" b="b" t="t" l="l"/>
              <a:pathLst>
                <a:path h="1351280" w="3667760">
                  <a:moveTo>
                    <a:pt x="5080" y="0"/>
                  </a:moveTo>
                  <a:lnTo>
                    <a:pt x="3662680" y="0"/>
                  </a:lnTo>
                  <a:cubicBezTo>
                    <a:pt x="3665474" y="0"/>
                    <a:pt x="3667760" y="2286"/>
                    <a:pt x="3667760" y="5080"/>
                  </a:cubicBezTo>
                  <a:lnTo>
                    <a:pt x="3667760" y="1346200"/>
                  </a:lnTo>
                  <a:cubicBezTo>
                    <a:pt x="3667760" y="1348994"/>
                    <a:pt x="3665474" y="1351280"/>
                    <a:pt x="3662680" y="1351280"/>
                  </a:cubicBezTo>
                  <a:lnTo>
                    <a:pt x="5080" y="1351280"/>
                  </a:lnTo>
                  <a:cubicBezTo>
                    <a:pt x="2286" y="1351280"/>
                    <a:pt x="0" y="1348994"/>
                    <a:pt x="0" y="1346200"/>
                  </a:cubicBezTo>
                  <a:lnTo>
                    <a:pt x="0" y="5080"/>
                  </a:lnTo>
                  <a:cubicBezTo>
                    <a:pt x="0" y="2286"/>
                    <a:pt x="2286" y="0"/>
                    <a:pt x="5080" y="0"/>
                  </a:cubicBezTo>
                  <a:moveTo>
                    <a:pt x="5080" y="10160"/>
                  </a:moveTo>
                  <a:lnTo>
                    <a:pt x="5080" y="5080"/>
                  </a:lnTo>
                  <a:lnTo>
                    <a:pt x="10160" y="5080"/>
                  </a:lnTo>
                  <a:lnTo>
                    <a:pt x="10160" y="1346200"/>
                  </a:lnTo>
                  <a:lnTo>
                    <a:pt x="5080" y="1346200"/>
                  </a:lnTo>
                  <a:lnTo>
                    <a:pt x="5080" y="1341120"/>
                  </a:lnTo>
                  <a:lnTo>
                    <a:pt x="3662680" y="1341120"/>
                  </a:lnTo>
                  <a:lnTo>
                    <a:pt x="3662680" y="1346200"/>
                  </a:lnTo>
                  <a:lnTo>
                    <a:pt x="3657600" y="1346200"/>
                  </a:lnTo>
                  <a:lnTo>
                    <a:pt x="3657600" y="5080"/>
                  </a:lnTo>
                  <a:lnTo>
                    <a:pt x="3662680" y="5080"/>
                  </a:lnTo>
                  <a:lnTo>
                    <a:pt x="3662680" y="10160"/>
                  </a:lnTo>
                  <a:lnTo>
                    <a:pt x="5080" y="10160"/>
                  </a:lnTo>
                  <a:close/>
                </a:path>
              </a:pathLst>
            </a:custGeom>
            <a:solidFill>
              <a:srgbClr val="6AF7C4"/>
            </a:solidFill>
          </p:spPr>
        </p:sp>
      </p:grpSp>
      <p:grpSp>
        <p:nvGrpSpPr>
          <p:cNvPr name="Group 128" id="128"/>
          <p:cNvGrpSpPr/>
          <p:nvPr/>
        </p:nvGrpSpPr>
        <p:grpSpPr>
          <a:xfrm rot="0">
            <a:off x="7668263" y="3827783"/>
            <a:ext cx="171707" cy="1031243"/>
            <a:chOff x="0" y="0"/>
            <a:chExt cx="228943" cy="1374991"/>
          </a:xfrm>
        </p:grpSpPr>
        <p:sp>
          <p:nvSpPr>
            <p:cNvPr name="Freeform 129" id="129"/>
            <p:cNvSpPr/>
            <p:nvPr/>
          </p:nvSpPr>
          <p:spPr>
            <a:xfrm flipH="false" flipV="false" rot="0">
              <a:off x="16891" y="16891"/>
              <a:ext cx="195072" cy="1341120"/>
            </a:xfrm>
            <a:custGeom>
              <a:avLst/>
              <a:gdLst/>
              <a:ahLst/>
              <a:cxnLst/>
              <a:rect r="r" b="b" t="t" l="l"/>
              <a:pathLst>
                <a:path h="1341120" w="195072">
                  <a:moveTo>
                    <a:pt x="0" y="0"/>
                  </a:moveTo>
                  <a:lnTo>
                    <a:pt x="195072" y="0"/>
                  </a:lnTo>
                  <a:lnTo>
                    <a:pt x="195072" y="1341120"/>
                  </a:lnTo>
                  <a:lnTo>
                    <a:pt x="0" y="1341120"/>
                  </a:lnTo>
                  <a:close/>
                </a:path>
              </a:pathLst>
            </a:custGeom>
            <a:solidFill>
              <a:srgbClr val="6AF7C4"/>
            </a:solidFill>
          </p:spPr>
        </p:sp>
        <p:sp>
          <p:nvSpPr>
            <p:cNvPr name="Freeform 130" id="130"/>
            <p:cNvSpPr/>
            <p:nvPr/>
          </p:nvSpPr>
          <p:spPr>
            <a:xfrm flipH="false" flipV="false" rot="0">
              <a:off x="0" y="0"/>
              <a:ext cx="228854" cy="1374902"/>
            </a:xfrm>
            <a:custGeom>
              <a:avLst/>
              <a:gdLst/>
              <a:ahLst/>
              <a:cxnLst/>
              <a:rect r="r" b="b" t="t" l="l"/>
              <a:pathLst>
                <a:path h="1374902" w="228854">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6AF7C4"/>
            </a:solidFill>
          </p:spPr>
        </p:sp>
      </p:grpSp>
      <p:grpSp>
        <p:nvGrpSpPr>
          <p:cNvPr name="Group 131" id="131"/>
          <p:cNvGrpSpPr/>
          <p:nvPr/>
        </p:nvGrpSpPr>
        <p:grpSpPr>
          <a:xfrm rot="0">
            <a:off x="7900416" y="3840480"/>
            <a:ext cx="2377440" cy="1005840"/>
            <a:chOff x="0" y="0"/>
            <a:chExt cx="3169920" cy="1341120"/>
          </a:xfrm>
        </p:grpSpPr>
        <p:sp>
          <p:nvSpPr>
            <p:cNvPr name="Freeform 132" id="132"/>
            <p:cNvSpPr/>
            <p:nvPr/>
          </p:nvSpPr>
          <p:spPr>
            <a:xfrm flipH="false" flipV="false" rot="0">
              <a:off x="0" y="0"/>
              <a:ext cx="3169920" cy="1341120"/>
            </a:xfrm>
            <a:custGeom>
              <a:avLst/>
              <a:gdLst/>
              <a:ahLst/>
              <a:cxnLst/>
              <a:rect r="r" b="b" t="t" l="l"/>
              <a:pathLst>
                <a:path h="1341120" w="3169920">
                  <a:moveTo>
                    <a:pt x="0" y="0"/>
                  </a:moveTo>
                  <a:lnTo>
                    <a:pt x="3169920" y="0"/>
                  </a:lnTo>
                  <a:lnTo>
                    <a:pt x="3169920" y="1341120"/>
                  </a:lnTo>
                  <a:lnTo>
                    <a:pt x="0" y="1341120"/>
                  </a:lnTo>
                  <a:close/>
                </a:path>
              </a:pathLst>
            </a:custGeom>
            <a:blipFill>
              <a:blip r:embed="rId2">
                <a:alphaModFix amt="0"/>
              </a:blip>
              <a:stretch>
                <a:fillRect l="-4282" t="0" r="-4282" b="0"/>
              </a:stretch>
            </a:blipFill>
          </p:spPr>
        </p:sp>
        <p:sp>
          <p:nvSpPr>
            <p:cNvPr name="TextBox 133" id="133"/>
            <p:cNvSpPr txBox="true"/>
            <p:nvPr/>
          </p:nvSpPr>
          <p:spPr>
            <a:xfrm>
              <a:off x="0" y="-28575"/>
              <a:ext cx="3169920" cy="136969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8 Mood Options</a:t>
              </a:r>
            </a:p>
          </p:txBody>
        </p:sp>
      </p:grpSp>
      <p:grpSp>
        <p:nvGrpSpPr>
          <p:cNvPr name="Group 134" id="134"/>
          <p:cNvGrpSpPr/>
          <p:nvPr/>
        </p:nvGrpSpPr>
        <p:grpSpPr>
          <a:xfrm rot="0">
            <a:off x="7677150" y="5116830"/>
            <a:ext cx="2750820" cy="1013460"/>
            <a:chOff x="0" y="0"/>
            <a:chExt cx="3667760" cy="1351280"/>
          </a:xfrm>
        </p:grpSpPr>
        <p:sp>
          <p:nvSpPr>
            <p:cNvPr name="Freeform 135" id="135"/>
            <p:cNvSpPr/>
            <p:nvPr/>
          </p:nvSpPr>
          <p:spPr>
            <a:xfrm flipH="false" flipV="false" rot="0">
              <a:off x="5080" y="5080"/>
              <a:ext cx="3657600" cy="1341120"/>
            </a:xfrm>
            <a:custGeom>
              <a:avLst/>
              <a:gdLst/>
              <a:ahLst/>
              <a:cxnLst/>
              <a:rect r="r" b="b" t="t" l="l"/>
              <a:pathLst>
                <a:path h="1341120" w="3657600">
                  <a:moveTo>
                    <a:pt x="0" y="0"/>
                  </a:moveTo>
                  <a:lnTo>
                    <a:pt x="3657600" y="0"/>
                  </a:lnTo>
                  <a:lnTo>
                    <a:pt x="3657600" y="1341120"/>
                  </a:lnTo>
                  <a:lnTo>
                    <a:pt x="0" y="1341120"/>
                  </a:lnTo>
                  <a:close/>
                </a:path>
              </a:pathLst>
            </a:custGeom>
            <a:solidFill>
              <a:srgbClr val="13132A"/>
            </a:solidFill>
          </p:spPr>
        </p:sp>
        <p:sp>
          <p:nvSpPr>
            <p:cNvPr name="Freeform 136" id="136"/>
            <p:cNvSpPr/>
            <p:nvPr/>
          </p:nvSpPr>
          <p:spPr>
            <a:xfrm flipH="false" flipV="false" rot="0">
              <a:off x="0" y="0"/>
              <a:ext cx="3667760" cy="1351280"/>
            </a:xfrm>
            <a:custGeom>
              <a:avLst/>
              <a:gdLst/>
              <a:ahLst/>
              <a:cxnLst/>
              <a:rect r="r" b="b" t="t" l="l"/>
              <a:pathLst>
                <a:path h="1351280" w="3667760">
                  <a:moveTo>
                    <a:pt x="5080" y="0"/>
                  </a:moveTo>
                  <a:lnTo>
                    <a:pt x="3662680" y="0"/>
                  </a:lnTo>
                  <a:cubicBezTo>
                    <a:pt x="3665474" y="0"/>
                    <a:pt x="3667760" y="2286"/>
                    <a:pt x="3667760" y="5080"/>
                  </a:cubicBezTo>
                  <a:lnTo>
                    <a:pt x="3667760" y="1346200"/>
                  </a:lnTo>
                  <a:cubicBezTo>
                    <a:pt x="3667760" y="1348994"/>
                    <a:pt x="3665474" y="1351280"/>
                    <a:pt x="3662680" y="1351280"/>
                  </a:cubicBezTo>
                  <a:lnTo>
                    <a:pt x="5080" y="1351280"/>
                  </a:lnTo>
                  <a:cubicBezTo>
                    <a:pt x="2286" y="1351280"/>
                    <a:pt x="0" y="1348994"/>
                    <a:pt x="0" y="1346200"/>
                  </a:cubicBezTo>
                  <a:lnTo>
                    <a:pt x="0" y="5080"/>
                  </a:lnTo>
                  <a:cubicBezTo>
                    <a:pt x="0" y="2286"/>
                    <a:pt x="2286" y="0"/>
                    <a:pt x="5080" y="0"/>
                  </a:cubicBezTo>
                  <a:moveTo>
                    <a:pt x="5080" y="10160"/>
                  </a:moveTo>
                  <a:lnTo>
                    <a:pt x="5080" y="5080"/>
                  </a:lnTo>
                  <a:lnTo>
                    <a:pt x="10160" y="5080"/>
                  </a:lnTo>
                  <a:lnTo>
                    <a:pt x="10160" y="1346200"/>
                  </a:lnTo>
                  <a:lnTo>
                    <a:pt x="5080" y="1346200"/>
                  </a:lnTo>
                  <a:lnTo>
                    <a:pt x="5080" y="1341120"/>
                  </a:lnTo>
                  <a:lnTo>
                    <a:pt x="3662680" y="1341120"/>
                  </a:lnTo>
                  <a:lnTo>
                    <a:pt x="3662680" y="1346200"/>
                  </a:lnTo>
                  <a:lnTo>
                    <a:pt x="3657600" y="1346200"/>
                  </a:lnTo>
                  <a:lnTo>
                    <a:pt x="3657600" y="5080"/>
                  </a:lnTo>
                  <a:lnTo>
                    <a:pt x="3662680" y="5080"/>
                  </a:lnTo>
                  <a:lnTo>
                    <a:pt x="3662680" y="10160"/>
                  </a:lnTo>
                  <a:lnTo>
                    <a:pt x="5080" y="10160"/>
                  </a:lnTo>
                  <a:close/>
                </a:path>
              </a:pathLst>
            </a:custGeom>
            <a:solidFill>
              <a:srgbClr val="6AF7C4"/>
            </a:solidFill>
          </p:spPr>
        </p:sp>
      </p:grpSp>
      <p:grpSp>
        <p:nvGrpSpPr>
          <p:cNvPr name="Group 137" id="137"/>
          <p:cNvGrpSpPr/>
          <p:nvPr/>
        </p:nvGrpSpPr>
        <p:grpSpPr>
          <a:xfrm rot="0">
            <a:off x="7668263" y="5107943"/>
            <a:ext cx="171707" cy="1031243"/>
            <a:chOff x="0" y="0"/>
            <a:chExt cx="228943" cy="1374991"/>
          </a:xfrm>
        </p:grpSpPr>
        <p:sp>
          <p:nvSpPr>
            <p:cNvPr name="Freeform 138" id="138"/>
            <p:cNvSpPr/>
            <p:nvPr/>
          </p:nvSpPr>
          <p:spPr>
            <a:xfrm flipH="false" flipV="false" rot="0">
              <a:off x="16891" y="16891"/>
              <a:ext cx="195072" cy="1341120"/>
            </a:xfrm>
            <a:custGeom>
              <a:avLst/>
              <a:gdLst/>
              <a:ahLst/>
              <a:cxnLst/>
              <a:rect r="r" b="b" t="t" l="l"/>
              <a:pathLst>
                <a:path h="1341120" w="195072">
                  <a:moveTo>
                    <a:pt x="0" y="0"/>
                  </a:moveTo>
                  <a:lnTo>
                    <a:pt x="195072" y="0"/>
                  </a:lnTo>
                  <a:lnTo>
                    <a:pt x="195072" y="1341120"/>
                  </a:lnTo>
                  <a:lnTo>
                    <a:pt x="0" y="1341120"/>
                  </a:lnTo>
                  <a:close/>
                </a:path>
              </a:pathLst>
            </a:custGeom>
            <a:solidFill>
              <a:srgbClr val="6AF7C4"/>
            </a:solidFill>
          </p:spPr>
        </p:sp>
        <p:sp>
          <p:nvSpPr>
            <p:cNvPr name="Freeform 139" id="139"/>
            <p:cNvSpPr/>
            <p:nvPr/>
          </p:nvSpPr>
          <p:spPr>
            <a:xfrm flipH="false" flipV="false" rot="0">
              <a:off x="0" y="0"/>
              <a:ext cx="228854" cy="1374902"/>
            </a:xfrm>
            <a:custGeom>
              <a:avLst/>
              <a:gdLst/>
              <a:ahLst/>
              <a:cxnLst/>
              <a:rect r="r" b="b" t="t" l="l"/>
              <a:pathLst>
                <a:path h="1374902" w="228854">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6AF7C4"/>
            </a:solidFill>
          </p:spPr>
        </p:sp>
      </p:grpSp>
      <p:grpSp>
        <p:nvGrpSpPr>
          <p:cNvPr name="Group 140" id="140"/>
          <p:cNvGrpSpPr/>
          <p:nvPr/>
        </p:nvGrpSpPr>
        <p:grpSpPr>
          <a:xfrm rot="0">
            <a:off x="7900416" y="5120640"/>
            <a:ext cx="2377440" cy="1005840"/>
            <a:chOff x="0" y="0"/>
            <a:chExt cx="3169920" cy="1341120"/>
          </a:xfrm>
        </p:grpSpPr>
        <p:sp>
          <p:nvSpPr>
            <p:cNvPr name="Freeform 141" id="141"/>
            <p:cNvSpPr/>
            <p:nvPr/>
          </p:nvSpPr>
          <p:spPr>
            <a:xfrm flipH="false" flipV="false" rot="0">
              <a:off x="0" y="0"/>
              <a:ext cx="3169920" cy="1341120"/>
            </a:xfrm>
            <a:custGeom>
              <a:avLst/>
              <a:gdLst/>
              <a:ahLst/>
              <a:cxnLst/>
              <a:rect r="r" b="b" t="t" l="l"/>
              <a:pathLst>
                <a:path h="1341120" w="3169920">
                  <a:moveTo>
                    <a:pt x="0" y="0"/>
                  </a:moveTo>
                  <a:lnTo>
                    <a:pt x="3169920" y="0"/>
                  </a:lnTo>
                  <a:lnTo>
                    <a:pt x="3169920" y="1341120"/>
                  </a:lnTo>
                  <a:lnTo>
                    <a:pt x="0" y="1341120"/>
                  </a:lnTo>
                  <a:close/>
                </a:path>
              </a:pathLst>
            </a:custGeom>
            <a:blipFill>
              <a:blip r:embed="rId2">
                <a:alphaModFix amt="0"/>
              </a:blip>
              <a:stretch>
                <a:fillRect l="-4282" t="0" r="-4282" b="0"/>
              </a:stretch>
            </a:blipFill>
          </p:spPr>
        </p:sp>
        <p:sp>
          <p:nvSpPr>
            <p:cNvPr name="TextBox 142" id="142"/>
            <p:cNvSpPr txBox="true"/>
            <p:nvPr/>
          </p:nvSpPr>
          <p:spPr>
            <a:xfrm>
              <a:off x="0" y="-28575"/>
              <a:ext cx="3169920" cy="136969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Instant Results</a:t>
              </a:r>
            </a:p>
          </p:txBody>
        </p:sp>
      </p:grpSp>
      <p:grpSp>
        <p:nvGrpSpPr>
          <p:cNvPr name="Group 143" id="143"/>
          <p:cNvGrpSpPr/>
          <p:nvPr/>
        </p:nvGrpSpPr>
        <p:grpSpPr>
          <a:xfrm rot="0">
            <a:off x="7677150" y="6396990"/>
            <a:ext cx="2750820" cy="1013460"/>
            <a:chOff x="0" y="0"/>
            <a:chExt cx="3667760" cy="1351280"/>
          </a:xfrm>
        </p:grpSpPr>
        <p:sp>
          <p:nvSpPr>
            <p:cNvPr name="Freeform 144" id="144"/>
            <p:cNvSpPr/>
            <p:nvPr/>
          </p:nvSpPr>
          <p:spPr>
            <a:xfrm flipH="false" flipV="false" rot="0">
              <a:off x="5080" y="5080"/>
              <a:ext cx="3657600" cy="1341120"/>
            </a:xfrm>
            <a:custGeom>
              <a:avLst/>
              <a:gdLst/>
              <a:ahLst/>
              <a:cxnLst/>
              <a:rect r="r" b="b" t="t" l="l"/>
              <a:pathLst>
                <a:path h="1341120" w="3657600">
                  <a:moveTo>
                    <a:pt x="0" y="0"/>
                  </a:moveTo>
                  <a:lnTo>
                    <a:pt x="3657600" y="0"/>
                  </a:lnTo>
                  <a:lnTo>
                    <a:pt x="3657600" y="1341120"/>
                  </a:lnTo>
                  <a:lnTo>
                    <a:pt x="0" y="1341120"/>
                  </a:lnTo>
                  <a:close/>
                </a:path>
              </a:pathLst>
            </a:custGeom>
            <a:solidFill>
              <a:srgbClr val="13132A"/>
            </a:solidFill>
          </p:spPr>
        </p:sp>
        <p:sp>
          <p:nvSpPr>
            <p:cNvPr name="Freeform 145" id="145"/>
            <p:cNvSpPr/>
            <p:nvPr/>
          </p:nvSpPr>
          <p:spPr>
            <a:xfrm flipH="false" flipV="false" rot="0">
              <a:off x="0" y="0"/>
              <a:ext cx="3667760" cy="1351280"/>
            </a:xfrm>
            <a:custGeom>
              <a:avLst/>
              <a:gdLst/>
              <a:ahLst/>
              <a:cxnLst/>
              <a:rect r="r" b="b" t="t" l="l"/>
              <a:pathLst>
                <a:path h="1351280" w="3667760">
                  <a:moveTo>
                    <a:pt x="5080" y="0"/>
                  </a:moveTo>
                  <a:lnTo>
                    <a:pt x="3662680" y="0"/>
                  </a:lnTo>
                  <a:cubicBezTo>
                    <a:pt x="3665474" y="0"/>
                    <a:pt x="3667760" y="2286"/>
                    <a:pt x="3667760" y="5080"/>
                  </a:cubicBezTo>
                  <a:lnTo>
                    <a:pt x="3667760" y="1346200"/>
                  </a:lnTo>
                  <a:cubicBezTo>
                    <a:pt x="3667760" y="1348994"/>
                    <a:pt x="3665474" y="1351280"/>
                    <a:pt x="3662680" y="1351280"/>
                  </a:cubicBezTo>
                  <a:lnTo>
                    <a:pt x="5080" y="1351280"/>
                  </a:lnTo>
                  <a:cubicBezTo>
                    <a:pt x="2286" y="1351280"/>
                    <a:pt x="0" y="1348994"/>
                    <a:pt x="0" y="1346200"/>
                  </a:cubicBezTo>
                  <a:lnTo>
                    <a:pt x="0" y="5080"/>
                  </a:lnTo>
                  <a:cubicBezTo>
                    <a:pt x="0" y="2286"/>
                    <a:pt x="2286" y="0"/>
                    <a:pt x="5080" y="0"/>
                  </a:cubicBezTo>
                  <a:moveTo>
                    <a:pt x="5080" y="10160"/>
                  </a:moveTo>
                  <a:lnTo>
                    <a:pt x="5080" y="5080"/>
                  </a:lnTo>
                  <a:lnTo>
                    <a:pt x="10160" y="5080"/>
                  </a:lnTo>
                  <a:lnTo>
                    <a:pt x="10160" y="1346200"/>
                  </a:lnTo>
                  <a:lnTo>
                    <a:pt x="5080" y="1346200"/>
                  </a:lnTo>
                  <a:lnTo>
                    <a:pt x="5080" y="1341120"/>
                  </a:lnTo>
                  <a:lnTo>
                    <a:pt x="3662680" y="1341120"/>
                  </a:lnTo>
                  <a:lnTo>
                    <a:pt x="3662680" y="1346200"/>
                  </a:lnTo>
                  <a:lnTo>
                    <a:pt x="3657600" y="1346200"/>
                  </a:lnTo>
                  <a:lnTo>
                    <a:pt x="3657600" y="5080"/>
                  </a:lnTo>
                  <a:lnTo>
                    <a:pt x="3662680" y="5080"/>
                  </a:lnTo>
                  <a:lnTo>
                    <a:pt x="3662680" y="10160"/>
                  </a:lnTo>
                  <a:lnTo>
                    <a:pt x="5080" y="10160"/>
                  </a:lnTo>
                  <a:close/>
                </a:path>
              </a:pathLst>
            </a:custGeom>
            <a:solidFill>
              <a:srgbClr val="6AF7C4"/>
            </a:solidFill>
          </p:spPr>
        </p:sp>
      </p:grpSp>
      <p:grpSp>
        <p:nvGrpSpPr>
          <p:cNvPr name="Group 146" id="146"/>
          <p:cNvGrpSpPr/>
          <p:nvPr/>
        </p:nvGrpSpPr>
        <p:grpSpPr>
          <a:xfrm rot="0">
            <a:off x="7668263" y="6388103"/>
            <a:ext cx="171707" cy="1031243"/>
            <a:chOff x="0" y="0"/>
            <a:chExt cx="228943" cy="1374991"/>
          </a:xfrm>
        </p:grpSpPr>
        <p:sp>
          <p:nvSpPr>
            <p:cNvPr name="Freeform 147" id="147"/>
            <p:cNvSpPr/>
            <p:nvPr/>
          </p:nvSpPr>
          <p:spPr>
            <a:xfrm flipH="false" flipV="false" rot="0">
              <a:off x="16891" y="16891"/>
              <a:ext cx="195072" cy="1341120"/>
            </a:xfrm>
            <a:custGeom>
              <a:avLst/>
              <a:gdLst/>
              <a:ahLst/>
              <a:cxnLst/>
              <a:rect r="r" b="b" t="t" l="l"/>
              <a:pathLst>
                <a:path h="1341120" w="195072">
                  <a:moveTo>
                    <a:pt x="0" y="0"/>
                  </a:moveTo>
                  <a:lnTo>
                    <a:pt x="195072" y="0"/>
                  </a:lnTo>
                  <a:lnTo>
                    <a:pt x="195072" y="1341120"/>
                  </a:lnTo>
                  <a:lnTo>
                    <a:pt x="0" y="1341120"/>
                  </a:lnTo>
                  <a:close/>
                </a:path>
              </a:pathLst>
            </a:custGeom>
            <a:solidFill>
              <a:srgbClr val="6AF7C4"/>
            </a:solidFill>
          </p:spPr>
        </p:sp>
        <p:sp>
          <p:nvSpPr>
            <p:cNvPr name="Freeform 148" id="148"/>
            <p:cNvSpPr/>
            <p:nvPr/>
          </p:nvSpPr>
          <p:spPr>
            <a:xfrm flipH="false" flipV="false" rot="0">
              <a:off x="0" y="0"/>
              <a:ext cx="228854" cy="1374902"/>
            </a:xfrm>
            <a:custGeom>
              <a:avLst/>
              <a:gdLst/>
              <a:ahLst/>
              <a:cxnLst/>
              <a:rect r="r" b="b" t="t" l="l"/>
              <a:pathLst>
                <a:path h="1374902" w="228854">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6AF7C4"/>
            </a:solidFill>
          </p:spPr>
        </p:sp>
      </p:grpSp>
      <p:grpSp>
        <p:nvGrpSpPr>
          <p:cNvPr name="Group 149" id="149"/>
          <p:cNvGrpSpPr/>
          <p:nvPr/>
        </p:nvGrpSpPr>
        <p:grpSpPr>
          <a:xfrm rot="0">
            <a:off x="7900416" y="6400800"/>
            <a:ext cx="2377440" cy="1005840"/>
            <a:chOff x="0" y="0"/>
            <a:chExt cx="3169920" cy="1341120"/>
          </a:xfrm>
        </p:grpSpPr>
        <p:sp>
          <p:nvSpPr>
            <p:cNvPr name="Freeform 150" id="150"/>
            <p:cNvSpPr/>
            <p:nvPr/>
          </p:nvSpPr>
          <p:spPr>
            <a:xfrm flipH="false" flipV="false" rot="0">
              <a:off x="0" y="0"/>
              <a:ext cx="3169920" cy="1341120"/>
            </a:xfrm>
            <a:custGeom>
              <a:avLst/>
              <a:gdLst/>
              <a:ahLst/>
              <a:cxnLst/>
              <a:rect r="r" b="b" t="t" l="l"/>
              <a:pathLst>
                <a:path h="1341120" w="3169920">
                  <a:moveTo>
                    <a:pt x="0" y="0"/>
                  </a:moveTo>
                  <a:lnTo>
                    <a:pt x="3169920" y="0"/>
                  </a:lnTo>
                  <a:lnTo>
                    <a:pt x="3169920" y="1341120"/>
                  </a:lnTo>
                  <a:lnTo>
                    <a:pt x="0" y="1341120"/>
                  </a:lnTo>
                  <a:close/>
                </a:path>
              </a:pathLst>
            </a:custGeom>
            <a:blipFill>
              <a:blip r:embed="rId2">
                <a:alphaModFix amt="0"/>
              </a:blip>
              <a:stretch>
                <a:fillRect l="-4282" t="0" r="-4282" b="0"/>
              </a:stretch>
            </a:blipFill>
          </p:spPr>
        </p:sp>
        <p:sp>
          <p:nvSpPr>
            <p:cNvPr name="TextBox 151" id="151"/>
            <p:cNvSpPr txBox="true"/>
            <p:nvPr/>
          </p:nvSpPr>
          <p:spPr>
            <a:xfrm>
              <a:off x="0" y="-28575"/>
              <a:ext cx="3169920" cy="136969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Add to List</a:t>
              </a:r>
            </a:p>
          </p:txBody>
        </p:sp>
      </p:grpSp>
      <p:grpSp>
        <p:nvGrpSpPr>
          <p:cNvPr name="Group 152" id="152"/>
          <p:cNvGrpSpPr/>
          <p:nvPr/>
        </p:nvGrpSpPr>
        <p:grpSpPr>
          <a:xfrm rot="0">
            <a:off x="7677150" y="7677150"/>
            <a:ext cx="2750820" cy="1013460"/>
            <a:chOff x="0" y="0"/>
            <a:chExt cx="3667760" cy="1351280"/>
          </a:xfrm>
        </p:grpSpPr>
        <p:sp>
          <p:nvSpPr>
            <p:cNvPr name="Freeform 153" id="153"/>
            <p:cNvSpPr/>
            <p:nvPr/>
          </p:nvSpPr>
          <p:spPr>
            <a:xfrm flipH="false" flipV="false" rot="0">
              <a:off x="5080" y="5080"/>
              <a:ext cx="3657600" cy="1341120"/>
            </a:xfrm>
            <a:custGeom>
              <a:avLst/>
              <a:gdLst/>
              <a:ahLst/>
              <a:cxnLst/>
              <a:rect r="r" b="b" t="t" l="l"/>
              <a:pathLst>
                <a:path h="1341120" w="3657600">
                  <a:moveTo>
                    <a:pt x="0" y="0"/>
                  </a:moveTo>
                  <a:lnTo>
                    <a:pt x="3657600" y="0"/>
                  </a:lnTo>
                  <a:lnTo>
                    <a:pt x="3657600" y="1341120"/>
                  </a:lnTo>
                  <a:lnTo>
                    <a:pt x="0" y="1341120"/>
                  </a:lnTo>
                  <a:close/>
                </a:path>
              </a:pathLst>
            </a:custGeom>
            <a:solidFill>
              <a:srgbClr val="13132A"/>
            </a:solidFill>
          </p:spPr>
        </p:sp>
        <p:sp>
          <p:nvSpPr>
            <p:cNvPr name="Freeform 154" id="154"/>
            <p:cNvSpPr/>
            <p:nvPr/>
          </p:nvSpPr>
          <p:spPr>
            <a:xfrm flipH="false" flipV="false" rot="0">
              <a:off x="0" y="0"/>
              <a:ext cx="3667760" cy="1351280"/>
            </a:xfrm>
            <a:custGeom>
              <a:avLst/>
              <a:gdLst/>
              <a:ahLst/>
              <a:cxnLst/>
              <a:rect r="r" b="b" t="t" l="l"/>
              <a:pathLst>
                <a:path h="1351280" w="3667760">
                  <a:moveTo>
                    <a:pt x="5080" y="0"/>
                  </a:moveTo>
                  <a:lnTo>
                    <a:pt x="3662680" y="0"/>
                  </a:lnTo>
                  <a:cubicBezTo>
                    <a:pt x="3665474" y="0"/>
                    <a:pt x="3667760" y="2286"/>
                    <a:pt x="3667760" y="5080"/>
                  </a:cubicBezTo>
                  <a:lnTo>
                    <a:pt x="3667760" y="1346200"/>
                  </a:lnTo>
                  <a:cubicBezTo>
                    <a:pt x="3667760" y="1348994"/>
                    <a:pt x="3665474" y="1351280"/>
                    <a:pt x="3662680" y="1351280"/>
                  </a:cubicBezTo>
                  <a:lnTo>
                    <a:pt x="5080" y="1351280"/>
                  </a:lnTo>
                  <a:cubicBezTo>
                    <a:pt x="2286" y="1351280"/>
                    <a:pt x="0" y="1348994"/>
                    <a:pt x="0" y="1346200"/>
                  </a:cubicBezTo>
                  <a:lnTo>
                    <a:pt x="0" y="5080"/>
                  </a:lnTo>
                  <a:cubicBezTo>
                    <a:pt x="0" y="2286"/>
                    <a:pt x="2286" y="0"/>
                    <a:pt x="5080" y="0"/>
                  </a:cubicBezTo>
                  <a:moveTo>
                    <a:pt x="5080" y="10160"/>
                  </a:moveTo>
                  <a:lnTo>
                    <a:pt x="5080" y="5080"/>
                  </a:lnTo>
                  <a:lnTo>
                    <a:pt x="10160" y="5080"/>
                  </a:lnTo>
                  <a:lnTo>
                    <a:pt x="10160" y="1346200"/>
                  </a:lnTo>
                  <a:lnTo>
                    <a:pt x="5080" y="1346200"/>
                  </a:lnTo>
                  <a:lnTo>
                    <a:pt x="5080" y="1341120"/>
                  </a:lnTo>
                  <a:lnTo>
                    <a:pt x="3662680" y="1341120"/>
                  </a:lnTo>
                  <a:lnTo>
                    <a:pt x="3662680" y="1346200"/>
                  </a:lnTo>
                  <a:lnTo>
                    <a:pt x="3657600" y="1346200"/>
                  </a:lnTo>
                  <a:lnTo>
                    <a:pt x="3657600" y="5080"/>
                  </a:lnTo>
                  <a:lnTo>
                    <a:pt x="3662680" y="5080"/>
                  </a:lnTo>
                  <a:lnTo>
                    <a:pt x="3662680" y="10160"/>
                  </a:lnTo>
                  <a:lnTo>
                    <a:pt x="5080" y="10160"/>
                  </a:lnTo>
                  <a:close/>
                </a:path>
              </a:pathLst>
            </a:custGeom>
            <a:solidFill>
              <a:srgbClr val="6AF7C4"/>
            </a:solidFill>
          </p:spPr>
        </p:sp>
      </p:grpSp>
      <p:grpSp>
        <p:nvGrpSpPr>
          <p:cNvPr name="Group 155" id="155"/>
          <p:cNvGrpSpPr/>
          <p:nvPr/>
        </p:nvGrpSpPr>
        <p:grpSpPr>
          <a:xfrm rot="0">
            <a:off x="7668263" y="7668263"/>
            <a:ext cx="171707" cy="1031243"/>
            <a:chOff x="0" y="0"/>
            <a:chExt cx="228943" cy="1374991"/>
          </a:xfrm>
        </p:grpSpPr>
        <p:sp>
          <p:nvSpPr>
            <p:cNvPr name="Freeform 156" id="156"/>
            <p:cNvSpPr/>
            <p:nvPr/>
          </p:nvSpPr>
          <p:spPr>
            <a:xfrm flipH="false" flipV="false" rot="0">
              <a:off x="16891" y="16891"/>
              <a:ext cx="195072" cy="1341120"/>
            </a:xfrm>
            <a:custGeom>
              <a:avLst/>
              <a:gdLst/>
              <a:ahLst/>
              <a:cxnLst/>
              <a:rect r="r" b="b" t="t" l="l"/>
              <a:pathLst>
                <a:path h="1341120" w="195072">
                  <a:moveTo>
                    <a:pt x="0" y="0"/>
                  </a:moveTo>
                  <a:lnTo>
                    <a:pt x="195072" y="0"/>
                  </a:lnTo>
                  <a:lnTo>
                    <a:pt x="195072" y="1341120"/>
                  </a:lnTo>
                  <a:lnTo>
                    <a:pt x="0" y="1341120"/>
                  </a:lnTo>
                  <a:close/>
                </a:path>
              </a:pathLst>
            </a:custGeom>
            <a:solidFill>
              <a:srgbClr val="6AF7C4"/>
            </a:solidFill>
          </p:spPr>
        </p:sp>
        <p:sp>
          <p:nvSpPr>
            <p:cNvPr name="Freeform 157" id="157"/>
            <p:cNvSpPr/>
            <p:nvPr/>
          </p:nvSpPr>
          <p:spPr>
            <a:xfrm flipH="false" flipV="false" rot="0">
              <a:off x="0" y="0"/>
              <a:ext cx="228854" cy="1374902"/>
            </a:xfrm>
            <a:custGeom>
              <a:avLst/>
              <a:gdLst/>
              <a:ahLst/>
              <a:cxnLst/>
              <a:rect r="r" b="b" t="t" l="l"/>
              <a:pathLst>
                <a:path h="1374902" w="228854">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6AF7C4"/>
            </a:solidFill>
          </p:spPr>
        </p:sp>
      </p:grpSp>
      <p:grpSp>
        <p:nvGrpSpPr>
          <p:cNvPr name="Group 158" id="158"/>
          <p:cNvGrpSpPr/>
          <p:nvPr/>
        </p:nvGrpSpPr>
        <p:grpSpPr>
          <a:xfrm rot="0">
            <a:off x="7900416" y="7680960"/>
            <a:ext cx="2377440" cy="1005840"/>
            <a:chOff x="0" y="0"/>
            <a:chExt cx="3169920" cy="1341120"/>
          </a:xfrm>
        </p:grpSpPr>
        <p:sp>
          <p:nvSpPr>
            <p:cNvPr name="Freeform 159" id="159"/>
            <p:cNvSpPr/>
            <p:nvPr/>
          </p:nvSpPr>
          <p:spPr>
            <a:xfrm flipH="false" flipV="false" rot="0">
              <a:off x="0" y="0"/>
              <a:ext cx="3169920" cy="1341120"/>
            </a:xfrm>
            <a:custGeom>
              <a:avLst/>
              <a:gdLst/>
              <a:ahLst/>
              <a:cxnLst/>
              <a:rect r="r" b="b" t="t" l="l"/>
              <a:pathLst>
                <a:path h="1341120" w="3169920">
                  <a:moveTo>
                    <a:pt x="0" y="0"/>
                  </a:moveTo>
                  <a:lnTo>
                    <a:pt x="3169920" y="0"/>
                  </a:lnTo>
                  <a:lnTo>
                    <a:pt x="3169920" y="1341120"/>
                  </a:lnTo>
                  <a:lnTo>
                    <a:pt x="0" y="1341120"/>
                  </a:lnTo>
                  <a:close/>
                </a:path>
              </a:pathLst>
            </a:custGeom>
            <a:blipFill>
              <a:blip r:embed="rId2">
                <a:alphaModFix amt="0"/>
              </a:blip>
              <a:stretch>
                <a:fillRect l="-4282" t="0" r="-4282" b="0"/>
              </a:stretch>
            </a:blipFill>
          </p:spPr>
        </p:sp>
        <p:sp>
          <p:nvSpPr>
            <p:cNvPr name="TextBox 160" id="160"/>
            <p:cNvSpPr txBox="true"/>
            <p:nvPr/>
          </p:nvSpPr>
          <p:spPr>
            <a:xfrm>
              <a:off x="0" y="-28575"/>
              <a:ext cx="3169920" cy="136969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Filter by Category</a:t>
              </a:r>
            </a:p>
          </p:txBody>
        </p:sp>
      </p:grpSp>
      <p:grpSp>
        <p:nvGrpSpPr>
          <p:cNvPr name="Group 161" id="161"/>
          <p:cNvGrpSpPr/>
          <p:nvPr/>
        </p:nvGrpSpPr>
        <p:grpSpPr>
          <a:xfrm rot="0">
            <a:off x="8589007" y="9320527"/>
            <a:ext cx="927097" cy="195577"/>
            <a:chOff x="0" y="0"/>
            <a:chExt cx="1236129" cy="260769"/>
          </a:xfrm>
        </p:grpSpPr>
        <p:sp>
          <p:nvSpPr>
            <p:cNvPr name="Freeform 162" id="162"/>
            <p:cNvSpPr/>
            <p:nvPr/>
          </p:nvSpPr>
          <p:spPr>
            <a:xfrm flipH="false" flipV="false" rot="0">
              <a:off x="8509" y="8509"/>
              <a:ext cx="1219200" cy="243840"/>
            </a:xfrm>
            <a:custGeom>
              <a:avLst/>
              <a:gdLst/>
              <a:ahLst/>
              <a:cxnLst/>
              <a:rect r="r" b="b" t="t" l="l"/>
              <a:pathLst>
                <a:path h="243840" w="1219200">
                  <a:moveTo>
                    <a:pt x="0" y="121920"/>
                  </a:moveTo>
                  <a:cubicBezTo>
                    <a:pt x="0" y="54610"/>
                    <a:pt x="272923" y="0"/>
                    <a:pt x="609600" y="0"/>
                  </a:cubicBezTo>
                  <a:cubicBezTo>
                    <a:pt x="946277" y="0"/>
                    <a:pt x="1219200" y="54610"/>
                    <a:pt x="1219200" y="121920"/>
                  </a:cubicBezTo>
                  <a:cubicBezTo>
                    <a:pt x="1219200" y="189230"/>
                    <a:pt x="946277" y="243840"/>
                    <a:pt x="609600" y="243840"/>
                  </a:cubicBezTo>
                  <a:cubicBezTo>
                    <a:pt x="272923" y="243840"/>
                    <a:pt x="0" y="189230"/>
                    <a:pt x="0" y="121920"/>
                  </a:cubicBezTo>
                  <a:close/>
                </a:path>
              </a:pathLst>
            </a:custGeom>
            <a:solidFill>
              <a:srgbClr val="6AF7C4">
                <a:alpha val="24706"/>
              </a:srgbClr>
            </a:solidFill>
          </p:spPr>
        </p:sp>
        <p:sp>
          <p:nvSpPr>
            <p:cNvPr name="Freeform 163" id="163"/>
            <p:cNvSpPr/>
            <p:nvPr/>
          </p:nvSpPr>
          <p:spPr>
            <a:xfrm flipH="false" flipV="false" rot="0">
              <a:off x="0" y="0"/>
              <a:ext cx="1236091" cy="260858"/>
            </a:xfrm>
            <a:custGeom>
              <a:avLst/>
              <a:gdLst/>
              <a:ahLst/>
              <a:cxnLst/>
              <a:rect r="r" b="b" t="t" l="l"/>
              <a:pathLst>
                <a:path h="260858" w="1236091">
                  <a:moveTo>
                    <a:pt x="0" y="130429"/>
                  </a:moveTo>
                  <a:lnTo>
                    <a:pt x="8509" y="130429"/>
                  </a:lnTo>
                  <a:lnTo>
                    <a:pt x="0" y="130429"/>
                  </a:lnTo>
                  <a:cubicBezTo>
                    <a:pt x="0" y="52197"/>
                    <a:pt x="288290" y="0"/>
                    <a:pt x="618109" y="0"/>
                  </a:cubicBezTo>
                  <a:cubicBezTo>
                    <a:pt x="947928" y="0"/>
                    <a:pt x="1236091" y="52197"/>
                    <a:pt x="1236091" y="130429"/>
                  </a:cubicBezTo>
                  <a:lnTo>
                    <a:pt x="1227582" y="130429"/>
                  </a:lnTo>
                  <a:lnTo>
                    <a:pt x="1236091" y="130429"/>
                  </a:lnTo>
                  <a:cubicBezTo>
                    <a:pt x="1236091" y="208661"/>
                    <a:pt x="947801" y="260858"/>
                    <a:pt x="617982" y="260858"/>
                  </a:cubicBezTo>
                  <a:lnTo>
                    <a:pt x="617982" y="252349"/>
                  </a:lnTo>
                  <a:lnTo>
                    <a:pt x="617982" y="260858"/>
                  </a:lnTo>
                  <a:cubicBezTo>
                    <a:pt x="288290" y="260731"/>
                    <a:pt x="0" y="208534"/>
                    <a:pt x="0" y="130429"/>
                  </a:cubicBezTo>
                  <a:lnTo>
                    <a:pt x="8509" y="130429"/>
                  </a:lnTo>
                  <a:lnTo>
                    <a:pt x="17018" y="130429"/>
                  </a:lnTo>
                  <a:lnTo>
                    <a:pt x="8509" y="130429"/>
                  </a:lnTo>
                  <a:lnTo>
                    <a:pt x="0" y="130429"/>
                  </a:lnTo>
                  <a:moveTo>
                    <a:pt x="16891" y="130429"/>
                  </a:moveTo>
                  <a:cubicBezTo>
                    <a:pt x="16891" y="135128"/>
                    <a:pt x="13081" y="138938"/>
                    <a:pt x="8382" y="138938"/>
                  </a:cubicBezTo>
                  <a:cubicBezTo>
                    <a:pt x="3683" y="138938"/>
                    <a:pt x="0" y="135001"/>
                    <a:pt x="0" y="130429"/>
                  </a:cubicBezTo>
                  <a:cubicBezTo>
                    <a:pt x="0" y="125857"/>
                    <a:pt x="3810" y="121920"/>
                    <a:pt x="8509" y="121920"/>
                  </a:cubicBezTo>
                  <a:cubicBezTo>
                    <a:pt x="13208" y="121920"/>
                    <a:pt x="17018" y="125730"/>
                    <a:pt x="17018" y="130429"/>
                  </a:cubicBezTo>
                  <a:cubicBezTo>
                    <a:pt x="17018" y="186944"/>
                    <a:pt x="274574" y="243840"/>
                    <a:pt x="618109" y="243840"/>
                  </a:cubicBezTo>
                  <a:cubicBezTo>
                    <a:pt x="961644" y="243840"/>
                    <a:pt x="1219200" y="186817"/>
                    <a:pt x="1219200" y="130429"/>
                  </a:cubicBezTo>
                  <a:cubicBezTo>
                    <a:pt x="1219200" y="73914"/>
                    <a:pt x="961644" y="17018"/>
                    <a:pt x="618109" y="17018"/>
                  </a:cubicBezTo>
                  <a:lnTo>
                    <a:pt x="618109" y="8509"/>
                  </a:lnTo>
                  <a:lnTo>
                    <a:pt x="618109" y="17018"/>
                  </a:lnTo>
                  <a:cubicBezTo>
                    <a:pt x="274574" y="17018"/>
                    <a:pt x="17018" y="74041"/>
                    <a:pt x="17018" y="130429"/>
                  </a:cubicBezTo>
                  <a:close/>
                </a:path>
              </a:pathLst>
            </a:custGeom>
            <a:solidFill>
              <a:srgbClr val="6AF7C4"/>
            </a:solidFill>
          </p:spPr>
        </p:sp>
      </p:grpSp>
      <p:grpSp>
        <p:nvGrpSpPr>
          <p:cNvPr name="Group 164" id="164"/>
          <p:cNvGrpSpPr/>
          <p:nvPr/>
        </p:nvGrpSpPr>
        <p:grpSpPr>
          <a:xfrm rot="0">
            <a:off x="10953750" y="2815590"/>
            <a:ext cx="3147060" cy="6804660"/>
            <a:chOff x="0" y="0"/>
            <a:chExt cx="4196080" cy="9072880"/>
          </a:xfrm>
        </p:grpSpPr>
        <p:sp>
          <p:nvSpPr>
            <p:cNvPr name="Freeform 165" id="165"/>
            <p:cNvSpPr/>
            <p:nvPr/>
          </p:nvSpPr>
          <p:spPr>
            <a:xfrm flipH="false" flipV="false" rot="0">
              <a:off x="25400" y="25400"/>
              <a:ext cx="4145280" cy="9022080"/>
            </a:xfrm>
            <a:custGeom>
              <a:avLst/>
              <a:gdLst/>
              <a:ahLst/>
              <a:cxnLst/>
              <a:rect r="r" b="b" t="t" l="l"/>
              <a:pathLst>
                <a:path h="9022080" w="4145280">
                  <a:moveTo>
                    <a:pt x="0" y="0"/>
                  </a:moveTo>
                  <a:lnTo>
                    <a:pt x="4145280" y="0"/>
                  </a:lnTo>
                  <a:lnTo>
                    <a:pt x="4145280" y="9022080"/>
                  </a:lnTo>
                  <a:lnTo>
                    <a:pt x="0" y="9022080"/>
                  </a:lnTo>
                  <a:close/>
                </a:path>
              </a:pathLst>
            </a:custGeom>
            <a:solidFill>
              <a:srgbClr val="1A1A35"/>
            </a:solidFill>
          </p:spPr>
        </p:sp>
        <p:sp>
          <p:nvSpPr>
            <p:cNvPr name="Freeform 166" id="166"/>
            <p:cNvSpPr/>
            <p:nvPr/>
          </p:nvSpPr>
          <p:spPr>
            <a:xfrm flipH="false" flipV="false" rot="0">
              <a:off x="0" y="0"/>
              <a:ext cx="4196080" cy="9072880"/>
            </a:xfrm>
            <a:custGeom>
              <a:avLst/>
              <a:gdLst/>
              <a:ahLst/>
              <a:cxnLst/>
              <a:rect r="r" b="b" t="t" l="l"/>
              <a:pathLst>
                <a:path h="9072880" w="4196080">
                  <a:moveTo>
                    <a:pt x="25400" y="0"/>
                  </a:moveTo>
                  <a:lnTo>
                    <a:pt x="4170680" y="0"/>
                  </a:lnTo>
                  <a:cubicBezTo>
                    <a:pt x="4184650" y="0"/>
                    <a:pt x="4196080" y="11430"/>
                    <a:pt x="4196080" y="25400"/>
                  </a:cubicBezTo>
                  <a:lnTo>
                    <a:pt x="4196080" y="9047480"/>
                  </a:lnTo>
                  <a:cubicBezTo>
                    <a:pt x="4196080" y="9061450"/>
                    <a:pt x="4184650" y="9072880"/>
                    <a:pt x="4170680" y="9072880"/>
                  </a:cubicBezTo>
                  <a:lnTo>
                    <a:pt x="25400" y="9072880"/>
                  </a:lnTo>
                  <a:cubicBezTo>
                    <a:pt x="11430" y="9072880"/>
                    <a:pt x="0" y="9061450"/>
                    <a:pt x="0" y="9047480"/>
                  </a:cubicBezTo>
                  <a:lnTo>
                    <a:pt x="0" y="25400"/>
                  </a:lnTo>
                  <a:cubicBezTo>
                    <a:pt x="0" y="11430"/>
                    <a:pt x="11430" y="0"/>
                    <a:pt x="25400" y="0"/>
                  </a:cubicBezTo>
                  <a:moveTo>
                    <a:pt x="25400" y="50800"/>
                  </a:moveTo>
                  <a:lnTo>
                    <a:pt x="25400" y="25400"/>
                  </a:lnTo>
                  <a:lnTo>
                    <a:pt x="50800" y="25400"/>
                  </a:lnTo>
                  <a:lnTo>
                    <a:pt x="50800" y="9047480"/>
                  </a:lnTo>
                  <a:lnTo>
                    <a:pt x="25400" y="9047480"/>
                  </a:lnTo>
                  <a:lnTo>
                    <a:pt x="25400" y="9022080"/>
                  </a:lnTo>
                  <a:lnTo>
                    <a:pt x="4170680" y="9022080"/>
                  </a:lnTo>
                  <a:lnTo>
                    <a:pt x="4170680" y="9047480"/>
                  </a:lnTo>
                  <a:lnTo>
                    <a:pt x="4145280" y="9047480"/>
                  </a:lnTo>
                  <a:lnTo>
                    <a:pt x="4145280" y="25400"/>
                  </a:lnTo>
                  <a:lnTo>
                    <a:pt x="4170680" y="25400"/>
                  </a:lnTo>
                  <a:lnTo>
                    <a:pt x="4170680" y="50800"/>
                  </a:lnTo>
                  <a:lnTo>
                    <a:pt x="25400" y="50800"/>
                  </a:lnTo>
                  <a:close/>
                </a:path>
              </a:pathLst>
            </a:custGeom>
            <a:solidFill>
              <a:srgbClr val="F7C46A"/>
            </a:solidFill>
          </p:spPr>
        </p:sp>
      </p:grpSp>
      <p:grpSp>
        <p:nvGrpSpPr>
          <p:cNvPr name="Group 167" id="167"/>
          <p:cNvGrpSpPr/>
          <p:nvPr/>
        </p:nvGrpSpPr>
        <p:grpSpPr>
          <a:xfrm rot="0">
            <a:off x="10960103" y="2821943"/>
            <a:ext cx="3134363" cy="848363"/>
            <a:chOff x="0" y="0"/>
            <a:chExt cx="4179151" cy="1131151"/>
          </a:xfrm>
        </p:grpSpPr>
        <p:sp>
          <p:nvSpPr>
            <p:cNvPr name="Freeform 168" id="168"/>
            <p:cNvSpPr/>
            <p:nvPr/>
          </p:nvSpPr>
          <p:spPr>
            <a:xfrm flipH="false" flipV="false" rot="0">
              <a:off x="16891" y="16891"/>
              <a:ext cx="4145280" cy="1097280"/>
            </a:xfrm>
            <a:custGeom>
              <a:avLst/>
              <a:gdLst/>
              <a:ahLst/>
              <a:cxnLst/>
              <a:rect r="r" b="b" t="t" l="l"/>
              <a:pathLst>
                <a:path h="1097280" w="4145280">
                  <a:moveTo>
                    <a:pt x="0" y="0"/>
                  </a:moveTo>
                  <a:lnTo>
                    <a:pt x="4145280" y="0"/>
                  </a:lnTo>
                  <a:lnTo>
                    <a:pt x="4145280" y="1097280"/>
                  </a:lnTo>
                  <a:lnTo>
                    <a:pt x="0" y="1097280"/>
                  </a:lnTo>
                  <a:close/>
                </a:path>
              </a:pathLst>
            </a:custGeom>
            <a:solidFill>
              <a:srgbClr val="F7C46A">
                <a:alpha val="63922"/>
              </a:srgbClr>
            </a:solidFill>
          </p:spPr>
        </p:sp>
        <p:sp>
          <p:nvSpPr>
            <p:cNvPr name="Freeform 169" id="169"/>
            <p:cNvSpPr/>
            <p:nvPr/>
          </p:nvSpPr>
          <p:spPr>
            <a:xfrm flipH="false" flipV="false" rot="0">
              <a:off x="0" y="0"/>
              <a:ext cx="4179062" cy="1131064"/>
            </a:xfrm>
            <a:custGeom>
              <a:avLst/>
              <a:gdLst/>
              <a:ahLst/>
              <a:cxnLst/>
              <a:rect r="r" b="b" t="t" l="l"/>
              <a:pathLst>
                <a:path h="1131064" w="4179062">
                  <a:moveTo>
                    <a:pt x="16891" y="0"/>
                  </a:moveTo>
                  <a:lnTo>
                    <a:pt x="4162171" y="0"/>
                  </a:lnTo>
                  <a:cubicBezTo>
                    <a:pt x="4171569" y="0"/>
                    <a:pt x="4179062" y="7620"/>
                    <a:pt x="4179062" y="16891"/>
                  </a:cubicBezTo>
                  <a:lnTo>
                    <a:pt x="4179062" y="1114171"/>
                  </a:lnTo>
                  <a:cubicBezTo>
                    <a:pt x="4179062" y="1123569"/>
                    <a:pt x="4171442" y="1131062"/>
                    <a:pt x="416217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4162171" y="1097280"/>
                  </a:lnTo>
                  <a:lnTo>
                    <a:pt x="4162171" y="1114171"/>
                  </a:lnTo>
                  <a:lnTo>
                    <a:pt x="4145280" y="1114171"/>
                  </a:lnTo>
                  <a:lnTo>
                    <a:pt x="4145280" y="16891"/>
                  </a:lnTo>
                  <a:lnTo>
                    <a:pt x="4162171" y="16891"/>
                  </a:lnTo>
                  <a:lnTo>
                    <a:pt x="4162171" y="33909"/>
                  </a:lnTo>
                  <a:lnTo>
                    <a:pt x="16891" y="33909"/>
                  </a:lnTo>
                  <a:close/>
                </a:path>
              </a:pathLst>
            </a:custGeom>
            <a:solidFill>
              <a:srgbClr val="F7C46A"/>
            </a:solidFill>
          </p:spPr>
        </p:sp>
      </p:grpSp>
      <p:grpSp>
        <p:nvGrpSpPr>
          <p:cNvPr name="Group 170" id="170"/>
          <p:cNvGrpSpPr/>
          <p:nvPr/>
        </p:nvGrpSpPr>
        <p:grpSpPr>
          <a:xfrm rot="0">
            <a:off x="10972800" y="2834640"/>
            <a:ext cx="3108960" cy="822960"/>
            <a:chOff x="0" y="0"/>
            <a:chExt cx="4145280" cy="1097280"/>
          </a:xfrm>
        </p:grpSpPr>
        <p:sp>
          <p:nvSpPr>
            <p:cNvPr name="Freeform 171" id="171"/>
            <p:cNvSpPr/>
            <p:nvPr/>
          </p:nvSpPr>
          <p:spPr>
            <a:xfrm flipH="false" flipV="false" rot="0">
              <a:off x="0" y="0"/>
              <a:ext cx="4145280" cy="1097280"/>
            </a:xfrm>
            <a:custGeom>
              <a:avLst/>
              <a:gdLst/>
              <a:ahLst/>
              <a:cxnLst/>
              <a:rect r="r" b="b" t="t" l="l"/>
              <a:pathLst>
                <a:path h="1097280" w="4145280">
                  <a:moveTo>
                    <a:pt x="0" y="0"/>
                  </a:moveTo>
                  <a:lnTo>
                    <a:pt x="4145280" y="0"/>
                  </a:lnTo>
                  <a:lnTo>
                    <a:pt x="4145280" y="1097280"/>
                  </a:lnTo>
                  <a:lnTo>
                    <a:pt x="0" y="1097280"/>
                  </a:lnTo>
                  <a:close/>
                </a:path>
              </a:pathLst>
            </a:custGeom>
            <a:blipFill>
              <a:blip r:embed="rId2">
                <a:alphaModFix amt="0"/>
              </a:blip>
              <a:stretch>
                <a:fillRect l="0" t="-23610" r="0" b="-23610"/>
              </a:stretch>
            </a:blipFill>
          </p:spPr>
        </p:sp>
        <p:sp>
          <p:nvSpPr>
            <p:cNvPr name="TextBox 172" id="172"/>
            <p:cNvSpPr txBox="true"/>
            <p:nvPr/>
          </p:nvSpPr>
          <p:spPr>
            <a:xfrm>
              <a:off x="0" y="-19050"/>
              <a:ext cx="4145280" cy="1116330"/>
            </a:xfrm>
            <a:prstGeom prst="rect">
              <a:avLst/>
            </a:prstGeom>
          </p:spPr>
          <p:txBody>
            <a:bodyPr anchor="ctr" rtlCol="false" tIns="0" lIns="0" bIns="0" rIns="0"/>
            <a:lstStyle/>
            <a:p>
              <a:pPr algn="ctr">
                <a:lnSpc>
                  <a:spcPts val="2160"/>
                </a:lnSpc>
              </a:pPr>
              <a:r>
                <a:rPr lang="en-US" sz="1800" b="true">
                  <a:solidFill>
                    <a:srgbClr val="FFFFFF"/>
                  </a:solidFill>
                  <a:latin typeface="Arial Bold"/>
                  <a:ea typeface="Arial Bold"/>
                  <a:cs typeface="Arial Bold"/>
                  <a:sym typeface="Arial Bold"/>
                </a:rPr>
                <a:t>Statistics</a:t>
              </a:r>
            </a:p>
          </p:txBody>
        </p:sp>
      </p:grpSp>
      <p:grpSp>
        <p:nvGrpSpPr>
          <p:cNvPr name="Group 173" id="173"/>
          <p:cNvGrpSpPr/>
          <p:nvPr/>
        </p:nvGrpSpPr>
        <p:grpSpPr>
          <a:xfrm rot="0">
            <a:off x="12057383" y="2876807"/>
            <a:ext cx="939803" cy="208283"/>
            <a:chOff x="0" y="0"/>
            <a:chExt cx="1253071" cy="277711"/>
          </a:xfrm>
        </p:grpSpPr>
        <p:sp>
          <p:nvSpPr>
            <p:cNvPr name="Freeform 174" id="174"/>
            <p:cNvSpPr/>
            <p:nvPr/>
          </p:nvSpPr>
          <p:spPr>
            <a:xfrm flipH="false" flipV="false" rot="0">
              <a:off x="16891" y="16891"/>
              <a:ext cx="1219200" cy="243840"/>
            </a:xfrm>
            <a:custGeom>
              <a:avLst/>
              <a:gdLst/>
              <a:ahLst/>
              <a:cxnLst/>
              <a:rect r="r" b="b" t="t" l="l"/>
              <a:pathLst>
                <a:path h="243840" w="1219200">
                  <a:moveTo>
                    <a:pt x="0" y="121920"/>
                  </a:moveTo>
                  <a:cubicBezTo>
                    <a:pt x="0" y="54610"/>
                    <a:pt x="272923" y="0"/>
                    <a:pt x="609600" y="0"/>
                  </a:cubicBezTo>
                  <a:cubicBezTo>
                    <a:pt x="946277" y="0"/>
                    <a:pt x="1219200" y="54610"/>
                    <a:pt x="1219200" y="121920"/>
                  </a:cubicBezTo>
                  <a:cubicBezTo>
                    <a:pt x="1219200" y="189230"/>
                    <a:pt x="946277" y="243840"/>
                    <a:pt x="609600" y="243840"/>
                  </a:cubicBezTo>
                  <a:cubicBezTo>
                    <a:pt x="272923" y="243840"/>
                    <a:pt x="0" y="189230"/>
                    <a:pt x="0" y="121920"/>
                  </a:cubicBezTo>
                  <a:close/>
                </a:path>
              </a:pathLst>
            </a:custGeom>
            <a:solidFill>
              <a:srgbClr val="0D0D1A"/>
            </a:solidFill>
          </p:spPr>
        </p:sp>
        <p:sp>
          <p:nvSpPr>
            <p:cNvPr name="Freeform 175" id="175"/>
            <p:cNvSpPr/>
            <p:nvPr/>
          </p:nvSpPr>
          <p:spPr>
            <a:xfrm flipH="false" flipV="false" rot="0">
              <a:off x="0" y="0"/>
              <a:ext cx="1253109" cy="277622"/>
            </a:xfrm>
            <a:custGeom>
              <a:avLst/>
              <a:gdLst/>
              <a:ahLst/>
              <a:cxnLst/>
              <a:rect r="r" b="b" t="t" l="l"/>
              <a:pathLst>
                <a:path h="277622" w="1253109">
                  <a:moveTo>
                    <a:pt x="0" y="138811"/>
                  </a:moveTo>
                  <a:lnTo>
                    <a:pt x="16891" y="138811"/>
                  </a:lnTo>
                  <a:lnTo>
                    <a:pt x="0" y="138811"/>
                  </a:lnTo>
                  <a:cubicBezTo>
                    <a:pt x="0" y="49784"/>
                    <a:pt x="303530" y="0"/>
                    <a:pt x="626491" y="0"/>
                  </a:cubicBezTo>
                  <a:cubicBezTo>
                    <a:pt x="949452" y="0"/>
                    <a:pt x="1253109" y="49784"/>
                    <a:pt x="1253109" y="138811"/>
                  </a:cubicBezTo>
                  <a:lnTo>
                    <a:pt x="1236091" y="138811"/>
                  </a:lnTo>
                  <a:lnTo>
                    <a:pt x="1252982" y="138811"/>
                  </a:lnTo>
                  <a:cubicBezTo>
                    <a:pt x="1252982" y="227838"/>
                    <a:pt x="949452" y="277622"/>
                    <a:pt x="626491" y="277622"/>
                  </a:cubicBezTo>
                  <a:lnTo>
                    <a:pt x="626491" y="260731"/>
                  </a:lnTo>
                  <a:lnTo>
                    <a:pt x="626491" y="277622"/>
                  </a:lnTo>
                  <a:cubicBezTo>
                    <a:pt x="303530" y="277749"/>
                    <a:pt x="0" y="227838"/>
                    <a:pt x="0" y="138811"/>
                  </a:cubicBezTo>
                  <a:lnTo>
                    <a:pt x="16891" y="138811"/>
                  </a:lnTo>
                  <a:lnTo>
                    <a:pt x="33909" y="138811"/>
                  </a:lnTo>
                  <a:lnTo>
                    <a:pt x="16891" y="138811"/>
                  </a:lnTo>
                  <a:lnTo>
                    <a:pt x="0" y="138811"/>
                  </a:lnTo>
                  <a:moveTo>
                    <a:pt x="33909" y="138811"/>
                  </a:moveTo>
                  <a:cubicBezTo>
                    <a:pt x="33909" y="148209"/>
                    <a:pt x="26289" y="155702"/>
                    <a:pt x="17018" y="155702"/>
                  </a:cubicBezTo>
                  <a:cubicBezTo>
                    <a:pt x="7747" y="155702"/>
                    <a:pt x="0" y="148209"/>
                    <a:pt x="0" y="138811"/>
                  </a:cubicBezTo>
                  <a:cubicBezTo>
                    <a:pt x="0" y="129413"/>
                    <a:pt x="7620" y="121920"/>
                    <a:pt x="16891" y="121920"/>
                  </a:cubicBezTo>
                  <a:cubicBezTo>
                    <a:pt x="26162" y="121920"/>
                    <a:pt x="33782" y="129540"/>
                    <a:pt x="33782" y="138811"/>
                  </a:cubicBezTo>
                  <a:cubicBezTo>
                    <a:pt x="33782" y="184404"/>
                    <a:pt x="276098" y="243840"/>
                    <a:pt x="626491" y="243840"/>
                  </a:cubicBezTo>
                  <a:cubicBezTo>
                    <a:pt x="976884" y="243840"/>
                    <a:pt x="1219200" y="184531"/>
                    <a:pt x="1219200" y="138811"/>
                  </a:cubicBezTo>
                  <a:cubicBezTo>
                    <a:pt x="1219200" y="93218"/>
                    <a:pt x="976884" y="33782"/>
                    <a:pt x="626491" y="33782"/>
                  </a:cubicBezTo>
                  <a:lnTo>
                    <a:pt x="626491" y="16891"/>
                  </a:lnTo>
                  <a:lnTo>
                    <a:pt x="626491" y="33909"/>
                  </a:lnTo>
                  <a:cubicBezTo>
                    <a:pt x="276098" y="33909"/>
                    <a:pt x="33782" y="93218"/>
                    <a:pt x="33782" y="138938"/>
                  </a:cubicBezTo>
                  <a:close/>
                </a:path>
              </a:pathLst>
            </a:custGeom>
            <a:solidFill>
              <a:srgbClr val="0D0D1A"/>
            </a:solidFill>
          </p:spPr>
        </p:sp>
      </p:grpSp>
      <p:grpSp>
        <p:nvGrpSpPr>
          <p:cNvPr name="Group 176" id="176"/>
          <p:cNvGrpSpPr/>
          <p:nvPr/>
        </p:nvGrpSpPr>
        <p:grpSpPr>
          <a:xfrm rot="0">
            <a:off x="11151870" y="3836670"/>
            <a:ext cx="2750820" cy="1013460"/>
            <a:chOff x="0" y="0"/>
            <a:chExt cx="3667760" cy="1351280"/>
          </a:xfrm>
        </p:grpSpPr>
        <p:sp>
          <p:nvSpPr>
            <p:cNvPr name="Freeform 177" id="177"/>
            <p:cNvSpPr/>
            <p:nvPr/>
          </p:nvSpPr>
          <p:spPr>
            <a:xfrm flipH="false" flipV="false" rot="0">
              <a:off x="5080" y="5080"/>
              <a:ext cx="3657600" cy="1341120"/>
            </a:xfrm>
            <a:custGeom>
              <a:avLst/>
              <a:gdLst/>
              <a:ahLst/>
              <a:cxnLst/>
              <a:rect r="r" b="b" t="t" l="l"/>
              <a:pathLst>
                <a:path h="1341120" w="3657600">
                  <a:moveTo>
                    <a:pt x="0" y="0"/>
                  </a:moveTo>
                  <a:lnTo>
                    <a:pt x="3657600" y="0"/>
                  </a:lnTo>
                  <a:lnTo>
                    <a:pt x="3657600" y="1341120"/>
                  </a:lnTo>
                  <a:lnTo>
                    <a:pt x="0" y="1341120"/>
                  </a:lnTo>
                  <a:close/>
                </a:path>
              </a:pathLst>
            </a:custGeom>
            <a:solidFill>
              <a:srgbClr val="13132A"/>
            </a:solidFill>
          </p:spPr>
        </p:sp>
        <p:sp>
          <p:nvSpPr>
            <p:cNvPr name="Freeform 178" id="178"/>
            <p:cNvSpPr/>
            <p:nvPr/>
          </p:nvSpPr>
          <p:spPr>
            <a:xfrm flipH="false" flipV="false" rot="0">
              <a:off x="0" y="0"/>
              <a:ext cx="3667760" cy="1351280"/>
            </a:xfrm>
            <a:custGeom>
              <a:avLst/>
              <a:gdLst/>
              <a:ahLst/>
              <a:cxnLst/>
              <a:rect r="r" b="b" t="t" l="l"/>
              <a:pathLst>
                <a:path h="1351280" w="3667760">
                  <a:moveTo>
                    <a:pt x="5080" y="0"/>
                  </a:moveTo>
                  <a:lnTo>
                    <a:pt x="3662680" y="0"/>
                  </a:lnTo>
                  <a:cubicBezTo>
                    <a:pt x="3665474" y="0"/>
                    <a:pt x="3667760" y="2286"/>
                    <a:pt x="3667760" y="5080"/>
                  </a:cubicBezTo>
                  <a:lnTo>
                    <a:pt x="3667760" y="1346200"/>
                  </a:lnTo>
                  <a:cubicBezTo>
                    <a:pt x="3667760" y="1348994"/>
                    <a:pt x="3665474" y="1351280"/>
                    <a:pt x="3662680" y="1351280"/>
                  </a:cubicBezTo>
                  <a:lnTo>
                    <a:pt x="5080" y="1351280"/>
                  </a:lnTo>
                  <a:cubicBezTo>
                    <a:pt x="2286" y="1351280"/>
                    <a:pt x="0" y="1348994"/>
                    <a:pt x="0" y="1346200"/>
                  </a:cubicBezTo>
                  <a:lnTo>
                    <a:pt x="0" y="5080"/>
                  </a:lnTo>
                  <a:cubicBezTo>
                    <a:pt x="0" y="2286"/>
                    <a:pt x="2286" y="0"/>
                    <a:pt x="5080" y="0"/>
                  </a:cubicBezTo>
                  <a:moveTo>
                    <a:pt x="5080" y="10160"/>
                  </a:moveTo>
                  <a:lnTo>
                    <a:pt x="5080" y="5080"/>
                  </a:lnTo>
                  <a:lnTo>
                    <a:pt x="10160" y="5080"/>
                  </a:lnTo>
                  <a:lnTo>
                    <a:pt x="10160" y="1346200"/>
                  </a:lnTo>
                  <a:lnTo>
                    <a:pt x="5080" y="1346200"/>
                  </a:lnTo>
                  <a:lnTo>
                    <a:pt x="5080" y="1341120"/>
                  </a:lnTo>
                  <a:lnTo>
                    <a:pt x="3662680" y="1341120"/>
                  </a:lnTo>
                  <a:lnTo>
                    <a:pt x="3662680" y="1346200"/>
                  </a:lnTo>
                  <a:lnTo>
                    <a:pt x="3657600" y="1346200"/>
                  </a:lnTo>
                  <a:lnTo>
                    <a:pt x="3657600" y="5080"/>
                  </a:lnTo>
                  <a:lnTo>
                    <a:pt x="3662680" y="5080"/>
                  </a:lnTo>
                  <a:lnTo>
                    <a:pt x="3662680" y="10160"/>
                  </a:lnTo>
                  <a:lnTo>
                    <a:pt x="5080" y="10160"/>
                  </a:lnTo>
                  <a:close/>
                </a:path>
              </a:pathLst>
            </a:custGeom>
            <a:solidFill>
              <a:srgbClr val="F7C46A"/>
            </a:solidFill>
          </p:spPr>
        </p:sp>
      </p:grpSp>
      <p:grpSp>
        <p:nvGrpSpPr>
          <p:cNvPr name="Group 179" id="179"/>
          <p:cNvGrpSpPr/>
          <p:nvPr/>
        </p:nvGrpSpPr>
        <p:grpSpPr>
          <a:xfrm rot="0">
            <a:off x="11142983" y="3827783"/>
            <a:ext cx="171707" cy="1031243"/>
            <a:chOff x="0" y="0"/>
            <a:chExt cx="228943" cy="1374991"/>
          </a:xfrm>
        </p:grpSpPr>
        <p:sp>
          <p:nvSpPr>
            <p:cNvPr name="Freeform 180" id="180"/>
            <p:cNvSpPr/>
            <p:nvPr/>
          </p:nvSpPr>
          <p:spPr>
            <a:xfrm flipH="false" flipV="false" rot="0">
              <a:off x="16891" y="16891"/>
              <a:ext cx="195072" cy="1341120"/>
            </a:xfrm>
            <a:custGeom>
              <a:avLst/>
              <a:gdLst/>
              <a:ahLst/>
              <a:cxnLst/>
              <a:rect r="r" b="b" t="t" l="l"/>
              <a:pathLst>
                <a:path h="1341120" w="195072">
                  <a:moveTo>
                    <a:pt x="0" y="0"/>
                  </a:moveTo>
                  <a:lnTo>
                    <a:pt x="195072" y="0"/>
                  </a:lnTo>
                  <a:lnTo>
                    <a:pt x="195072" y="1341120"/>
                  </a:lnTo>
                  <a:lnTo>
                    <a:pt x="0" y="1341120"/>
                  </a:lnTo>
                  <a:close/>
                </a:path>
              </a:pathLst>
            </a:custGeom>
            <a:solidFill>
              <a:srgbClr val="F7C46A"/>
            </a:solidFill>
          </p:spPr>
        </p:sp>
        <p:sp>
          <p:nvSpPr>
            <p:cNvPr name="Freeform 181" id="181"/>
            <p:cNvSpPr/>
            <p:nvPr/>
          </p:nvSpPr>
          <p:spPr>
            <a:xfrm flipH="false" flipV="false" rot="0">
              <a:off x="0" y="0"/>
              <a:ext cx="228854" cy="1374902"/>
            </a:xfrm>
            <a:custGeom>
              <a:avLst/>
              <a:gdLst/>
              <a:ahLst/>
              <a:cxnLst/>
              <a:rect r="r" b="b" t="t" l="l"/>
              <a:pathLst>
                <a:path h="1374902" w="228854">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F7C46A"/>
            </a:solidFill>
          </p:spPr>
        </p:sp>
      </p:grpSp>
      <p:grpSp>
        <p:nvGrpSpPr>
          <p:cNvPr name="Group 182" id="182"/>
          <p:cNvGrpSpPr/>
          <p:nvPr/>
        </p:nvGrpSpPr>
        <p:grpSpPr>
          <a:xfrm rot="0">
            <a:off x="11375136" y="3840480"/>
            <a:ext cx="2377440" cy="1005840"/>
            <a:chOff x="0" y="0"/>
            <a:chExt cx="3169920" cy="1341120"/>
          </a:xfrm>
        </p:grpSpPr>
        <p:sp>
          <p:nvSpPr>
            <p:cNvPr name="Freeform 183" id="183"/>
            <p:cNvSpPr/>
            <p:nvPr/>
          </p:nvSpPr>
          <p:spPr>
            <a:xfrm flipH="false" flipV="false" rot="0">
              <a:off x="0" y="0"/>
              <a:ext cx="3169920" cy="1341120"/>
            </a:xfrm>
            <a:custGeom>
              <a:avLst/>
              <a:gdLst/>
              <a:ahLst/>
              <a:cxnLst/>
              <a:rect r="r" b="b" t="t" l="l"/>
              <a:pathLst>
                <a:path h="1341120" w="3169920">
                  <a:moveTo>
                    <a:pt x="0" y="0"/>
                  </a:moveTo>
                  <a:lnTo>
                    <a:pt x="3169920" y="0"/>
                  </a:lnTo>
                  <a:lnTo>
                    <a:pt x="3169920" y="1341120"/>
                  </a:lnTo>
                  <a:lnTo>
                    <a:pt x="0" y="1341120"/>
                  </a:lnTo>
                  <a:close/>
                </a:path>
              </a:pathLst>
            </a:custGeom>
            <a:blipFill>
              <a:blip r:embed="rId2">
                <a:alphaModFix amt="0"/>
              </a:blip>
              <a:stretch>
                <a:fillRect l="-4282" t="0" r="-4282" b="0"/>
              </a:stretch>
            </a:blipFill>
          </p:spPr>
        </p:sp>
        <p:sp>
          <p:nvSpPr>
            <p:cNvPr name="TextBox 184" id="184"/>
            <p:cNvSpPr txBox="true"/>
            <p:nvPr/>
          </p:nvSpPr>
          <p:spPr>
            <a:xfrm>
              <a:off x="0" y="-28575"/>
              <a:ext cx="3169920" cy="136969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6 Visual Charts</a:t>
              </a:r>
            </a:p>
          </p:txBody>
        </p:sp>
      </p:grpSp>
      <p:grpSp>
        <p:nvGrpSpPr>
          <p:cNvPr name="Group 185" id="185"/>
          <p:cNvGrpSpPr/>
          <p:nvPr/>
        </p:nvGrpSpPr>
        <p:grpSpPr>
          <a:xfrm rot="0">
            <a:off x="11151870" y="5116830"/>
            <a:ext cx="2750820" cy="1013460"/>
            <a:chOff x="0" y="0"/>
            <a:chExt cx="3667760" cy="1351280"/>
          </a:xfrm>
        </p:grpSpPr>
        <p:sp>
          <p:nvSpPr>
            <p:cNvPr name="Freeform 186" id="186"/>
            <p:cNvSpPr/>
            <p:nvPr/>
          </p:nvSpPr>
          <p:spPr>
            <a:xfrm flipH="false" flipV="false" rot="0">
              <a:off x="5080" y="5080"/>
              <a:ext cx="3657600" cy="1341120"/>
            </a:xfrm>
            <a:custGeom>
              <a:avLst/>
              <a:gdLst/>
              <a:ahLst/>
              <a:cxnLst/>
              <a:rect r="r" b="b" t="t" l="l"/>
              <a:pathLst>
                <a:path h="1341120" w="3657600">
                  <a:moveTo>
                    <a:pt x="0" y="0"/>
                  </a:moveTo>
                  <a:lnTo>
                    <a:pt x="3657600" y="0"/>
                  </a:lnTo>
                  <a:lnTo>
                    <a:pt x="3657600" y="1341120"/>
                  </a:lnTo>
                  <a:lnTo>
                    <a:pt x="0" y="1341120"/>
                  </a:lnTo>
                  <a:close/>
                </a:path>
              </a:pathLst>
            </a:custGeom>
            <a:solidFill>
              <a:srgbClr val="13132A"/>
            </a:solidFill>
          </p:spPr>
        </p:sp>
        <p:sp>
          <p:nvSpPr>
            <p:cNvPr name="Freeform 187" id="187"/>
            <p:cNvSpPr/>
            <p:nvPr/>
          </p:nvSpPr>
          <p:spPr>
            <a:xfrm flipH="false" flipV="false" rot="0">
              <a:off x="0" y="0"/>
              <a:ext cx="3667760" cy="1351280"/>
            </a:xfrm>
            <a:custGeom>
              <a:avLst/>
              <a:gdLst/>
              <a:ahLst/>
              <a:cxnLst/>
              <a:rect r="r" b="b" t="t" l="l"/>
              <a:pathLst>
                <a:path h="1351280" w="3667760">
                  <a:moveTo>
                    <a:pt x="5080" y="0"/>
                  </a:moveTo>
                  <a:lnTo>
                    <a:pt x="3662680" y="0"/>
                  </a:lnTo>
                  <a:cubicBezTo>
                    <a:pt x="3665474" y="0"/>
                    <a:pt x="3667760" y="2286"/>
                    <a:pt x="3667760" y="5080"/>
                  </a:cubicBezTo>
                  <a:lnTo>
                    <a:pt x="3667760" y="1346200"/>
                  </a:lnTo>
                  <a:cubicBezTo>
                    <a:pt x="3667760" y="1348994"/>
                    <a:pt x="3665474" y="1351280"/>
                    <a:pt x="3662680" y="1351280"/>
                  </a:cubicBezTo>
                  <a:lnTo>
                    <a:pt x="5080" y="1351280"/>
                  </a:lnTo>
                  <a:cubicBezTo>
                    <a:pt x="2286" y="1351280"/>
                    <a:pt x="0" y="1348994"/>
                    <a:pt x="0" y="1346200"/>
                  </a:cubicBezTo>
                  <a:lnTo>
                    <a:pt x="0" y="5080"/>
                  </a:lnTo>
                  <a:cubicBezTo>
                    <a:pt x="0" y="2286"/>
                    <a:pt x="2286" y="0"/>
                    <a:pt x="5080" y="0"/>
                  </a:cubicBezTo>
                  <a:moveTo>
                    <a:pt x="5080" y="10160"/>
                  </a:moveTo>
                  <a:lnTo>
                    <a:pt x="5080" y="5080"/>
                  </a:lnTo>
                  <a:lnTo>
                    <a:pt x="10160" y="5080"/>
                  </a:lnTo>
                  <a:lnTo>
                    <a:pt x="10160" y="1346200"/>
                  </a:lnTo>
                  <a:lnTo>
                    <a:pt x="5080" y="1346200"/>
                  </a:lnTo>
                  <a:lnTo>
                    <a:pt x="5080" y="1341120"/>
                  </a:lnTo>
                  <a:lnTo>
                    <a:pt x="3662680" y="1341120"/>
                  </a:lnTo>
                  <a:lnTo>
                    <a:pt x="3662680" y="1346200"/>
                  </a:lnTo>
                  <a:lnTo>
                    <a:pt x="3657600" y="1346200"/>
                  </a:lnTo>
                  <a:lnTo>
                    <a:pt x="3657600" y="5080"/>
                  </a:lnTo>
                  <a:lnTo>
                    <a:pt x="3662680" y="5080"/>
                  </a:lnTo>
                  <a:lnTo>
                    <a:pt x="3662680" y="10160"/>
                  </a:lnTo>
                  <a:lnTo>
                    <a:pt x="5080" y="10160"/>
                  </a:lnTo>
                  <a:close/>
                </a:path>
              </a:pathLst>
            </a:custGeom>
            <a:solidFill>
              <a:srgbClr val="F7C46A"/>
            </a:solidFill>
          </p:spPr>
        </p:sp>
      </p:grpSp>
      <p:grpSp>
        <p:nvGrpSpPr>
          <p:cNvPr name="Group 188" id="188"/>
          <p:cNvGrpSpPr/>
          <p:nvPr/>
        </p:nvGrpSpPr>
        <p:grpSpPr>
          <a:xfrm rot="0">
            <a:off x="11142983" y="5107943"/>
            <a:ext cx="171707" cy="1031243"/>
            <a:chOff x="0" y="0"/>
            <a:chExt cx="228943" cy="1374991"/>
          </a:xfrm>
        </p:grpSpPr>
        <p:sp>
          <p:nvSpPr>
            <p:cNvPr name="Freeform 189" id="189"/>
            <p:cNvSpPr/>
            <p:nvPr/>
          </p:nvSpPr>
          <p:spPr>
            <a:xfrm flipH="false" flipV="false" rot="0">
              <a:off x="16891" y="16891"/>
              <a:ext cx="195072" cy="1341120"/>
            </a:xfrm>
            <a:custGeom>
              <a:avLst/>
              <a:gdLst/>
              <a:ahLst/>
              <a:cxnLst/>
              <a:rect r="r" b="b" t="t" l="l"/>
              <a:pathLst>
                <a:path h="1341120" w="195072">
                  <a:moveTo>
                    <a:pt x="0" y="0"/>
                  </a:moveTo>
                  <a:lnTo>
                    <a:pt x="195072" y="0"/>
                  </a:lnTo>
                  <a:lnTo>
                    <a:pt x="195072" y="1341120"/>
                  </a:lnTo>
                  <a:lnTo>
                    <a:pt x="0" y="1341120"/>
                  </a:lnTo>
                  <a:close/>
                </a:path>
              </a:pathLst>
            </a:custGeom>
            <a:solidFill>
              <a:srgbClr val="F7C46A"/>
            </a:solidFill>
          </p:spPr>
        </p:sp>
        <p:sp>
          <p:nvSpPr>
            <p:cNvPr name="Freeform 190" id="190"/>
            <p:cNvSpPr/>
            <p:nvPr/>
          </p:nvSpPr>
          <p:spPr>
            <a:xfrm flipH="false" flipV="false" rot="0">
              <a:off x="0" y="0"/>
              <a:ext cx="228854" cy="1374902"/>
            </a:xfrm>
            <a:custGeom>
              <a:avLst/>
              <a:gdLst/>
              <a:ahLst/>
              <a:cxnLst/>
              <a:rect r="r" b="b" t="t" l="l"/>
              <a:pathLst>
                <a:path h="1374902" w="228854">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F7C46A"/>
            </a:solidFill>
          </p:spPr>
        </p:sp>
      </p:grpSp>
      <p:grpSp>
        <p:nvGrpSpPr>
          <p:cNvPr name="Group 191" id="191"/>
          <p:cNvGrpSpPr/>
          <p:nvPr/>
        </p:nvGrpSpPr>
        <p:grpSpPr>
          <a:xfrm rot="0">
            <a:off x="11375136" y="5120640"/>
            <a:ext cx="2377440" cy="1005840"/>
            <a:chOff x="0" y="0"/>
            <a:chExt cx="3169920" cy="1341120"/>
          </a:xfrm>
        </p:grpSpPr>
        <p:sp>
          <p:nvSpPr>
            <p:cNvPr name="Freeform 192" id="192"/>
            <p:cNvSpPr/>
            <p:nvPr/>
          </p:nvSpPr>
          <p:spPr>
            <a:xfrm flipH="false" flipV="false" rot="0">
              <a:off x="0" y="0"/>
              <a:ext cx="3169920" cy="1341120"/>
            </a:xfrm>
            <a:custGeom>
              <a:avLst/>
              <a:gdLst/>
              <a:ahLst/>
              <a:cxnLst/>
              <a:rect r="r" b="b" t="t" l="l"/>
              <a:pathLst>
                <a:path h="1341120" w="3169920">
                  <a:moveTo>
                    <a:pt x="0" y="0"/>
                  </a:moveTo>
                  <a:lnTo>
                    <a:pt x="3169920" y="0"/>
                  </a:lnTo>
                  <a:lnTo>
                    <a:pt x="3169920" y="1341120"/>
                  </a:lnTo>
                  <a:lnTo>
                    <a:pt x="0" y="1341120"/>
                  </a:lnTo>
                  <a:close/>
                </a:path>
              </a:pathLst>
            </a:custGeom>
            <a:blipFill>
              <a:blip r:embed="rId2">
                <a:alphaModFix amt="0"/>
              </a:blip>
              <a:stretch>
                <a:fillRect l="-4282" t="0" r="-4282" b="0"/>
              </a:stretch>
            </a:blipFill>
          </p:spPr>
        </p:sp>
        <p:sp>
          <p:nvSpPr>
            <p:cNvPr name="TextBox 193" id="193"/>
            <p:cNvSpPr txBox="true"/>
            <p:nvPr/>
          </p:nvSpPr>
          <p:spPr>
            <a:xfrm>
              <a:off x="0" y="-28575"/>
              <a:ext cx="3169920" cy="136969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Hours Watched</a:t>
              </a:r>
            </a:p>
          </p:txBody>
        </p:sp>
      </p:grpSp>
      <p:grpSp>
        <p:nvGrpSpPr>
          <p:cNvPr name="Group 194" id="194"/>
          <p:cNvGrpSpPr/>
          <p:nvPr/>
        </p:nvGrpSpPr>
        <p:grpSpPr>
          <a:xfrm rot="0">
            <a:off x="11151870" y="6396990"/>
            <a:ext cx="2750820" cy="1013460"/>
            <a:chOff x="0" y="0"/>
            <a:chExt cx="3667760" cy="1351280"/>
          </a:xfrm>
        </p:grpSpPr>
        <p:sp>
          <p:nvSpPr>
            <p:cNvPr name="Freeform 195" id="195"/>
            <p:cNvSpPr/>
            <p:nvPr/>
          </p:nvSpPr>
          <p:spPr>
            <a:xfrm flipH="false" flipV="false" rot="0">
              <a:off x="5080" y="5080"/>
              <a:ext cx="3657600" cy="1341120"/>
            </a:xfrm>
            <a:custGeom>
              <a:avLst/>
              <a:gdLst/>
              <a:ahLst/>
              <a:cxnLst/>
              <a:rect r="r" b="b" t="t" l="l"/>
              <a:pathLst>
                <a:path h="1341120" w="3657600">
                  <a:moveTo>
                    <a:pt x="0" y="0"/>
                  </a:moveTo>
                  <a:lnTo>
                    <a:pt x="3657600" y="0"/>
                  </a:lnTo>
                  <a:lnTo>
                    <a:pt x="3657600" y="1341120"/>
                  </a:lnTo>
                  <a:lnTo>
                    <a:pt x="0" y="1341120"/>
                  </a:lnTo>
                  <a:close/>
                </a:path>
              </a:pathLst>
            </a:custGeom>
            <a:solidFill>
              <a:srgbClr val="13132A"/>
            </a:solidFill>
          </p:spPr>
        </p:sp>
        <p:sp>
          <p:nvSpPr>
            <p:cNvPr name="Freeform 196" id="196"/>
            <p:cNvSpPr/>
            <p:nvPr/>
          </p:nvSpPr>
          <p:spPr>
            <a:xfrm flipH="false" flipV="false" rot="0">
              <a:off x="0" y="0"/>
              <a:ext cx="3667760" cy="1351280"/>
            </a:xfrm>
            <a:custGeom>
              <a:avLst/>
              <a:gdLst/>
              <a:ahLst/>
              <a:cxnLst/>
              <a:rect r="r" b="b" t="t" l="l"/>
              <a:pathLst>
                <a:path h="1351280" w="3667760">
                  <a:moveTo>
                    <a:pt x="5080" y="0"/>
                  </a:moveTo>
                  <a:lnTo>
                    <a:pt x="3662680" y="0"/>
                  </a:lnTo>
                  <a:cubicBezTo>
                    <a:pt x="3665474" y="0"/>
                    <a:pt x="3667760" y="2286"/>
                    <a:pt x="3667760" y="5080"/>
                  </a:cubicBezTo>
                  <a:lnTo>
                    <a:pt x="3667760" y="1346200"/>
                  </a:lnTo>
                  <a:cubicBezTo>
                    <a:pt x="3667760" y="1348994"/>
                    <a:pt x="3665474" y="1351280"/>
                    <a:pt x="3662680" y="1351280"/>
                  </a:cubicBezTo>
                  <a:lnTo>
                    <a:pt x="5080" y="1351280"/>
                  </a:lnTo>
                  <a:cubicBezTo>
                    <a:pt x="2286" y="1351280"/>
                    <a:pt x="0" y="1348994"/>
                    <a:pt x="0" y="1346200"/>
                  </a:cubicBezTo>
                  <a:lnTo>
                    <a:pt x="0" y="5080"/>
                  </a:lnTo>
                  <a:cubicBezTo>
                    <a:pt x="0" y="2286"/>
                    <a:pt x="2286" y="0"/>
                    <a:pt x="5080" y="0"/>
                  </a:cubicBezTo>
                  <a:moveTo>
                    <a:pt x="5080" y="10160"/>
                  </a:moveTo>
                  <a:lnTo>
                    <a:pt x="5080" y="5080"/>
                  </a:lnTo>
                  <a:lnTo>
                    <a:pt x="10160" y="5080"/>
                  </a:lnTo>
                  <a:lnTo>
                    <a:pt x="10160" y="1346200"/>
                  </a:lnTo>
                  <a:lnTo>
                    <a:pt x="5080" y="1346200"/>
                  </a:lnTo>
                  <a:lnTo>
                    <a:pt x="5080" y="1341120"/>
                  </a:lnTo>
                  <a:lnTo>
                    <a:pt x="3662680" y="1341120"/>
                  </a:lnTo>
                  <a:lnTo>
                    <a:pt x="3662680" y="1346200"/>
                  </a:lnTo>
                  <a:lnTo>
                    <a:pt x="3657600" y="1346200"/>
                  </a:lnTo>
                  <a:lnTo>
                    <a:pt x="3657600" y="5080"/>
                  </a:lnTo>
                  <a:lnTo>
                    <a:pt x="3662680" y="5080"/>
                  </a:lnTo>
                  <a:lnTo>
                    <a:pt x="3662680" y="10160"/>
                  </a:lnTo>
                  <a:lnTo>
                    <a:pt x="5080" y="10160"/>
                  </a:lnTo>
                  <a:close/>
                </a:path>
              </a:pathLst>
            </a:custGeom>
            <a:solidFill>
              <a:srgbClr val="F7C46A"/>
            </a:solidFill>
          </p:spPr>
        </p:sp>
      </p:grpSp>
      <p:grpSp>
        <p:nvGrpSpPr>
          <p:cNvPr name="Group 197" id="197"/>
          <p:cNvGrpSpPr/>
          <p:nvPr/>
        </p:nvGrpSpPr>
        <p:grpSpPr>
          <a:xfrm rot="0">
            <a:off x="11142983" y="6388103"/>
            <a:ext cx="171707" cy="1031243"/>
            <a:chOff x="0" y="0"/>
            <a:chExt cx="228943" cy="1374991"/>
          </a:xfrm>
        </p:grpSpPr>
        <p:sp>
          <p:nvSpPr>
            <p:cNvPr name="Freeform 198" id="198"/>
            <p:cNvSpPr/>
            <p:nvPr/>
          </p:nvSpPr>
          <p:spPr>
            <a:xfrm flipH="false" flipV="false" rot="0">
              <a:off x="16891" y="16891"/>
              <a:ext cx="195072" cy="1341120"/>
            </a:xfrm>
            <a:custGeom>
              <a:avLst/>
              <a:gdLst/>
              <a:ahLst/>
              <a:cxnLst/>
              <a:rect r="r" b="b" t="t" l="l"/>
              <a:pathLst>
                <a:path h="1341120" w="195072">
                  <a:moveTo>
                    <a:pt x="0" y="0"/>
                  </a:moveTo>
                  <a:lnTo>
                    <a:pt x="195072" y="0"/>
                  </a:lnTo>
                  <a:lnTo>
                    <a:pt x="195072" y="1341120"/>
                  </a:lnTo>
                  <a:lnTo>
                    <a:pt x="0" y="1341120"/>
                  </a:lnTo>
                  <a:close/>
                </a:path>
              </a:pathLst>
            </a:custGeom>
            <a:solidFill>
              <a:srgbClr val="F7C46A"/>
            </a:solidFill>
          </p:spPr>
        </p:sp>
        <p:sp>
          <p:nvSpPr>
            <p:cNvPr name="Freeform 199" id="199"/>
            <p:cNvSpPr/>
            <p:nvPr/>
          </p:nvSpPr>
          <p:spPr>
            <a:xfrm flipH="false" flipV="false" rot="0">
              <a:off x="0" y="0"/>
              <a:ext cx="228854" cy="1374902"/>
            </a:xfrm>
            <a:custGeom>
              <a:avLst/>
              <a:gdLst/>
              <a:ahLst/>
              <a:cxnLst/>
              <a:rect r="r" b="b" t="t" l="l"/>
              <a:pathLst>
                <a:path h="1374902" w="228854">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F7C46A"/>
            </a:solidFill>
          </p:spPr>
        </p:sp>
      </p:grpSp>
      <p:grpSp>
        <p:nvGrpSpPr>
          <p:cNvPr name="Group 200" id="200"/>
          <p:cNvGrpSpPr/>
          <p:nvPr/>
        </p:nvGrpSpPr>
        <p:grpSpPr>
          <a:xfrm rot="0">
            <a:off x="11375136" y="6400800"/>
            <a:ext cx="2377440" cy="1005840"/>
            <a:chOff x="0" y="0"/>
            <a:chExt cx="3169920" cy="1341120"/>
          </a:xfrm>
        </p:grpSpPr>
        <p:sp>
          <p:nvSpPr>
            <p:cNvPr name="Freeform 201" id="201"/>
            <p:cNvSpPr/>
            <p:nvPr/>
          </p:nvSpPr>
          <p:spPr>
            <a:xfrm flipH="false" flipV="false" rot="0">
              <a:off x="0" y="0"/>
              <a:ext cx="3169920" cy="1341120"/>
            </a:xfrm>
            <a:custGeom>
              <a:avLst/>
              <a:gdLst/>
              <a:ahLst/>
              <a:cxnLst/>
              <a:rect r="r" b="b" t="t" l="l"/>
              <a:pathLst>
                <a:path h="1341120" w="3169920">
                  <a:moveTo>
                    <a:pt x="0" y="0"/>
                  </a:moveTo>
                  <a:lnTo>
                    <a:pt x="3169920" y="0"/>
                  </a:lnTo>
                  <a:lnTo>
                    <a:pt x="3169920" y="1341120"/>
                  </a:lnTo>
                  <a:lnTo>
                    <a:pt x="0" y="1341120"/>
                  </a:lnTo>
                  <a:close/>
                </a:path>
              </a:pathLst>
            </a:custGeom>
            <a:blipFill>
              <a:blip r:embed="rId2">
                <a:alphaModFix amt="0"/>
              </a:blip>
              <a:stretch>
                <a:fillRect l="-4282" t="0" r="-4282" b="0"/>
              </a:stretch>
            </a:blipFill>
          </p:spPr>
        </p:sp>
        <p:sp>
          <p:nvSpPr>
            <p:cNvPr name="TextBox 202" id="202"/>
            <p:cNvSpPr txBox="true"/>
            <p:nvPr/>
          </p:nvSpPr>
          <p:spPr>
            <a:xfrm>
              <a:off x="0" y="-28575"/>
              <a:ext cx="3169920" cy="136969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Top Rated Items</a:t>
              </a:r>
            </a:p>
          </p:txBody>
        </p:sp>
      </p:grpSp>
      <p:grpSp>
        <p:nvGrpSpPr>
          <p:cNvPr name="Group 203" id="203"/>
          <p:cNvGrpSpPr/>
          <p:nvPr/>
        </p:nvGrpSpPr>
        <p:grpSpPr>
          <a:xfrm rot="0">
            <a:off x="11151870" y="7677150"/>
            <a:ext cx="2750820" cy="1013460"/>
            <a:chOff x="0" y="0"/>
            <a:chExt cx="3667760" cy="1351280"/>
          </a:xfrm>
        </p:grpSpPr>
        <p:sp>
          <p:nvSpPr>
            <p:cNvPr name="Freeform 204" id="204"/>
            <p:cNvSpPr/>
            <p:nvPr/>
          </p:nvSpPr>
          <p:spPr>
            <a:xfrm flipH="false" flipV="false" rot="0">
              <a:off x="5080" y="5080"/>
              <a:ext cx="3657600" cy="1341120"/>
            </a:xfrm>
            <a:custGeom>
              <a:avLst/>
              <a:gdLst/>
              <a:ahLst/>
              <a:cxnLst/>
              <a:rect r="r" b="b" t="t" l="l"/>
              <a:pathLst>
                <a:path h="1341120" w="3657600">
                  <a:moveTo>
                    <a:pt x="0" y="0"/>
                  </a:moveTo>
                  <a:lnTo>
                    <a:pt x="3657600" y="0"/>
                  </a:lnTo>
                  <a:lnTo>
                    <a:pt x="3657600" y="1341120"/>
                  </a:lnTo>
                  <a:lnTo>
                    <a:pt x="0" y="1341120"/>
                  </a:lnTo>
                  <a:close/>
                </a:path>
              </a:pathLst>
            </a:custGeom>
            <a:solidFill>
              <a:srgbClr val="13132A"/>
            </a:solidFill>
          </p:spPr>
        </p:sp>
        <p:sp>
          <p:nvSpPr>
            <p:cNvPr name="Freeform 205" id="205"/>
            <p:cNvSpPr/>
            <p:nvPr/>
          </p:nvSpPr>
          <p:spPr>
            <a:xfrm flipH="false" flipV="false" rot="0">
              <a:off x="0" y="0"/>
              <a:ext cx="3667760" cy="1351280"/>
            </a:xfrm>
            <a:custGeom>
              <a:avLst/>
              <a:gdLst/>
              <a:ahLst/>
              <a:cxnLst/>
              <a:rect r="r" b="b" t="t" l="l"/>
              <a:pathLst>
                <a:path h="1351280" w="3667760">
                  <a:moveTo>
                    <a:pt x="5080" y="0"/>
                  </a:moveTo>
                  <a:lnTo>
                    <a:pt x="3662680" y="0"/>
                  </a:lnTo>
                  <a:cubicBezTo>
                    <a:pt x="3665474" y="0"/>
                    <a:pt x="3667760" y="2286"/>
                    <a:pt x="3667760" y="5080"/>
                  </a:cubicBezTo>
                  <a:lnTo>
                    <a:pt x="3667760" y="1346200"/>
                  </a:lnTo>
                  <a:cubicBezTo>
                    <a:pt x="3667760" y="1348994"/>
                    <a:pt x="3665474" y="1351280"/>
                    <a:pt x="3662680" y="1351280"/>
                  </a:cubicBezTo>
                  <a:lnTo>
                    <a:pt x="5080" y="1351280"/>
                  </a:lnTo>
                  <a:cubicBezTo>
                    <a:pt x="2286" y="1351280"/>
                    <a:pt x="0" y="1348994"/>
                    <a:pt x="0" y="1346200"/>
                  </a:cubicBezTo>
                  <a:lnTo>
                    <a:pt x="0" y="5080"/>
                  </a:lnTo>
                  <a:cubicBezTo>
                    <a:pt x="0" y="2286"/>
                    <a:pt x="2286" y="0"/>
                    <a:pt x="5080" y="0"/>
                  </a:cubicBezTo>
                  <a:moveTo>
                    <a:pt x="5080" y="10160"/>
                  </a:moveTo>
                  <a:lnTo>
                    <a:pt x="5080" y="5080"/>
                  </a:lnTo>
                  <a:lnTo>
                    <a:pt x="10160" y="5080"/>
                  </a:lnTo>
                  <a:lnTo>
                    <a:pt x="10160" y="1346200"/>
                  </a:lnTo>
                  <a:lnTo>
                    <a:pt x="5080" y="1346200"/>
                  </a:lnTo>
                  <a:lnTo>
                    <a:pt x="5080" y="1341120"/>
                  </a:lnTo>
                  <a:lnTo>
                    <a:pt x="3662680" y="1341120"/>
                  </a:lnTo>
                  <a:lnTo>
                    <a:pt x="3662680" y="1346200"/>
                  </a:lnTo>
                  <a:lnTo>
                    <a:pt x="3657600" y="1346200"/>
                  </a:lnTo>
                  <a:lnTo>
                    <a:pt x="3657600" y="5080"/>
                  </a:lnTo>
                  <a:lnTo>
                    <a:pt x="3662680" y="5080"/>
                  </a:lnTo>
                  <a:lnTo>
                    <a:pt x="3662680" y="10160"/>
                  </a:lnTo>
                  <a:lnTo>
                    <a:pt x="5080" y="10160"/>
                  </a:lnTo>
                  <a:close/>
                </a:path>
              </a:pathLst>
            </a:custGeom>
            <a:solidFill>
              <a:srgbClr val="F7C46A"/>
            </a:solidFill>
          </p:spPr>
        </p:sp>
      </p:grpSp>
      <p:grpSp>
        <p:nvGrpSpPr>
          <p:cNvPr name="Group 206" id="206"/>
          <p:cNvGrpSpPr/>
          <p:nvPr/>
        </p:nvGrpSpPr>
        <p:grpSpPr>
          <a:xfrm rot="0">
            <a:off x="11142983" y="7668263"/>
            <a:ext cx="171707" cy="1031243"/>
            <a:chOff x="0" y="0"/>
            <a:chExt cx="228943" cy="1374991"/>
          </a:xfrm>
        </p:grpSpPr>
        <p:sp>
          <p:nvSpPr>
            <p:cNvPr name="Freeform 207" id="207"/>
            <p:cNvSpPr/>
            <p:nvPr/>
          </p:nvSpPr>
          <p:spPr>
            <a:xfrm flipH="false" flipV="false" rot="0">
              <a:off x="16891" y="16891"/>
              <a:ext cx="195072" cy="1341120"/>
            </a:xfrm>
            <a:custGeom>
              <a:avLst/>
              <a:gdLst/>
              <a:ahLst/>
              <a:cxnLst/>
              <a:rect r="r" b="b" t="t" l="l"/>
              <a:pathLst>
                <a:path h="1341120" w="195072">
                  <a:moveTo>
                    <a:pt x="0" y="0"/>
                  </a:moveTo>
                  <a:lnTo>
                    <a:pt x="195072" y="0"/>
                  </a:lnTo>
                  <a:lnTo>
                    <a:pt x="195072" y="1341120"/>
                  </a:lnTo>
                  <a:lnTo>
                    <a:pt x="0" y="1341120"/>
                  </a:lnTo>
                  <a:close/>
                </a:path>
              </a:pathLst>
            </a:custGeom>
            <a:solidFill>
              <a:srgbClr val="F7C46A"/>
            </a:solidFill>
          </p:spPr>
        </p:sp>
        <p:sp>
          <p:nvSpPr>
            <p:cNvPr name="Freeform 208" id="208"/>
            <p:cNvSpPr/>
            <p:nvPr/>
          </p:nvSpPr>
          <p:spPr>
            <a:xfrm flipH="false" flipV="false" rot="0">
              <a:off x="0" y="0"/>
              <a:ext cx="228854" cy="1374902"/>
            </a:xfrm>
            <a:custGeom>
              <a:avLst/>
              <a:gdLst/>
              <a:ahLst/>
              <a:cxnLst/>
              <a:rect r="r" b="b" t="t" l="l"/>
              <a:pathLst>
                <a:path h="1374902" w="228854">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F7C46A"/>
            </a:solidFill>
          </p:spPr>
        </p:sp>
      </p:grpSp>
      <p:grpSp>
        <p:nvGrpSpPr>
          <p:cNvPr name="Group 209" id="209"/>
          <p:cNvGrpSpPr/>
          <p:nvPr/>
        </p:nvGrpSpPr>
        <p:grpSpPr>
          <a:xfrm rot="0">
            <a:off x="11375136" y="7680960"/>
            <a:ext cx="2377440" cy="1005840"/>
            <a:chOff x="0" y="0"/>
            <a:chExt cx="3169920" cy="1341120"/>
          </a:xfrm>
        </p:grpSpPr>
        <p:sp>
          <p:nvSpPr>
            <p:cNvPr name="Freeform 210" id="210"/>
            <p:cNvSpPr/>
            <p:nvPr/>
          </p:nvSpPr>
          <p:spPr>
            <a:xfrm flipH="false" flipV="false" rot="0">
              <a:off x="0" y="0"/>
              <a:ext cx="3169920" cy="1341120"/>
            </a:xfrm>
            <a:custGeom>
              <a:avLst/>
              <a:gdLst/>
              <a:ahLst/>
              <a:cxnLst/>
              <a:rect r="r" b="b" t="t" l="l"/>
              <a:pathLst>
                <a:path h="1341120" w="3169920">
                  <a:moveTo>
                    <a:pt x="0" y="0"/>
                  </a:moveTo>
                  <a:lnTo>
                    <a:pt x="3169920" y="0"/>
                  </a:lnTo>
                  <a:lnTo>
                    <a:pt x="3169920" y="1341120"/>
                  </a:lnTo>
                  <a:lnTo>
                    <a:pt x="0" y="1341120"/>
                  </a:lnTo>
                  <a:close/>
                </a:path>
              </a:pathLst>
            </a:custGeom>
            <a:blipFill>
              <a:blip r:embed="rId2">
                <a:alphaModFix amt="0"/>
              </a:blip>
              <a:stretch>
                <a:fillRect l="-4282" t="0" r="-4282" b="0"/>
              </a:stretch>
            </a:blipFill>
          </p:spPr>
        </p:sp>
        <p:sp>
          <p:nvSpPr>
            <p:cNvPr name="TextBox 211" id="211"/>
            <p:cNvSpPr txBox="true"/>
            <p:nvPr/>
          </p:nvSpPr>
          <p:spPr>
            <a:xfrm>
              <a:off x="0" y="-28575"/>
              <a:ext cx="3169920" cy="136969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Monthly Activity</a:t>
              </a:r>
            </a:p>
          </p:txBody>
        </p:sp>
      </p:grpSp>
      <p:grpSp>
        <p:nvGrpSpPr>
          <p:cNvPr name="Group 212" id="212"/>
          <p:cNvGrpSpPr/>
          <p:nvPr/>
        </p:nvGrpSpPr>
        <p:grpSpPr>
          <a:xfrm rot="0">
            <a:off x="12063727" y="9320527"/>
            <a:ext cx="927097" cy="195577"/>
            <a:chOff x="0" y="0"/>
            <a:chExt cx="1236129" cy="260769"/>
          </a:xfrm>
        </p:grpSpPr>
        <p:sp>
          <p:nvSpPr>
            <p:cNvPr name="Freeform 213" id="213"/>
            <p:cNvSpPr/>
            <p:nvPr/>
          </p:nvSpPr>
          <p:spPr>
            <a:xfrm flipH="false" flipV="false" rot="0">
              <a:off x="8509" y="8509"/>
              <a:ext cx="1219200" cy="243840"/>
            </a:xfrm>
            <a:custGeom>
              <a:avLst/>
              <a:gdLst/>
              <a:ahLst/>
              <a:cxnLst/>
              <a:rect r="r" b="b" t="t" l="l"/>
              <a:pathLst>
                <a:path h="243840" w="1219200">
                  <a:moveTo>
                    <a:pt x="0" y="121920"/>
                  </a:moveTo>
                  <a:cubicBezTo>
                    <a:pt x="0" y="54610"/>
                    <a:pt x="272923" y="0"/>
                    <a:pt x="609600" y="0"/>
                  </a:cubicBezTo>
                  <a:cubicBezTo>
                    <a:pt x="946277" y="0"/>
                    <a:pt x="1219200" y="54610"/>
                    <a:pt x="1219200" y="121920"/>
                  </a:cubicBezTo>
                  <a:cubicBezTo>
                    <a:pt x="1219200" y="189230"/>
                    <a:pt x="946277" y="243840"/>
                    <a:pt x="609600" y="243840"/>
                  </a:cubicBezTo>
                  <a:cubicBezTo>
                    <a:pt x="272923" y="243840"/>
                    <a:pt x="0" y="189230"/>
                    <a:pt x="0" y="121920"/>
                  </a:cubicBezTo>
                  <a:close/>
                </a:path>
              </a:pathLst>
            </a:custGeom>
            <a:solidFill>
              <a:srgbClr val="F7C46A">
                <a:alpha val="24706"/>
              </a:srgbClr>
            </a:solidFill>
          </p:spPr>
        </p:sp>
        <p:sp>
          <p:nvSpPr>
            <p:cNvPr name="Freeform 214" id="214"/>
            <p:cNvSpPr/>
            <p:nvPr/>
          </p:nvSpPr>
          <p:spPr>
            <a:xfrm flipH="false" flipV="false" rot="0">
              <a:off x="0" y="0"/>
              <a:ext cx="1236091" cy="260858"/>
            </a:xfrm>
            <a:custGeom>
              <a:avLst/>
              <a:gdLst/>
              <a:ahLst/>
              <a:cxnLst/>
              <a:rect r="r" b="b" t="t" l="l"/>
              <a:pathLst>
                <a:path h="260858" w="1236091">
                  <a:moveTo>
                    <a:pt x="0" y="130429"/>
                  </a:moveTo>
                  <a:lnTo>
                    <a:pt x="8509" y="130429"/>
                  </a:lnTo>
                  <a:lnTo>
                    <a:pt x="0" y="130429"/>
                  </a:lnTo>
                  <a:cubicBezTo>
                    <a:pt x="0" y="52197"/>
                    <a:pt x="288290" y="0"/>
                    <a:pt x="618109" y="0"/>
                  </a:cubicBezTo>
                  <a:cubicBezTo>
                    <a:pt x="947928" y="0"/>
                    <a:pt x="1236091" y="52197"/>
                    <a:pt x="1236091" y="130429"/>
                  </a:cubicBezTo>
                  <a:lnTo>
                    <a:pt x="1227582" y="130429"/>
                  </a:lnTo>
                  <a:lnTo>
                    <a:pt x="1236091" y="130429"/>
                  </a:lnTo>
                  <a:cubicBezTo>
                    <a:pt x="1236091" y="208661"/>
                    <a:pt x="947801" y="260858"/>
                    <a:pt x="617982" y="260858"/>
                  </a:cubicBezTo>
                  <a:lnTo>
                    <a:pt x="617982" y="252349"/>
                  </a:lnTo>
                  <a:lnTo>
                    <a:pt x="617982" y="260858"/>
                  </a:lnTo>
                  <a:cubicBezTo>
                    <a:pt x="288290" y="260731"/>
                    <a:pt x="0" y="208534"/>
                    <a:pt x="0" y="130429"/>
                  </a:cubicBezTo>
                  <a:lnTo>
                    <a:pt x="8509" y="130429"/>
                  </a:lnTo>
                  <a:lnTo>
                    <a:pt x="17018" y="130429"/>
                  </a:lnTo>
                  <a:lnTo>
                    <a:pt x="8509" y="130429"/>
                  </a:lnTo>
                  <a:lnTo>
                    <a:pt x="0" y="130429"/>
                  </a:lnTo>
                  <a:moveTo>
                    <a:pt x="16891" y="130429"/>
                  </a:moveTo>
                  <a:cubicBezTo>
                    <a:pt x="16891" y="135128"/>
                    <a:pt x="13081" y="138938"/>
                    <a:pt x="8382" y="138938"/>
                  </a:cubicBezTo>
                  <a:cubicBezTo>
                    <a:pt x="3683" y="138938"/>
                    <a:pt x="0" y="135001"/>
                    <a:pt x="0" y="130429"/>
                  </a:cubicBezTo>
                  <a:cubicBezTo>
                    <a:pt x="0" y="125857"/>
                    <a:pt x="3810" y="121920"/>
                    <a:pt x="8509" y="121920"/>
                  </a:cubicBezTo>
                  <a:cubicBezTo>
                    <a:pt x="13208" y="121920"/>
                    <a:pt x="17018" y="125730"/>
                    <a:pt x="17018" y="130429"/>
                  </a:cubicBezTo>
                  <a:cubicBezTo>
                    <a:pt x="17018" y="186944"/>
                    <a:pt x="274574" y="243840"/>
                    <a:pt x="618109" y="243840"/>
                  </a:cubicBezTo>
                  <a:cubicBezTo>
                    <a:pt x="961644" y="243840"/>
                    <a:pt x="1219200" y="186817"/>
                    <a:pt x="1219200" y="130429"/>
                  </a:cubicBezTo>
                  <a:cubicBezTo>
                    <a:pt x="1219200" y="73914"/>
                    <a:pt x="961644" y="17018"/>
                    <a:pt x="618109" y="17018"/>
                  </a:cubicBezTo>
                  <a:lnTo>
                    <a:pt x="618109" y="8509"/>
                  </a:lnTo>
                  <a:lnTo>
                    <a:pt x="618109" y="17018"/>
                  </a:lnTo>
                  <a:cubicBezTo>
                    <a:pt x="274574" y="17018"/>
                    <a:pt x="17018" y="74041"/>
                    <a:pt x="17018" y="130429"/>
                  </a:cubicBezTo>
                  <a:close/>
                </a:path>
              </a:pathLst>
            </a:custGeom>
            <a:solidFill>
              <a:srgbClr val="F7C46A"/>
            </a:solidFill>
          </p:spPr>
        </p:sp>
      </p:grpSp>
      <p:grpSp>
        <p:nvGrpSpPr>
          <p:cNvPr name="Group 215" id="215"/>
          <p:cNvGrpSpPr/>
          <p:nvPr/>
        </p:nvGrpSpPr>
        <p:grpSpPr>
          <a:xfrm rot="0">
            <a:off x="14428470" y="2815590"/>
            <a:ext cx="3147060" cy="6804660"/>
            <a:chOff x="0" y="0"/>
            <a:chExt cx="4196080" cy="9072880"/>
          </a:xfrm>
        </p:grpSpPr>
        <p:sp>
          <p:nvSpPr>
            <p:cNvPr name="Freeform 216" id="216"/>
            <p:cNvSpPr/>
            <p:nvPr/>
          </p:nvSpPr>
          <p:spPr>
            <a:xfrm flipH="false" flipV="false" rot="0">
              <a:off x="25400" y="25400"/>
              <a:ext cx="4145280" cy="9022080"/>
            </a:xfrm>
            <a:custGeom>
              <a:avLst/>
              <a:gdLst/>
              <a:ahLst/>
              <a:cxnLst/>
              <a:rect r="r" b="b" t="t" l="l"/>
              <a:pathLst>
                <a:path h="9022080" w="4145280">
                  <a:moveTo>
                    <a:pt x="0" y="0"/>
                  </a:moveTo>
                  <a:lnTo>
                    <a:pt x="4145280" y="0"/>
                  </a:lnTo>
                  <a:lnTo>
                    <a:pt x="4145280" y="9022080"/>
                  </a:lnTo>
                  <a:lnTo>
                    <a:pt x="0" y="9022080"/>
                  </a:lnTo>
                  <a:close/>
                </a:path>
              </a:pathLst>
            </a:custGeom>
            <a:solidFill>
              <a:srgbClr val="1A1A35"/>
            </a:solidFill>
          </p:spPr>
        </p:sp>
        <p:sp>
          <p:nvSpPr>
            <p:cNvPr name="Freeform 217" id="217"/>
            <p:cNvSpPr/>
            <p:nvPr/>
          </p:nvSpPr>
          <p:spPr>
            <a:xfrm flipH="false" flipV="false" rot="0">
              <a:off x="0" y="0"/>
              <a:ext cx="4196080" cy="9072880"/>
            </a:xfrm>
            <a:custGeom>
              <a:avLst/>
              <a:gdLst/>
              <a:ahLst/>
              <a:cxnLst/>
              <a:rect r="r" b="b" t="t" l="l"/>
              <a:pathLst>
                <a:path h="9072880" w="4196080">
                  <a:moveTo>
                    <a:pt x="25400" y="0"/>
                  </a:moveTo>
                  <a:lnTo>
                    <a:pt x="4170680" y="0"/>
                  </a:lnTo>
                  <a:cubicBezTo>
                    <a:pt x="4184650" y="0"/>
                    <a:pt x="4196080" y="11430"/>
                    <a:pt x="4196080" y="25400"/>
                  </a:cubicBezTo>
                  <a:lnTo>
                    <a:pt x="4196080" y="9047480"/>
                  </a:lnTo>
                  <a:cubicBezTo>
                    <a:pt x="4196080" y="9061450"/>
                    <a:pt x="4184650" y="9072880"/>
                    <a:pt x="4170680" y="9072880"/>
                  </a:cubicBezTo>
                  <a:lnTo>
                    <a:pt x="25400" y="9072880"/>
                  </a:lnTo>
                  <a:cubicBezTo>
                    <a:pt x="11430" y="9072880"/>
                    <a:pt x="0" y="9061450"/>
                    <a:pt x="0" y="9047480"/>
                  </a:cubicBezTo>
                  <a:lnTo>
                    <a:pt x="0" y="25400"/>
                  </a:lnTo>
                  <a:cubicBezTo>
                    <a:pt x="0" y="11430"/>
                    <a:pt x="11430" y="0"/>
                    <a:pt x="25400" y="0"/>
                  </a:cubicBezTo>
                  <a:moveTo>
                    <a:pt x="25400" y="50800"/>
                  </a:moveTo>
                  <a:lnTo>
                    <a:pt x="25400" y="25400"/>
                  </a:lnTo>
                  <a:lnTo>
                    <a:pt x="50800" y="25400"/>
                  </a:lnTo>
                  <a:lnTo>
                    <a:pt x="50800" y="9047480"/>
                  </a:lnTo>
                  <a:lnTo>
                    <a:pt x="25400" y="9047480"/>
                  </a:lnTo>
                  <a:lnTo>
                    <a:pt x="25400" y="9022080"/>
                  </a:lnTo>
                  <a:lnTo>
                    <a:pt x="4170680" y="9022080"/>
                  </a:lnTo>
                  <a:lnTo>
                    <a:pt x="4170680" y="9047480"/>
                  </a:lnTo>
                  <a:lnTo>
                    <a:pt x="4145280" y="9047480"/>
                  </a:lnTo>
                  <a:lnTo>
                    <a:pt x="4145280" y="25400"/>
                  </a:lnTo>
                  <a:lnTo>
                    <a:pt x="4170680" y="25400"/>
                  </a:lnTo>
                  <a:lnTo>
                    <a:pt x="4170680" y="50800"/>
                  </a:lnTo>
                  <a:lnTo>
                    <a:pt x="25400" y="50800"/>
                  </a:lnTo>
                  <a:close/>
                </a:path>
              </a:pathLst>
            </a:custGeom>
            <a:solidFill>
              <a:srgbClr val="7C6AF7"/>
            </a:solidFill>
          </p:spPr>
        </p:sp>
      </p:grpSp>
      <p:grpSp>
        <p:nvGrpSpPr>
          <p:cNvPr name="Group 218" id="218"/>
          <p:cNvGrpSpPr/>
          <p:nvPr/>
        </p:nvGrpSpPr>
        <p:grpSpPr>
          <a:xfrm rot="0">
            <a:off x="14434823" y="2821943"/>
            <a:ext cx="3134363" cy="848363"/>
            <a:chOff x="0" y="0"/>
            <a:chExt cx="4179151" cy="1131151"/>
          </a:xfrm>
        </p:grpSpPr>
        <p:sp>
          <p:nvSpPr>
            <p:cNvPr name="Freeform 219" id="219"/>
            <p:cNvSpPr/>
            <p:nvPr/>
          </p:nvSpPr>
          <p:spPr>
            <a:xfrm flipH="false" flipV="false" rot="0">
              <a:off x="16891" y="16891"/>
              <a:ext cx="4145280" cy="1097280"/>
            </a:xfrm>
            <a:custGeom>
              <a:avLst/>
              <a:gdLst/>
              <a:ahLst/>
              <a:cxnLst/>
              <a:rect r="r" b="b" t="t" l="l"/>
              <a:pathLst>
                <a:path h="1097280" w="4145280">
                  <a:moveTo>
                    <a:pt x="0" y="0"/>
                  </a:moveTo>
                  <a:lnTo>
                    <a:pt x="4145280" y="0"/>
                  </a:lnTo>
                  <a:lnTo>
                    <a:pt x="4145280" y="1097280"/>
                  </a:lnTo>
                  <a:lnTo>
                    <a:pt x="0" y="1097280"/>
                  </a:lnTo>
                  <a:close/>
                </a:path>
              </a:pathLst>
            </a:custGeom>
            <a:solidFill>
              <a:srgbClr val="7C6AF7">
                <a:alpha val="63922"/>
              </a:srgbClr>
            </a:solidFill>
          </p:spPr>
        </p:sp>
        <p:sp>
          <p:nvSpPr>
            <p:cNvPr name="Freeform 220" id="220"/>
            <p:cNvSpPr/>
            <p:nvPr/>
          </p:nvSpPr>
          <p:spPr>
            <a:xfrm flipH="false" flipV="false" rot="0">
              <a:off x="0" y="0"/>
              <a:ext cx="4179062" cy="1131064"/>
            </a:xfrm>
            <a:custGeom>
              <a:avLst/>
              <a:gdLst/>
              <a:ahLst/>
              <a:cxnLst/>
              <a:rect r="r" b="b" t="t" l="l"/>
              <a:pathLst>
                <a:path h="1131064" w="4179062">
                  <a:moveTo>
                    <a:pt x="16891" y="0"/>
                  </a:moveTo>
                  <a:lnTo>
                    <a:pt x="4162171" y="0"/>
                  </a:lnTo>
                  <a:cubicBezTo>
                    <a:pt x="4171569" y="0"/>
                    <a:pt x="4179062" y="7620"/>
                    <a:pt x="4179062" y="16891"/>
                  </a:cubicBezTo>
                  <a:lnTo>
                    <a:pt x="4179062" y="1114171"/>
                  </a:lnTo>
                  <a:cubicBezTo>
                    <a:pt x="4179062" y="1123569"/>
                    <a:pt x="4171442" y="1131062"/>
                    <a:pt x="416217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4162171" y="1097280"/>
                  </a:lnTo>
                  <a:lnTo>
                    <a:pt x="4162171" y="1114171"/>
                  </a:lnTo>
                  <a:lnTo>
                    <a:pt x="4145280" y="1114171"/>
                  </a:lnTo>
                  <a:lnTo>
                    <a:pt x="4145280" y="16891"/>
                  </a:lnTo>
                  <a:lnTo>
                    <a:pt x="4162171" y="16891"/>
                  </a:lnTo>
                  <a:lnTo>
                    <a:pt x="4162171" y="33909"/>
                  </a:lnTo>
                  <a:lnTo>
                    <a:pt x="16891" y="33909"/>
                  </a:lnTo>
                  <a:close/>
                </a:path>
              </a:pathLst>
            </a:custGeom>
            <a:solidFill>
              <a:srgbClr val="7C6AF7"/>
            </a:solidFill>
          </p:spPr>
        </p:sp>
      </p:grpSp>
      <p:grpSp>
        <p:nvGrpSpPr>
          <p:cNvPr name="Group 221" id="221"/>
          <p:cNvGrpSpPr/>
          <p:nvPr/>
        </p:nvGrpSpPr>
        <p:grpSpPr>
          <a:xfrm rot="0">
            <a:off x="14447520" y="2834640"/>
            <a:ext cx="3108960" cy="822960"/>
            <a:chOff x="0" y="0"/>
            <a:chExt cx="4145280" cy="1097280"/>
          </a:xfrm>
        </p:grpSpPr>
        <p:sp>
          <p:nvSpPr>
            <p:cNvPr name="Freeform 222" id="222"/>
            <p:cNvSpPr/>
            <p:nvPr/>
          </p:nvSpPr>
          <p:spPr>
            <a:xfrm flipH="false" flipV="false" rot="0">
              <a:off x="0" y="0"/>
              <a:ext cx="4145280" cy="1097280"/>
            </a:xfrm>
            <a:custGeom>
              <a:avLst/>
              <a:gdLst/>
              <a:ahLst/>
              <a:cxnLst/>
              <a:rect r="r" b="b" t="t" l="l"/>
              <a:pathLst>
                <a:path h="1097280" w="4145280">
                  <a:moveTo>
                    <a:pt x="0" y="0"/>
                  </a:moveTo>
                  <a:lnTo>
                    <a:pt x="4145280" y="0"/>
                  </a:lnTo>
                  <a:lnTo>
                    <a:pt x="4145280" y="1097280"/>
                  </a:lnTo>
                  <a:lnTo>
                    <a:pt x="0" y="1097280"/>
                  </a:lnTo>
                  <a:close/>
                </a:path>
              </a:pathLst>
            </a:custGeom>
            <a:blipFill>
              <a:blip r:embed="rId2">
                <a:alphaModFix amt="0"/>
              </a:blip>
              <a:stretch>
                <a:fillRect l="0" t="-23610" r="0" b="-23610"/>
              </a:stretch>
            </a:blipFill>
          </p:spPr>
        </p:sp>
        <p:sp>
          <p:nvSpPr>
            <p:cNvPr name="TextBox 223" id="223"/>
            <p:cNvSpPr txBox="true"/>
            <p:nvPr/>
          </p:nvSpPr>
          <p:spPr>
            <a:xfrm>
              <a:off x="0" y="-19050"/>
              <a:ext cx="4145280" cy="1116330"/>
            </a:xfrm>
            <a:prstGeom prst="rect">
              <a:avLst/>
            </a:prstGeom>
          </p:spPr>
          <p:txBody>
            <a:bodyPr anchor="ctr" rtlCol="false" tIns="0" lIns="0" bIns="0" rIns="0"/>
            <a:lstStyle/>
            <a:p>
              <a:pPr algn="ctr">
                <a:lnSpc>
                  <a:spcPts val="2160"/>
                </a:lnSpc>
              </a:pPr>
              <a:r>
                <a:rPr lang="en-US" sz="1800" b="true">
                  <a:solidFill>
                    <a:srgbClr val="FFFFFF"/>
                  </a:solidFill>
                  <a:latin typeface="Arial Bold"/>
                  <a:ea typeface="Arial Bold"/>
                  <a:cs typeface="Arial Bold"/>
                  <a:sym typeface="Arial Bold"/>
                </a:rPr>
                <a:t>My List</a:t>
              </a:r>
            </a:p>
          </p:txBody>
        </p:sp>
      </p:grpSp>
      <p:grpSp>
        <p:nvGrpSpPr>
          <p:cNvPr name="Group 224" id="224"/>
          <p:cNvGrpSpPr/>
          <p:nvPr/>
        </p:nvGrpSpPr>
        <p:grpSpPr>
          <a:xfrm rot="0">
            <a:off x="15532103" y="2876807"/>
            <a:ext cx="939803" cy="208283"/>
            <a:chOff x="0" y="0"/>
            <a:chExt cx="1253071" cy="277711"/>
          </a:xfrm>
        </p:grpSpPr>
        <p:sp>
          <p:nvSpPr>
            <p:cNvPr name="Freeform 225" id="225"/>
            <p:cNvSpPr/>
            <p:nvPr/>
          </p:nvSpPr>
          <p:spPr>
            <a:xfrm flipH="false" flipV="false" rot="0">
              <a:off x="16891" y="16891"/>
              <a:ext cx="1219200" cy="243840"/>
            </a:xfrm>
            <a:custGeom>
              <a:avLst/>
              <a:gdLst/>
              <a:ahLst/>
              <a:cxnLst/>
              <a:rect r="r" b="b" t="t" l="l"/>
              <a:pathLst>
                <a:path h="243840" w="1219200">
                  <a:moveTo>
                    <a:pt x="0" y="121920"/>
                  </a:moveTo>
                  <a:cubicBezTo>
                    <a:pt x="0" y="54610"/>
                    <a:pt x="272923" y="0"/>
                    <a:pt x="609600" y="0"/>
                  </a:cubicBezTo>
                  <a:cubicBezTo>
                    <a:pt x="946277" y="0"/>
                    <a:pt x="1219200" y="54610"/>
                    <a:pt x="1219200" y="121920"/>
                  </a:cubicBezTo>
                  <a:cubicBezTo>
                    <a:pt x="1219200" y="189230"/>
                    <a:pt x="946277" y="243840"/>
                    <a:pt x="609600" y="243840"/>
                  </a:cubicBezTo>
                  <a:cubicBezTo>
                    <a:pt x="272923" y="243840"/>
                    <a:pt x="0" y="189230"/>
                    <a:pt x="0" y="121920"/>
                  </a:cubicBezTo>
                  <a:close/>
                </a:path>
              </a:pathLst>
            </a:custGeom>
            <a:solidFill>
              <a:srgbClr val="0D0D1A"/>
            </a:solidFill>
          </p:spPr>
        </p:sp>
        <p:sp>
          <p:nvSpPr>
            <p:cNvPr name="Freeform 226" id="226"/>
            <p:cNvSpPr/>
            <p:nvPr/>
          </p:nvSpPr>
          <p:spPr>
            <a:xfrm flipH="false" flipV="false" rot="0">
              <a:off x="0" y="0"/>
              <a:ext cx="1253109" cy="277622"/>
            </a:xfrm>
            <a:custGeom>
              <a:avLst/>
              <a:gdLst/>
              <a:ahLst/>
              <a:cxnLst/>
              <a:rect r="r" b="b" t="t" l="l"/>
              <a:pathLst>
                <a:path h="277622" w="1253109">
                  <a:moveTo>
                    <a:pt x="0" y="138811"/>
                  </a:moveTo>
                  <a:lnTo>
                    <a:pt x="16891" y="138811"/>
                  </a:lnTo>
                  <a:lnTo>
                    <a:pt x="0" y="138811"/>
                  </a:lnTo>
                  <a:cubicBezTo>
                    <a:pt x="0" y="49784"/>
                    <a:pt x="303530" y="0"/>
                    <a:pt x="626491" y="0"/>
                  </a:cubicBezTo>
                  <a:cubicBezTo>
                    <a:pt x="949452" y="0"/>
                    <a:pt x="1253109" y="49784"/>
                    <a:pt x="1253109" y="138811"/>
                  </a:cubicBezTo>
                  <a:lnTo>
                    <a:pt x="1236091" y="138811"/>
                  </a:lnTo>
                  <a:lnTo>
                    <a:pt x="1252982" y="138811"/>
                  </a:lnTo>
                  <a:cubicBezTo>
                    <a:pt x="1252982" y="227838"/>
                    <a:pt x="949452" y="277622"/>
                    <a:pt x="626491" y="277622"/>
                  </a:cubicBezTo>
                  <a:lnTo>
                    <a:pt x="626491" y="260731"/>
                  </a:lnTo>
                  <a:lnTo>
                    <a:pt x="626491" y="277622"/>
                  </a:lnTo>
                  <a:cubicBezTo>
                    <a:pt x="303530" y="277749"/>
                    <a:pt x="0" y="227838"/>
                    <a:pt x="0" y="138811"/>
                  </a:cubicBezTo>
                  <a:lnTo>
                    <a:pt x="16891" y="138811"/>
                  </a:lnTo>
                  <a:lnTo>
                    <a:pt x="33909" y="138811"/>
                  </a:lnTo>
                  <a:lnTo>
                    <a:pt x="16891" y="138811"/>
                  </a:lnTo>
                  <a:lnTo>
                    <a:pt x="0" y="138811"/>
                  </a:lnTo>
                  <a:moveTo>
                    <a:pt x="33909" y="138811"/>
                  </a:moveTo>
                  <a:cubicBezTo>
                    <a:pt x="33909" y="148209"/>
                    <a:pt x="26289" y="155702"/>
                    <a:pt x="17018" y="155702"/>
                  </a:cubicBezTo>
                  <a:cubicBezTo>
                    <a:pt x="7747" y="155702"/>
                    <a:pt x="0" y="148209"/>
                    <a:pt x="0" y="138811"/>
                  </a:cubicBezTo>
                  <a:cubicBezTo>
                    <a:pt x="0" y="129413"/>
                    <a:pt x="7620" y="121920"/>
                    <a:pt x="16891" y="121920"/>
                  </a:cubicBezTo>
                  <a:cubicBezTo>
                    <a:pt x="26162" y="121920"/>
                    <a:pt x="33782" y="129540"/>
                    <a:pt x="33782" y="138811"/>
                  </a:cubicBezTo>
                  <a:cubicBezTo>
                    <a:pt x="33782" y="184404"/>
                    <a:pt x="276098" y="243840"/>
                    <a:pt x="626491" y="243840"/>
                  </a:cubicBezTo>
                  <a:cubicBezTo>
                    <a:pt x="976884" y="243840"/>
                    <a:pt x="1219200" y="184531"/>
                    <a:pt x="1219200" y="138811"/>
                  </a:cubicBezTo>
                  <a:cubicBezTo>
                    <a:pt x="1219200" y="93218"/>
                    <a:pt x="976884" y="33782"/>
                    <a:pt x="626491" y="33782"/>
                  </a:cubicBezTo>
                  <a:lnTo>
                    <a:pt x="626491" y="16891"/>
                  </a:lnTo>
                  <a:lnTo>
                    <a:pt x="626491" y="33909"/>
                  </a:lnTo>
                  <a:cubicBezTo>
                    <a:pt x="276098" y="33909"/>
                    <a:pt x="33782" y="93218"/>
                    <a:pt x="33782" y="138938"/>
                  </a:cubicBezTo>
                  <a:close/>
                </a:path>
              </a:pathLst>
            </a:custGeom>
            <a:solidFill>
              <a:srgbClr val="0D0D1A"/>
            </a:solidFill>
          </p:spPr>
        </p:sp>
      </p:grpSp>
      <p:grpSp>
        <p:nvGrpSpPr>
          <p:cNvPr name="Group 227" id="227"/>
          <p:cNvGrpSpPr/>
          <p:nvPr/>
        </p:nvGrpSpPr>
        <p:grpSpPr>
          <a:xfrm rot="0">
            <a:off x="14626590" y="3836670"/>
            <a:ext cx="2750820" cy="1013460"/>
            <a:chOff x="0" y="0"/>
            <a:chExt cx="3667760" cy="1351280"/>
          </a:xfrm>
        </p:grpSpPr>
        <p:sp>
          <p:nvSpPr>
            <p:cNvPr name="Freeform 228" id="228"/>
            <p:cNvSpPr/>
            <p:nvPr/>
          </p:nvSpPr>
          <p:spPr>
            <a:xfrm flipH="false" flipV="false" rot="0">
              <a:off x="5080" y="5080"/>
              <a:ext cx="3657600" cy="1341120"/>
            </a:xfrm>
            <a:custGeom>
              <a:avLst/>
              <a:gdLst/>
              <a:ahLst/>
              <a:cxnLst/>
              <a:rect r="r" b="b" t="t" l="l"/>
              <a:pathLst>
                <a:path h="1341120" w="3657600">
                  <a:moveTo>
                    <a:pt x="0" y="0"/>
                  </a:moveTo>
                  <a:lnTo>
                    <a:pt x="3657600" y="0"/>
                  </a:lnTo>
                  <a:lnTo>
                    <a:pt x="3657600" y="1341120"/>
                  </a:lnTo>
                  <a:lnTo>
                    <a:pt x="0" y="1341120"/>
                  </a:lnTo>
                  <a:close/>
                </a:path>
              </a:pathLst>
            </a:custGeom>
            <a:solidFill>
              <a:srgbClr val="13132A"/>
            </a:solidFill>
          </p:spPr>
        </p:sp>
        <p:sp>
          <p:nvSpPr>
            <p:cNvPr name="Freeform 229" id="229"/>
            <p:cNvSpPr/>
            <p:nvPr/>
          </p:nvSpPr>
          <p:spPr>
            <a:xfrm flipH="false" flipV="false" rot="0">
              <a:off x="0" y="0"/>
              <a:ext cx="3667760" cy="1351280"/>
            </a:xfrm>
            <a:custGeom>
              <a:avLst/>
              <a:gdLst/>
              <a:ahLst/>
              <a:cxnLst/>
              <a:rect r="r" b="b" t="t" l="l"/>
              <a:pathLst>
                <a:path h="1351280" w="3667760">
                  <a:moveTo>
                    <a:pt x="5080" y="0"/>
                  </a:moveTo>
                  <a:lnTo>
                    <a:pt x="3662680" y="0"/>
                  </a:lnTo>
                  <a:cubicBezTo>
                    <a:pt x="3665474" y="0"/>
                    <a:pt x="3667760" y="2286"/>
                    <a:pt x="3667760" y="5080"/>
                  </a:cubicBezTo>
                  <a:lnTo>
                    <a:pt x="3667760" y="1346200"/>
                  </a:lnTo>
                  <a:cubicBezTo>
                    <a:pt x="3667760" y="1348994"/>
                    <a:pt x="3665474" y="1351280"/>
                    <a:pt x="3662680" y="1351280"/>
                  </a:cubicBezTo>
                  <a:lnTo>
                    <a:pt x="5080" y="1351280"/>
                  </a:lnTo>
                  <a:cubicBezTo>
                    <a:pt x="2286" y="1351280"/>
                    <a:pt x="0" y="1348994"/>
                    <a:pt x="0" y="1346200"/>
                  </a:cubicBezTo>
                  <a:lnTo>
                    <a:pt x="0" y="5080"/>
                  </a:lnTo>
                  <a:cubicBezTo>
                    <a:pt x="0" y="2286"/>
                    <a:pt x="2286" y="0"/>
                    <a:pt x="5080" y="0"/>
                  </a:cubicBezTo>
                  <a:moveTo>
                    <a:pt x="5080" y="10160"/>
                  </a:moveTo>
                  <a:lnTo>
                    <a:pt x="5080" y="5080"/>
                  </a:lnTo>
                  <a:lnTo>
                    <a:pt x="10160" y="5080"/>
                  </a:lnTo>
                  <a:lnTo>
                    <a:pt x="10160" y="1346200"/>
                  </a:lnTo>
                  <a:lnTo>
                    <a:pt x="5080" y="1346200"/>
                  </a:lnTo>
                  <a:lnTo>
                    <a:pt x="5080" y="1341120"/>
                  </a:lnTo>
                  <a:lnTo>
                    <a:pt x="3662680" y="1341120"/>
                  </a:lnTo>
                  <a:lnTo>
                    <a:pt x="3662680" y="1346200"/>
                  </a:lnTo>
                  <a:lnTo>
                    <a:pt x="3657600" y="1346200"/>
                  </a:lnTo>
                  <a:lnTo>
                    <a:pt x="3657600" y="5080"/>
                  </a:lnTo>
                  <a:lnTo>
                    <a:pt x="3662680" y="5080"/>
                  </a:lnTo>
                  <a:lnTo>
                    <a:pt x="3662680" y="10160"/>
                  </a:lnTo>
                  <a:lnTo>
                    <a:pt x="5080" y="10160"/>
                  </a:lnTo>
                  <a:close/>
                </a:path>
              </a:pathLst>
            </a:custGeom>
            <a:solidFill>
              <a:srgbClr val="7C6AF7"/>
            </a:solidFill>
          </p:spPr>
        </p:sp>
      </p:grpSp>
      <p:grpSp>
        <p:nvGrpSpPr>
          <p:cNvPr name="Group 230" id="230"/>
          <p:cNvGrpSpPr/>
          <p:nvPr/>
        </p:nvGrpSpPr>
        <p:grpSpPr>
          <a:xfrm rot="0">
            <a:off x="14617703" y="3827783"/>
            <a:ext cx="171707" cy="1031243"/>
            <a:chOff x="0" y="0"/>
            <a:chExt cx="228943" cy="1374991"/>
          </a:xfrm>
        </p:grpSpPr>
        <p:sp>
          <p:nvSpPr>
            <p:cNvPr name="Freeform 231" id="231"/>
            <p:cNvSpPr/>
            <p:nvPr/>
          </p:nvSpPr>
          <p:spPr>
            <a:xfrm flipH="false" flipV="false" rot="0">
              <a:off x="16891" y="16891"/>
              <a:ext cx="195072" cy="1341120"/>
            </a:xfrm>
            <a:custGeom>
              <a:avLst/>
              <a:gdLst/>
              <a:ahLst/>
              <a:cxnLst/>
              <a:rect r="r" b="b" t="t" l="l"/>
              <a:pathLst>
                <a:path h="1341120" w="195072">
                  <a:moveTo>
                    <a:pt x="0" y="0"/>
                  </a:moveTo>
                  <a:lnTo>
                    <a:pt x="195072" y="0"/>
                  </a:lnTo>
                  <a:lnTo>
                    <a:pt x="195072" y="1341120"/>
                  </a:lnTo>
                  <a:lnTo>
                    <a:pt x="0" y="1341120"/>
                  </a:lnTo>
                  <a:close/>
                </a:path>
              </a:pathLst>
            </a:custGeom>
            <a:solidFill>
              <a:srgbClr val="7C6AF7"/>
            </a:solidFill>
          </p:spPr>
        </p:sp>
        <p:sp>
          <p:nvSpPr>
            <p:cNvPr name="Freeform 232" id="232"/>
            <p:cNvSpPr/>
            <p:nvPr/>
          </p:nvSpPr>
          <p:spPr>
            <a:xfrm flipH="false" flipV="false" rot="0">
              <a:off x="0" y="0"/>
              <a:ext cx="228854" cy="1374902"/>
            </a:xfrm>
            <a:custGeom>
              <a:avLst/>
              <a:gdLst/>
              <a:ahLst/>
              <a:cxnLst/>
              <a:rect r="r" b="b" t="t" l="l"/>
              <a:pathLst>
                <a:path h="1374902" w="228854">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7C6AF7"/>
            </a:solidFill>
          </p:spPr>
        </p:sp>
      </p:grpSp>
      <p:grpSp>
        <p:nvGrpSpPr>
          <p:cNvPr name="Group 233" id="233"/>
          <p:cNvGrpSpPr/>
          <p:nvPr/>
        </p:nvGrpSpPr>
        <p:grpSpPr>
          <a:xfrm rot="0">
            <a:off x="14849856" y="3840480"/>
            <a:ext cx="2377440" cy="1005840"/>
            <a:chOff x="0" y="0"/>
            <a:chExt cx="3169920" cy="1341120"/>
          </a:xfrm>
        </p:grpSpPr>
        <p:sp>
          <p:nvSpPr>
            <p:cNvPr name="Freeform 234" id="234"/>
            <p:cNvSpPr/>
            <p:nvPr/>
          </p:nvSpPr>
          <p:spPr>
            <a:xfrm flipH="false" flipV="false" rot="0">
              <a:off x="0" y="0"/>
              <a:ext cx="3169920" cy="1341120"/>
            </a:xfrm>
            <a:custGeom>
              <a:avLst/>
              <a:gdLst/>
              <a:ahLst/>
              <a:cxnLst/>
              <a:rect r="r" b="b" t="t" l="l"/>
              <a:pathLst>
                <a:path h="1341120" w="3169920">
                  <a:moveTo>
                    <a:pt x="0" y="0"/>
                  </a:moveTo>
                  <a:lnTo>
                    <a:pt x="3169920" y="0"/>
                  </a:lnTo>
                  <a:lnTo>
                    <a:pt x="3169920" y="1341120"/>
                  </a:lnTo>
                  <a:lnTo>
                    <a:pt x="0" y="1341120"/>
                  </a:lnTo>
                  <a:close/>
                </a:path>
              </a:pathLst>
            </a:custGeom>
            <a:blipFill>
              <a:blip r:embed="rId2">
                <a:alphaModFix amt="0"/>
              </a:blip>
              <a:stretch>
                <a:fillRect l="-4282" t="0" r="-4282" b="0"/>
              </a:stretch>
            </a:blipFill>
          </p:spPr>
        </p:sp>
        <p:sp>
          <p:nvSpPr>
            <p:cNvPr name="TextBox 235" id="235"/>
            <p:cNvSpPr txBox="true"/>
            <p:nvPr/>
          </p:nvSpPr>
          <p:spPr>
            <a:xfrm>
              <a:off x="0" y="-28575"/>
              <a:ext cx="3169920" cy="136969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Search &amp; Filter</a:t>
              </a:r>
            </a:p>
          </p:txBody>
        </p:sp>
      </p:grpSp>
      <p:grpSp>
        <p:nvGrpSpPr>
          <p:cNvPr name="Group 236" id="236"/>
          <p:cNvGrpSpPr/>
          <p:nvPr/>
        </p:nvGrpSpPr>
        <p:grpSpPr>
          <a:xfrm rot="0">
            <a:off x="14626590" y="5116830"/>
            <a:ext cx="2750820" cy="1013460"/>
            <a:chOff x="0" y="0"/>
            <a:chExt cx="3667760" cy="1351280"/>
          </a:xfrm>
        </p:grpSpPr>
        <p:sp>
          <p:nvSpPr>
            <p:cNvPr name="Freeform 237" id="237"/>
            <p:cNvSpPr/>
            <p:nvPr/>
          </p:nvSpPr>
          <p:spPr>
            <a:xfrm flipH="false" flipV="false" rot="0">
              <a:off x="5080" y="5080"/>
              <a:ext cx="3657600" cy="1341120"/>
            </a:xfrm>
            <a:custGeom>
              <a:avLst/>
              <a:gdLst/>
              <a:ahLst/>
              <a:cxnLst/>
              <a:rect r="r" b="b" t="t" l="l"/>
              <a:pathLst>
                <a:path h="1341120" w="3657600">
                  <a:moveTo>
                    <a:pt x="0" y="0"/>
                  </a:moveTo>
                  <a:lnTo>
                    <a:pt x="3657600" y="0"/>
                  </a:lnTo>
                  <a:lnTo>
                    <a:pt x="3657600" y="1341120"/>
                  </a:lnTo>
                  <a:lnTo>
                    <a:pt x="0" y="1341120"/>
                  </a:lnTo>
                  <a:close/>
                </a:path>
              </a:pathLst>
            </a:custGeom>
            <a:solidFill>
              <a:srgbClr val="13132A"/>
            </a:solidFill>
          </p:spPr>
        </p:sp>
        <p:sp>
          <p:nvSpPr>
            <p:cNvPr name="Freeform 238" id="238"/>
            <p:cNvSpPr/>
            <p:nvPr/>
          </p:nvSpPr>
          <p:spPr>
            <a:xfrm flipH="false" flipV="false" rot="0">
              <a:off x="0" y="0"/>
              <a:ext cx="3667760" cy="1351280"/>
            </a:xfrm>
            <a:custGeom>
              <a:avLst/>
              <a:gdLst/>
              <a:ahLst/>
              <a:cxnLst/>
              <a:rect r="r" b="b" t="t" l="l"/>
              <a:pathLst>
                <a:path h="1351280" w="3667760">
                  <a:moveTo>
                    <a:pt x="5080" y="0"/>
                  </a:moveTo>
                  <a:lnTo>
                    <a:pt x="3662680" y="0"/>
                  </a:lnTo>
                  <a:cubicBezTo>
                    <a:pt x="3665474" y="0"/>
                    <a:pt x="3667760" y="2286"/>
                    <a:pt x="3667760" y="5080"/>
                  </a:cubicBezTo>
                  <a:lnTo>
                    <a:pt x="3667760" y="1346200"/>
                  </a:lnTo>
                  <a:cubicBezTo>
                    <a:pt x="3667760" y="1348994"/>
                    <a:pt x="3665474" y="1351280"/>
                    <a:pt x="3662680" y="1351280"/>
                  </a:cubicBezTo>
                  <a:lnTo>
                    <a:pt x="5080" y="1351280"/>
                  </a:lnTo>
                  <a:cubicBezTo>
                    <a:pt x="2286" y="1351280"/>
                    <a:pt x="0" y="1348994"/>
                    <a:pt x="0" y="1346200"/>
                  </a:cubicBezTo>
                  <a:lnTo>
                    <a:pt x="0" y="5080"/>
                  </a:lnTo>
                  <a:cubicBezTo>
                    <a:pt x="0" y="2286"/>
                    <a:pt x="2286" y="0"/>
                    <a:pt x="5080" y="0"/>
                  </a:cubicBezTo>
                  <a:moveTo>
                    <a:pt x="5080" y="10160"/>
                  </a:moveTo>
                  <a:lnTo>
                    <a:pt x="5080" y="5080"/>
                  </a:lnTo>
                  <a:lnTo>
                    <a:pt x="10160" y="5080"/>
                  </a:lnTo>
                  <a:lnTo>
                    <a:pt x="10160" y="1346200"/>
                  </a:lnTo>
                  <a:lnTo>
                    <a:pt x="5080" y="1346200"/>
                  </a:lnTo>
                  <a:lnTo>
                    <a:pt x="5080" y="1341120"/>
                  </a:lnTo>
                  <a:lnTo>
                    <a:pt x="3662680" y="1341120"/>
                  </a:lnTo>
                  <a:lnTo>
                    <a:pt x="3662680" y="1346200"/>
                  </a:lnTo>
                  <a:lnTo>
                    <a:pt x="3657600" y="1346200"/>
                  </a:lnTo>
                  <a:lnTo>
                    <a:pt x="3657600" y="5080"/>
                  </a:lnTo>
                  <a:lnTo>
                    <a:pt x="3662680" y="5080"/>
                  </a:lnTo>
                  <a:lnTo>
                    <a:pt x="3662680" y="10160"/>
                  </a:lnTo>
                  <a:lnTo>
                    <a:pt x="5080" y="10160"/>
                  </a:lnTo>
                  <a:close/>
                </a:path>
              </a:pathLst>
            </a:custGeom>
            <a:solidFill>
              <a:srgbClr val="7C6AF7"/>
            </a:solidFill>
          </p:spPr>
        </p:sp>
      </p:grpSp>
      <p:grpSp>
        <p:nvGrpSpPr>
          <p:cNvPr name="Group 239" id="239"/>
          <p:cNvGrpSpPr/>
          <p:nvPr/>
        </p:nvGrpSpPr>
        <p:grpSpPr>
          <a:xfrm rot="0">
            <a:off x="14617703" y="5107943"/>
            <a:ext cx="171707" cy="1031243"/>
            <a:chOff x="0" y="0"/>
            <a:chExt cx="228943" cy="1374991"/>
          </a:xfrm>
        </p:grpSpPr>
        <p:sp>
          <p:nvSpPr>
            <p:cNvPr name="Freeform 240" id="240"/>
            <p:cNvSpPr/>
            <p:nvPr/>
          </p:nvSpPr>
          <p:spPr>
            <a:xfrm flipH="false" flipV="false" rot="0">
              <a:off x="16891" y="16891"/>
              <a:ext cx="195072" cy="1341120"/>
            </a:xfrm>
            <a:custGeom>
              <a:avLst/>
              <a:gdLst/>
              <a:ahLst/>
              <a:cxnLst/>
              <a:rect r="r" b="b" t="t" l="l"/>
              <a:pathLst>
                <a:path h="1341120" w="195072">
                  <a:moveTo>
                    <a:pt x="0" y="0"/>
                  </a:moveTo>
                  <a:lnTo>
                    <a:pt x="195072" y="0"/>
                  </a:lnTo>
                  <a:lnTo>
                    <a:pt x="195072" y="1341120"/>
                  </a:lnTo>
                  <a:lnTo>
                    <a:pt x="0" y="1341120"/>
                  </a:lnTo>
                  <a:close/>
                </a:path>
              </a:pathLst>
            </a:custGeom>
            <a:solidFill>
              <a:srgbClr val="7C6AF7"/>
            </a:solidFill>
          </p:spPr>
        </p:sp>
        <p:sp>
          <p:nvSpPr>
            <p:cNvPr name="Freeform 241" id="241"/>
            <p:cNvSpPr/>
            <p:nvPr/>
          </p:nvSpPr>
          <p:spPr>
            <a:xfrm flipH="false" flipV="false" rot="0">
              <a:off x="0" y="0"/>
              <a:ext cx="228854" cy="1374902"/>
            </a:xfrm>
            <a:custGeom>
              <a:avLst/>
              <a:gdLst/>
              <a:ahLst/>
              <a:cxnLst/>
              <a:rect r="r" b="b" t="t" l="l"/>
              <a:pathLst>
                <a:path h="1374902" w="228854">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7C6AF7"/>
            </a:solidFill>
          </p:spPr>
        </p:sp>
      </p:grpSp>
      <p:grpSp>
        <p:nvGrpSpPr>
          <p:cNvPr name="Group 242" id="242"/>
          <p:cNvGrpSpPr/>
          <p:nvPr/>
        </p:nvGrpSpPr>
        <p:grpSpPr>
          <a:xfrm rot="0">
            <a:off x="14849856" y="5120640"/>
            <a:ext cx="2377440" cy="1005840"/>
            <a:chOff x="0" y="0"/>
            <a:chExt cx="3169920" cy="1341120"/>
          </a:xfrm>
        </p:grpSpPr>
        <p:sp>
          <p:nvSpPr>
            <p:cNvPr name="Freeform 243" id="243"/>
            <p:cNvSpPr/>
            <p:nvPr/>
          </p:nvSpPr>
          <p:spPr>
            <a:xfrm flipH="false" flipV="false" rot="0">
              <a:off x="0" y="0"/>
              <a:ext cx="3169920" cy="1341120"/>
            </a:xfrm>
            <a:custGeom>
              <a:avLst/>
              <a:gdLst/>
              <a:ahLst/>
              <a:cxnLst/>
              <a:rect r="r" b="b" t="t" l="l"/>
              <a:pathLst>
                <a:path h="1341120" w="3169920">
                  <a:moveTo>
                    <a:pt x="0" y="0"/>
                  </a:moveTo>
                  <a:lnTo>
                    <a:pt x="3169920" y="0"/>
                  </a:lnTo>
                  <a:lnTo>
                    <a:pt x="3169920" y="1341120"/>
                  </a:lnTo>
                  <a:lnTo>
                    <a:pt x="0" y="1341120"/>
                  </a:lnTo>
                  <a:close/>
                </a:path>
              </a:pathLst>
            </a:custGeom>
            <a:blipFill>
              <a:blip r:embed="rId2">
                <a:alphaModFix amt="0"/>
              </a:blip>
              <a:stretch>
                <a:fillRect l="-4282" t="0" r="-4282" b="0"/>
              </a:stretch>
            </a:blipFill>
          </p:spPr>
        </p:sp>
        <p:sp>
          <p:nvSpPr>
            <p:cNvPr name="TextBox 244" id="244"/>
            <p:cNvSpPr txBox="true"/>
            <p:nvPr/>
          </p:nvSpPr>
          <p:spPr>
            <a:xfrm>
              <a:off x="0" y="-28575"/>
              <a:ext cx="3169920" cy="136969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Progress Bars</a:t>
              </a:r>
            </a:p>
          </p:txBody>
        </p:sp>
      </p:grpSp>
      <p:grpSp>
        <p:nvGrpSpPr>
          <p:cNvPr name="Group 245" id="245"/>
          <p:cNvGrpSpPr/>
          <p:nvPr/>
        </p:nvGrpSpPr>
        <p:grpSpPr>
          <a:xfrm rot="0">
            <a:off x="14626590" y="6396990"/>
            <a:ext cx="2750820" cy="1013460"/>
            <a:chOff x="0" y="0"/>
            <a:chExt cx="3667760" cy="1351280"/>
          </a:xfrm>
        </p:grpSpPr>
        <p:sp>
          <p:nvSpPr>
            <p:cNvPr name="Freeform 246" id="246"/>
            <p:cNvSpPr/>
            <p:nvPr/>
          </p:nvSpPr>
          <p:spPr>
            <a:xfrm flipH="false" flipV="false" rot="0">
              <a:off x="5080" y="5080"/>
              <a:ext cx="3657600" cy="1341120"/>
            </a:xfrm>
            <a:custGeom>
              <a:avLst/>
              <a:gdLst/>
              <a:ahLst/>
              <a:cxnLst/>
              <a:rect r="r" b="b" t="t" l="l"/>
              <a:pathLst>
                <a:path h="1341120" w="3657600">
                  <a:moveTo>
                    <a:pt x="0" y="0"/>
                  </a:moveTo>
                  <a:lnTo>
                    <a:pt x="3657600" y="0"/>
                  </a:lnTo>
                  <a:lnTo>
                    <a:pt x="3657600" y="1341120"/>
                  </a:lnTo>
                  <a:lnTo>
                    <a:pt x="0" y="1341120"/>
                  </a:lnTo>
                  <a:close/>
                </a:path>
              </a:pathLst>
            </a:custGeom>
            <a:solidFill>
              <a:srgbClr val="13132A"/>
            </a:solidFill>
          </p:spPr>
        </p:sp>
        <p:sp>
          <p:nvSpPr>
            <p:cNvPr name="Freeform 247" id="247"/>
            <p:cNvSpPr/>
            <p:nvPr/>
          </p:nvSpPr>
          <p:spPr>
            <a:xfrm flipH="false" flipV="false" rot="0">
              <a:off x="0" y="0"/>
              <a:ext cx="3667760" cy="1351280"/>
            </a:xfrm>
            <a:custGeom>
              <a:avLst/>
              <a:gdLst/>
              <a:ahLst/>
              <a:cxnLst/>
              <a:rect r="r" b="b" t="t" l="l"/>
              <a:pathLst>
                <a:path h="1351280" w="3667760">
                  <a:moveTo>
                    <a:pt x="5080" y="0"/>
                  </a:moveTo>
                  <a:lnTo>
                    <a:pt x="3662680" y="0"/>
                  </a:lnTo>
                  <a:cubicBezTo>
                    <a:pt x="3665474" y="0"/>
                    <a:pt x="3667760" y="2286"/>
                    <a:pt x="3667760" y="5080"/>
                  </a:cubicBezTo>
                  <a:lnTo>
                    <a:pt x="3667760" y="1346200"/>
                  </a:lnTo>
                  <a:cubicBezTo>
                    <a:pt x="3667760" y="1348994"/>
                    <a:pt x="3665474" y="1351280"/>
                    <a:pt x="3662680" y="1351280"/>
                  </a:cubicBezTo>
                  <a:lnTo>
                    <a:pt x="5080" y="1351280"/>
                  </a:lnTo>
                  <a:cubicBezTo>
                    <a:pt x="2286" y="1351280"/>
                    <a:pt x="0" y="1348994"/>
                    <a:pt x="0" y="1346200"/>
                  </a:cubicBezTo>
                  <a:lnTo>
                    <a:pt x="0" y="5080"/>
                  </a:lnTo>
                  <a:cubicBezTo>
                    <a:pt x="0" y="2286"/>
                    <a:pt x="2286" y="0"/>
                    <a:pt x="5080" y="0"/>
                  </a:cubicBezTo>
                  <a:moveTo>
                    <a:pt x="5080" y="10160"/>
                  </a:moveTo>
                  <a:lnTo>
                    <a:pt x="5080" y="5080"/>
                  </a:lnTo>
                  <a:lnTo>
                    <a:pt x="10160" y="5080"/>
                  </a:lnTo>
                  <a:lnTo>
                    <a:pt x="10160" y="1346200"/>
                  </a:lnTo>
                  <a:lnTo>
                    <a:pt x="5080" y="1346200"/>
                  </a:lnTo>
                  <a:lnTo>
                    <a:pt x="5080" y="1341120"/>
                  </a:lnTo>
                  <a:lnTo>
                    <a:pt x="3662680" y="1341120"/>
                  </a:lnTo>
                  <a:lnTo>
                    <a:pt x="3662680" y="1346200"/>
                  </a:lnTo>
                  <a:lnTo>
                    <a:pt x="3657600" y="1346200"/>
                  </a:lnTo>
                  <a:lnTo>
                    <a:pt x="3657600" y="5080"/>
                  </a:lnTo>
                  <a:lnTo>
                    <a:pt x="3662680" y="5080"/>
                  </a:lnTo>
                  <a:lnTo>
                    <a:pt x="3662680" y="10160"/>
                  </a:lnTo>
                  <a:lnTo>
                    <a:pt x="5080" y="10160"/>
                  </a:lnTo>
                  <a:close/>
                </a:path>
              </a:pathLst>
            </a:custGeom>
            <a:solidFill>
              <a:srgbClr val="7C6AF7"/>
            </a:solidFill>
          </p:spPr>
        </p:sp>
      </p:grpSp>
      <p:grpSp>
        <p:nvGrpSpPr>
          <p:cNvPr name="Group 248" id="248"/>
          <p:cNvGrpSpPr/>
          <p:nvPr/>
        </p:nvGrpSpPr>
        <p:grpSpPr>
          <a:xfrm rot="0">
            <a:off x="14617703" y="6388103"/>
            <a:ext cx="171707" cy="1031243"/>
            <a:chOff x="0" y="0"/>
            <a:chExt cx="228943" cy="1374991"/>
          </a:xfrm>
        </p:grpSpPr>
        <p:sp>
          <p:nvSpPr>
            <p:cNvPr name="Freeform 249" id="249"/>
            <p:cNvSpPr/>
            <p:nvPr/>
          </p:nvSpPr>
          <p:spPr>
            <a:xfrm flipH="false" flipV="false" rot="0">
              <a:off x="16891" y="16891"/>
              <a:ext cx="195072" cy="1341120"/>
            </a:xfrm>
            <a:custGeom>
              <a:avLst/>
              <a:gdLst/>
              <a:ahLst/>
              <a:cxnLst/>
              <a:rect r="r" b="b" t="t" l="l"/>
              <a:pathLst>
                <a:path h="1341120" w="195072">
                  <a:moveTo>
                    <a:pt x="0" y="0"/>
                  </a:moveTo>
                  <a:lnTo>
                    <a:pt x="195072" y="0"/>
                  </a:lnTo>
                  <a:lnTo>
                    <a:pt x="195072" y="1341120"/>
                  </a:lnTo>
                  <a:lnTo>
                    <a:pt x="0" y="1341120"/>
                  </a:lnTo>
                  <a:close/>
                </a:path>
              </a:pathLst>
            </a:custGeom>
            <a:solidFill>
              <a:srgbClr val="7C6AF7"/>
            </a:solidFill>
          </p:spPr>
        </p:sp>
        <p:sp>
          <p:nvSpPr>
            <p:cNvPr name="Freeform 250" id="250"/>
            <p:cNvSpPr/>
            <p:nvPr/>
          </p:nvSpPr>
          <p:spPr>
            <a:xfrm flipH="false" flipV="false" rot="0">
              <a:off x="0" y="0"/>
              <a:ext cx="228854" cy="1374902"/>
            </a:xfrm>
            <a:custGeom>
              <a:avLst/>
              <a:gdLst/>
              <a:ahLst/>
              <a:cxnLst/>
              <a:rect r="r" b="b" t="t" l="l"/>
              <a:pathLst>
                <a:path h="1374902" w="228854">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7C6AF7"/>
            </a:solidFill>
          </p:spPr>
        </p:sp>
      </p:grpSp>
      <p:grpSp>
        <p:nvGrpSpPr>
          <p:cNvPr name="Group 251" id="251"/>
          <p:cNvGrpSpPr/>
          <p:nvPr/>
        </p:nvGrpSpPr>
        <p:grpSpPr>
          <a:xfrm rot="0">
            <a:off x="14849856" y="6400800"/>
            <a:ext cx="2377440" cy="1005840"/>
            <a:chOff x="0" y="0"/>
            <a:chExt cx="3169920" cy="1341120"/>
          </a:xfrm>
        </p:grpSpPr>
        <p:sp>
          <p:nvSpPr>
            <p:cNvPr name="Freeform 252" id="252"/>
            <p:cNvSpPr/>
            <p:nvPr/>
          </p:nvSpPr>
          <p:spPr>
            <a:xfrm flipH="false" flipV="false" rot="0">
              <a:off x="0" y="0"/>
              <a:ext cx="3169920" cy="1341120"/>
            </a:xfrm>
            <a:custGeom>
              <a:avLst/>
              <a:gdLst/>
              <a:ahLst/>
              <a:cxnLst/>
              <a:rect r="r" b="b" t="t" l="l"/>
              <a:pathLst>
                <a:path h="1341120" w="3169920">
                  <a:moveTo>
                    <a:pt x="0" y="0"/>
                  </a:moveTo>
                  <a:lnTo>
                    <a:pt x="3169920" y="0"/>
                  </a:lnTo>
                  <a:lnTo>
                    <a:pt x="3169920" y="1341120"/>
                  </a:lnTo>
                  <a:lnTo>
                    <a:pt x="0" y="1341120"/>
                  </a:lnTo>
                  <a:close/>
                </a:path>
              </a:pathLst>
            </a:custGeom>
            <a:blipFill>
              <a:blip r:embed="rId2">
                <a:alphaModFix amt="0"/>
              </a:blip>
              <a:stretch>
                <a:fillRect l="-4282" t="0" r="-4282" b="0"/>
              </a:stretch>
            </a:blipFill>
          </p:spPr>
        </p:sp>
        <p:sp>
          <p:nvSpPr>
            <p:cNvPr name="TextBox 253" id="253"/>
            <p:cNvSpPr txBox="true"/>
            <p:nvPr/>
          </p:nvSpPr>
          <p:spPr>
            <a:xfrm>
              <a:off x="0" y="-28575"/>
              <a:ext cx="3169920" cy="136969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Star Ratings</a:t>
              </a:r>
            </a:p>
          </p:txBody>
        </p:sp>
      </p:grpSp>
      <p:grpSp>
        <p:nvGrpSpPr>
          <p:cNvPr name="Group 254" id="254"/>
          <p:cNvGrpSpPr/>
          <p:nvPr/>
        </p:nvGrpSpPr>
        <p:grpSpPr>
          <a:xfrm rot="0">
            <a:off x="14626590" y="7677150"/>
            <a:ext cx="2750820" cy="1013460"/>
            <a:chOff x="0" y="0"/>
            <a:chExt cx="3667760" cy="1351280"/>
          </a:xfrm>
        </p:grpSpPr>
        <p:sp>
          <p:nvSpPr>
            <p:cNvPr name="Freeform 255" id="255"/>
            <p:cNvSpPr/>
            <p:nvPr/>
          </p:nvSpPr>
          <p:spPr>
            <a:xfrm flipH="false" flipV="false" rot="0">
              <a:off x="5080" y="5080"/>
              <a:ext cx="3657600" cy="1341120"/>
            </a:xfrm>
            <a:custGeom>
              <a:avLst/>
              <a:gdLst/>
              <a:ahLst/>
              <a:cxnLst/>
              <a:rect r="r" b="b" t="t" l="l"/>
              <a:pathLst>
                <a:path h="1341120" w="3657600">
                  <a:moveTo>
                    <a:pt x="0" y="0"/>
                  </a:moveTo>
                  <a:lnTo>
                    <a:pt x="3657600" y="0"/>
                  </a:lnTo>
                  <a:lnTo>
                    <a:pt x="3657600" y="1341120"/>
                  </a:lnTo>
                  <a:lnTo>
                    <a:pt x="0" y="1341120"/>
                  </a:lnTo>
                  <a:close/>
                </a:path>
              </a:pathLst>
            </a:custGeom>
            <a:solidFill>
              <a:srgbClr val="13132A"/>
            </a:solidFill>
          </p:spPr>
        </p:sp>
        <p:sp>
          <p:nvSpPr>
            <p:cNvPr name="Freeform 256" id="256"/>
            <p:cNvSpPr/>
            <p:nvPr/>
          </p:nvSpPr>
          <p:spPr>
            <a:xfrm flipH="false" flipV="false" rot="0">
              <a:off x="0" y="0"/>
              <a:ext cx="3667760" cy="1351280"/>
            </a:xfrm>
            <a:custGeom>
              <a:avLst/>
              <a:gdLst/>
              <a:ahLst/>
              <a:cxnLst/>
              <a:rect r="r" b="b" t="t" l="l"/>
              <a:pathLst>
                <a:path h="1351280" w="3667760">
                  <a:moveTo>
                    <a:pt x="5080" y="0"/>
                  </a:moveTo>
                  <a:lnTo>
                    <a:pt x="3662680" y="0"/>
                  </a:lnTo>
                  <a:cubicBezTo>
                    <a:pt x="3665474" y="0"/>
                    <a:pt x="3667760" y="2286"/>
                    <a:pt x="3667760" y="5080"/>
                  </a:cubicBezTo>
                  <a:lnTo>
                    <a:pt x="3667760" y="1346200"/>
                  </a:lnTo>
                  <a:cubicBezTo>
                    <a:pt x="3667760" y="1348994"/>
                    <a:pt x="3665474" y="1351280"/>
                    <a:pt x="3662680" y="1351280"/>
                  </a:cubicBezTo>
                  <a:lnTo>
                    <a:pt x="5080" y="1351280"/>
                  </a:lnTo>
                  <a:cubicBezTo>
                    <a:pt x="2286" y="1351280"/>
                    <a:pt x="0" y="1348994"/>
                    <a:pt x="0" y="1346200"/>
                  </a:cubicBezTo>
                  <a:lnTo>
                    <a:pt x="0" y="5080"/>
                  </a:lnTo>
                  <a:cubicBezTo>
                    <a:pt x="0" y="2286"/>
                    <a:pt x="2286" y="0"/>
                    <a:pt x="5080" y="0"/>
                  </a:cubicBezTo>
                  <a:moveTo>
                    <a:pt x="5080" y="10160"/>
                  </a:moveTo>
                  <a:lnTo>
                    <a:pt x="5080" y="5080"/>
                  </a:lnTo>
                  <a:lnTo>
                    <a:pt x="10160" y="5080"/>
                  </a:lnTo>
                  <a:lnTo>
                    <a:pt x="10160" y="1346200"/>
                  </a:lnTo>
                  <a:lnTo>
                    <a:pt x="5080" y="1346200"/>
                  </a:lnTo>
                  <a:lnTo>
                    <a:pt x="5080" y="1341120"/>
                  </a:lnTo>
                  <a:lnTo>
                    <a:pt x="3662680" y="1341120"/>
                  </a:lnTo>
                  <a:lnTo>
                    <a:pt x="3662680" y="1346200"/>
                  </a:lnTo>
                  <a:lnTo>
                    <a:pt x="3657600" y="1346200"/>
                  </a:lnTo>
                  <a:lnTo>
                    <a:pt x="3657600" y="5080"/>
                  </a:lnTo>
                  <a:lnTo>
                    <a:pt x="3662680" y="5080"/>
                  </a:lnTo>
                  <a:lnTo>
                    <a:pt x="3662680" y="10160"/>
                  </a:lnTo>
                  <a:lnTo>
                    <a:pt x="5080" y="10160"/>
                  </a:lnTo>
                  <a:close/>
                </a:path>
              </a:pathLst>
            </a:custGeom>
            <a:solidFill>
              <a:srgbClr val="7C6AF7"/>
            </a:solidFill>
          </p:spPr>
        </p:sp>
      </p:grpSp>
      <p:grpSp>
        <p:nvGrpSpPr>
          <p:cNvPr name="Group 257" id="257"/>
          <p:cNvGrpSpPr/>
          <p:nvPr/>
        </p:nvGrpSpPr>
        <p:grpSpPr>
          <a:xfrm rot="0">
            <a:off x="14617703" y="7668263"/>
            <a:ext cx="171707" cy="1031243"/>
            <a:chOff x="0" y="0"/>
            <a:chExt cx="228943" cy="1374991"/>
          </a:xfrm>
        </p:grpSpPr>
        <p:sp>
          <p:nvSpPr>
            <p:cNvPr name="Freeform 258" id="258"/>
            <p:cNvSpPr/>
            <p:nvPr/>
          </p:nvSpPr>
          <p:spPr>
            <a:xfrm flipH="false" flipV="false" rot="0">
              <a:off x="16891" y="16891"/>
              <a:ext cx="195072" cy="1341120"/>
            </a:xfrm>
            <a:custGeom>
              <a:avLst/>
              <a:gdLst/>
              <a:ahLst/>
              <a:cxnLst/>
              <a:rect r="r" b="b" t="t" l="l"/>
              <a:pathLst>
                <a:path h="1341120" w="195072">
                  <a:moveTo>
                    <a:pt x="0" y="0"/>
                  </a:moveTo>
                  <a:lnTo>
                    <a:pt x="195072" y="0"/>
                  </a:lnTo>
                  <a:lnTo>
                    <a:pt x="195072" y="1341120"/>
                  </a:lnTo>
                  <a:lnTo>
                    <a:pt x="0" y="1341120"/>
                  </a:lnTo>
                  <a:close/>
                </a:path>
              </a:pathLst>
            </a:custGeom>
            <a:solidFill>
              <a:srgbClr val="7C6AF7"/>
            </a:solidFill>
          </p:spPr>
        </p:sp>
        <p:sp>
          <p:nvSpPr>
            <p:cNvPr name="Freeform 259" id="259"/>
            <p:cNvSpPr/>
            <p:nvPr/>
          </p:nvSpPr>
          <p:spPr>
            <a:xfrm flipH="false" flipV="false" rot="0">
              <a:off x="0" y="0"/>
              <a:ext cx="228854" cy="1374902"/>
            </a:xfrm>
            <a:custGeom>
              <a:avLst/>
              <a:gdLst/>
              <a:ahLst/>
              <a:cxnLst/>
              <a:rect r="r" b="b" t="t" l="l"/>
              <a:pathLst>
                <a:path h="1374902" w="228854">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7C6AF7"/>
            </a:solidFill>
          </p:spPr>
        </p:sp>
      </p:grpSp>
      <p:grpSp>
        <p:nvGrpSpPr>
          <p:cNvPr name="Group 260" id="260"/>
          <p:cNvGrpSpPr/>
          <p:nvPr/>
        </p:nvGrpSpPr>
        <p:grpSpPr>
          <a:xfrm rot="0">
            <a:off x="14849856" y="7680960"/>
            <a:ext cx="2377440" cy="1005840"/>
            <a:chOff x="0" y="0"/>
            <a:chExt cx="3169920" cy="1341120"/>
          </a:xfrm>
        </p:grpSpPr>
        <p:sp>
          <p:nvSpPr>
            <p:cNvPr name="Freeform 261" id="261"/>
            <p:cNvSpPr/>
            <p:nvPr/>
          </p:nvSpPr>
          <p:spPr>
            <a:xfrm flipH="false" flipV="false" rot="0">
              <a:off x="0" y="0"/>
              <a:ext cx="3169920" cy="1341120"/>
            </a:xfrm>
            <a:custGeom>
              <a:avLst/>
              <a:gdLst/>
              <a:ahLst/>
              <a:cxnLst/>
              <a:rect r="r" b="b" t="t" l="l"/>
              <a:pathLst>
                <a:path h="1341120" w="3169920">
                  <a:moveTo>
                    <a:pt x="0" y="0"/>
                  </a:moveTo>
                  <a:lnTo>
                    <a:pt x="3169920" y="0"/>
                  </a:lnTo>
                  <a:lnTo>
                    <a:pt x="3169920" y="1341120"/>
                  </a:lnTo>
                  <a:lnTo>
                    <a:pt x="0" y="1341120"/>
                  </a:lnTo>
                  <a:close/>
                </a:path>
              </a:pathLst>
            </a:custGeom>
            <a:blipFill>
              <a:blip r:embed="rId2">
                <a:alphaModFix amt="0"/>
              </a:blip>
              <a:stretch>
                <a:fillRect l="-4282" t="0" r="-4282" b="0"/>
              </a:stretch>
            </a:blipFill>
          </p:spPr>
        </p:sp>
        <p:sp>
          <p:nvSpPr>
            <p:cNvPr name="TextBox 262" id="262"/>
            <p:cNvSpPr txBox="true"/>
            <p:nvPr/>
          </p:nvSpPr>
          <p:spPr>
            <a:xfrm>
              <a:off x="0" y="-28575"/>
              <a:ext cx="3169920" cy="136969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Status Badges</a:t>
              </a:r>
            </a:p>
          </p:txBody>
        </p:sp>
      </p:grpSp>
      <p:grpSp>
        <p:nvGrpSpPr>
          <p:cNvPr name="Group 263" id="263"/>
          <p:cNvGrpSpPr/>
          <p:nvPr/>
        </p:nvGrpSpPr>
        <p:grpSpPr>
          <a:xfrm rot="0">
            <a:off x="15538447" y="9320527"/>
            <a:ext cx="927097" cy="195577"/>
            <a:chOff x="0" y="0"/>
            <a:chExt cx="1236129" cy="260769"/>
          </a:xfrm>
        </p:grpSpPr>
        <p:sp>
          <p:nvSpPr>
            <p:cNvPr name="Freeform 264" id="264"/>
            <p:cNvSpPr/>
            <p:nvPr/>
          </p:nvSpPr>
          <p:spPr>
            <a:xfrm flipH="false" flipV="false" rot="0">
              <a:off x="8509" y="8509"/>
              <a:ext cx="1219200" cy="243840"/>
            </a:xfrm>
            <a:custGeom>
              <a:avLst/>
              <a:gdLst/>
              <a:ahLst/>
              <a:cxnLst/>
              <a:rect r="r" b="b" t="t" l="l"/>
              <a:pathLst>
                <a:path h="243840" w="1219200">
                  <a:moveTo>
                    <a:pt x="0" y="121920"/>
                  </a:moveTo>
                  <a:cubicBezTo>
                    <a:pt x="0" y="54610"/>
                    <a:pt x="272923" y="0"/>
                    <a:pt x="609600" y="0"/>
                  </a:cubicBezTo>
                  <a:cubicBezTo>
                    <a:pt x="946277" y="0"/>
                    <a:pt x="1219200" y="54610"/>
                    <a:pt x="1219200" y="121920"/>
                  </a:cubicBezTo>
                  <a:cubicBezTo>
                    <a:pt x="1219200" y="189230"/>
                    <a:pt x="946277" y="243840"/>
                    <a:pt x="609600" y="243840"/>
                  </a:cubicBezTo>
                  <a:cubicBezTo>
                    <a:pt x="272923" y="243840"/>
                    <a:pt x="0" y="189230"/>
                    <a:pt x="0" y="121920"/>
                  </a:cubicBezTo>
                  <a:close/>
                </a:path>
              </a:pathLst>
            </a:custGeom>
            <a:solidFill>
              <a:srgbClr val="7C6AF7">
                <a:alpha val="24706"/>
              </a:srgbClr>
            </a:solidFill>
          </p:spPr>
        </p:sp>
        <p:sp>
          <p:nvSpPr>
            <p:cNvPr name="Freeform 265" id="265"/>
            <p:cNvSpPr/>
            <p:nvPr/>
          </p:nvSpPr>
          <p:spPr>
            <a:xfrm flipH="false" flipV="false" rot="0">
              <a:off x="0" y="0"/>
              <a:ext cx="1236091" cy="260858"/>
            </a:xfrm>
            <a:custGeom>
              <a:avLst/>
              <a:gdLst/>
              <a:ahLst/>
              <a:cxnLst/>
              <a:rect r="r" b="b" t="t" l="l"/>
              <a:pathLst>
                <a:path h="260858" w="1236091">
                  <a:moveTo>
                    <a:pt x="0" y="130429"/>
                  </a:moveTo>
                  <a:lnTo>
                    <a:pt x="8509" y="130429"/>
                  </a:lnTo>
                  <a:lnTo>
                    <a:pt x="0" y="130429"/>
                  </a:lnTo>
                  <a:cubicBezTo>
                    <a:pt x="0" y="52197"/>
                    <a:pt x="288290" y="0"/>
                    <a:pt x="618109" y="0"/>
                  </a:cubicBezTo>
                  <a:cubicBezTo>
                    <a:pt x="947928" y="0"/>
                    <a:pt x="1236091" y="52197"/>
                    <a:pt x="1236091" y="130429"/>
                  </a:cubicBezTo>
                  <a:lnTo>
                    <a:pt x="1227582" y="130429"/>
                  </a:lnTo>
                  <a:lnTo>
                    <a:pt x="1236091" y="130429"/>
                  </a:lnTo>
                  <a:cubicBezTo>
                    <a:pt x="1236091" y="208661"/>
                    <a:pt x="947801" y="260858"/>
                    <a:pt x="617982" y="260858"/>
                  </a:cubicBezTo>
                  <a:lnTo>
                    <a:pt x="617982" y="252349"/>
                  </a:lnTo>
                  <a:lnTo>
                    <a:pt x="617982" y="260858"/>
                  </a:lnTo>
                  <a:cubicBezTo>
                    <a:pt x="288290" y="260731"/>
                    <a:pt x="0" y="208534"/>
                    <a:pt x="0" y="130429"/>
                  </a:cubicBezTo>
                  <a:lnTo>
                    <a:pt x="8509" y="130429"/>
                  </a:lnTo>
                  <a:lnTo>
                    <a:pt x="17018" y="130429"/>
                  </a:lnTo>
                  <a:lnTo>
                    <a:pt x="8509" y="130429"/>
                  </a:lnTo>
                  <a:lnTo>
                    <a:pt x="0" y="130429"/>
                  </a:lnTo>
                  <a:moveTo>
                    <a:pt x="16891" y="130429"/>
                  </a:moveTo>
                  <a:cubicBezTo>
                    <a:pt x="16891" y="135128"/>
                    <a:pt x="13081" y="138938"/>
                    <a:pt x="8382" y="138938"/>
                  </a:cubicBezTo>
                  <a:cubicBezTo>
                    <a:pt x="3683" y="138938"/>
                    <a:pt x="0" y="135001"/>
                    <a:pt x="0" y="130429"/>
                  </a:cubicBezTo>
                  <a:cubicBezTo>
                    <a:pt x="0" y="125857"/>
                    <a:pt x="3810" y="121920"/>
                    <a:pt x="8509" y="121920"/>
                  </a:cubicBezTo>
                  <a:cubicBezTo>
                    <a:pt x="13208" y="121920"/>
                    <a:pt x="17018" y="125730"/>
                    <a:pt x="17018" y="130429"/>
                  </a:cubicBezTo>
                  <a:cubicBezTo>
                    <a:pt x="17018" y="186944"/>
                    <a:pt x="274574" y="243840"/>
                    <a:pt x="618109" y="243840"/>
                  </a:cubicBezTo>
                  <a:cubicBezTo>
                    <a:pt x="961644" y="243840"/>
                    <a:pt x="1219200" y="186817"/>
                    <a:pt x="1219200" y="130429"/>
                  </a:cubicBezTo>
                  <a:cubicBezTo>
                    <a:pt x="1219200" y="73914"/>
                    <a:pt x="961644" y="17018"/>
                    <a:pt x="618109" y="17018"/>
                  </a:cubicBezTo>
                  <a:lnTo>
                    <a:pt x="618109" y="8509"/>
                  </a:lnTo>
                  <a:lnTo>
                    <a:pt x="618109" y="17018"/>
                  </a:lnTo>
                  <a:cubicBezTo>
                    <a:pt x="274574" y="17018"/>
                    <a:pt x="17018" y="74041"/>
                    <a:pt x="17018" y="130429"/>
                  </a:cubicBezTo>
                  <a:close/>
                </a:path>
              </a:pathLst>
            </a:custGeom>
            <a:solidFill>
              <a:srgbClr val="7C6AF7"/>
            </a:solid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16891" y="16891"/>
              <a:ext cx="292608" cy="13715999"/>
            </a:xfrm>
            <a:custGeom>
              <a:avLst/>
              <a:gdLst/>
              <a:ahLst/>
              <a:cxnLst/>
              <a:rect r="r" b="b" t="t" l="l"/>
              <a:pathLst>
                <a:path h="13715999" w="292608">
                  <a:moveTo>
                    <a:pt x="0" y="0"/>
                  </a:moveTo>
                  <a:lnTo>
                    <a:pt x="292608" y="0"/>
                  </a:lnTo>
                  <a:lnTo>
                    <a:pt x="292608" y="13715999"/>
                  </a:lnTo>
                  <a:lnTo>
                    <a:pt x="0" y="13715999"/>
                  </a:lnTo>
                  <a:close/>
                </a:path>
              </a:pathLst>
            </a:custGeom>
            <a:solidFill>
              <a:srgbClr val="F7C46A"/>
            </a:solidFill>
          </p:spPr>
        </p:sp>
        <p:sp>
          <p:nvSpPr>
            <p:cNvPr name="Freeform 4" id="4"/>
            <p:cNvSpPr/>
            <p:nvPr/>
          </p:nvSpPr>
          <p:spPr>
            <a:xfrm flipH="false" flipV="false" rot="0">
              <a:off x="0" y="0"/>
              <a:ext cx="326390" cy="13749782"/>
            </a:xfrm>
            <a:custGeom>
              <a:avLst/>
              <a:gdLst/>
              <a:ahLst/>
              <a:cxnLst/>
              <a:rect r="r" b="b" t="t" l="l"/>
              <a:pathLst>
                <a:path h="13749782" w="326390">
                  <a:moveTo>
                    <a:pt x="16891" y="0"/>
                  </a:moveTo>
                  <a:lnTo>
                    <a:pt x="309499" y="0"/>
                  </a:lnTo>
                  <a:cubicBezTo>
                    <a:pt x="318897" y="0"/>
                    <a:pt x="326390" y="7620"/>
                    <a:pt x="326390" y="16891"/>
                  </a:cubicBezTo>
                  <a:lnTo>
                    <a:pt x="326390" y="13732890"/>
                  </a:lnTo>
                  <a:cubicBezTo>
                    <a:pt x="326390" y="13742290"/>
                    <a:pt x="318770" y="13749782"/>
                    <a:pt x="309499"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09499" y="13716000"/>
                  </a:lnTo>
                  <a:lnTo>
                    <a:pt x="309499" y="13732890"/>
                  </a:lnTo>
                  <a:lnTo>
                    <a:pt x="292608" y="13732890"/>
                  </a:lnTo>
                  <a:lnTo>
                    <a:pt x="292608" y="16891"/>
                  </a:lnTo>
                  <a:lnTo>
                    <a:pt x="309499" y="16891"/>
                  </a:lnTo>
                  <a:lnTo>
                    <a:pt x="309499" y="33909"/>
                  </a:lnTo>
                  <a:lnTo>
                    <a:pt x="16891" y="33909"/>
                  </a:lnTo>
                  <a:close/>
                </a:path>
              </a:pathLst>
            </a:custGeom>
            <a:solidFill>
              <a:srgbClr val="F7C46A"/>
            </a:solidFill>
          </p:spPr>
        </p:sp>
      </p:grpSp>
      <p:grpSp>
        <p:nvGrpSpPr>
          <p:cNvPr name="Group 5" id="5"/>
          <p:cNvGrpSpPr/>
          <p:nvPr/>
        </p:nvGrpSpPr>
        <p:grpSpPr>
          <a:xfrm rot="0">
            <a:off x="548640" y="210383"/>
            <a:ext cx="2194560" cy="1984177"/>
            <a:chOff x="0" y="0"/>
            <a:chExt cx="2926080" cy="2645569"/>
          </a:xfrm>
        </p:grpSpPr>
        <p:sp>
          <p:nvSpPr>
            <p:cNvPr name="Freeform 6" id="6"/>
            <p:cNvSpPr/>
            <p:nvPr/>
          </p:nvSpPr>
          <p:spPr>
            <a:xfrm flipH="false" flipV="false" rot="0">
              <a:off x="0" y="0"/>
              <a:ext cx="2926080" cy="2645569"/>
            </a:xfrm>
            <a:custGeom>
              <a:avLst/>
              <a:gdLst/>
              <a:ahLst/>
              <a:cxnLst/>
              <a:rect r="r" b="b" t="t" l="l"/>
              <a:pathLst>
                <a:path h="2645569" w="2926080">
                  <a:moveTo>
                    <a:pt x="0" y="0"/>
                  </a:moveTo>
                  <a:lnTo>
                    <a:pt x="2926080" y="0"/>
                  </a:lnTo>
                  <a:lnTo>
                    <a:pt x="2926080" y="2645569"/>
                  </a:lnTo>
                  <a:lnTo>
                    <a:pt x="0" y="2645569"/>
                  </a:lnTo>
                  <a:close/>
                </a:path>
              </a:pathLst>
            </a:custGeom>
            <a:blipFill>
              <a:blip r:embed="rId2">
                <a:alphaModFix amt="0"/>
              </a:blip>
              <a:stretch>
                <a:fillRect l="-35535" t="0" r="-35535" b="26264"/>
              </a:stretch>
            </a:blipFill>
          </p:spPr>
        </p:sp>
        <p:sp>
          <p:nvSpPr>
            <p:cNvPr name="TextBox 7" id="7"/>
            <p:cNvSpPr txBox="true"/>
            <p:nvPr/>
          </p:nvSpPr>
          <p:spPr>
            <a:xfrm>
              <a:off x="0" y="-47625"/>
              <a:ext cx="2926080" cy="2693194"/>
            </a:xfrm>
            <a:prstGeom prst="rect">
              <a:avLst/>
            </a:prstGeom>
          </p:spPr>
          <p:txBody>
            <a:bodyPr anchor="ctr" rtlCol="false" tIns="0" lIns="0" bIns="0" rIns="0"/>
            <a:lstStyle/>
            <a:p>
              <a:pPr algn="l">
                <a:lnSpc>
                  <a:spcPts val="11519"/>
                </a:lnSpc>
              </a:pPr>
              <a:r>
                <a:rPr lang="en-US" sz="9600" b="true">
                  <a:solidFill>
                    <a:srgbClr val="F7C46A"/>
                  </a:solidFill>
                  <a:latin typeface="Arial Bold"/>
                  <a:ea typeface="Arial Bold"/>
                  <a:cs typeface="Arial Bold"/>
                  <a:sym typeface="Arial Bold"/>
                </a:rPr>
                <a:t>09</a:t>
              </a:r>
            </a:p>
          </p:txBody>
        </p:sp>
      </p:grpSp>
      <p:grpSp>
        <p:nvGrpSpPr>
          <p:cNvPr name="Group 8" id="8"/>
          <p:cNvGrpSpPr/>
          <p:nvPr/>
        </p:nvGrpSpPr>
        <p:grpSpPr>
          <a:xfrm rot="0">
            <a:off x="548640" y="1645920"/>
            <a:ext cx="16459200" cy="1097280"/>
            <a:chOff x="0" y="0"/>
            <a:chExt cx="21945600" cy="1463040"/>
          </a:xfrm>
        </p:grpSpPr>
        <p:sp>
          <p:nvSpPr>
            <p:cNvPr name="Freeform 9" id="9"/>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2">
                <a:alphaModFix amt="0"/>
              </a:blip>
              <a:stretch>
                <a:fillRect l="0" t="-242275" r="0" b="-242275"/>
              </a:stretch>
            </a:blipFill>
          </p:spPr>
        </p:sp>
        <p:sp>
          <p:nvSpPr>
            <p:cNvPr name="TextBox 10" id="10"/>
            <p:cNvSpPr txBox="true"/>
            <p:nvPr/>
          </p:nvSpPr>
          <p:spPr>
            <a:xfrm>
              <a:off x="0" y="-28575"/>
              <a:ext cx="21945600" cy="1491615"/>
            </a:xfrm>
            <a:prstGeom prst="rect">
              <a:avLst/>
            </a:prstGeom>
          </p:spPr>
          <p:txBody>
            <a:bodyPr anchor="ctr" rtlCol="false" tIns="0" lIns="0" bIns="0" rIns="0"/>
            <a:lstStyle/>
            <a:p>
              <a:pPr algn="l">
                <a:lnSpc>
                  <a:spcPts val="7680"/>
                </a:lnSpc>
              </a:pPr>
              <a:r>
                <a:rPr lang="en-US" sz="6400" b="true">
                  <a:solidFill>
                    <a:srgbClr val="FFFFFF"/>
                  </a:solidFill>
                  <a:latin typeface="Arial Bold"/>
                  <a:ea typeface="Arial Bold"/>
                  <a:cs typeface="Arial Bold"/>
                  <a:sym typeface="Arial Bold"/>
                </a:rPr>
                <a:t>Tech Stack &amp; Architecture</a:t>
              </a:r>
            </a:p>
          </p:txBody>
        </p:sp>
      </p:grpSp>
      <p:grpSp>
        <p:nvGrpSpPr>
          <p:cNvPr name="Group 11" id="11"/>
          <p:cNvGrpSpPr/>
          <p:nvPr/>
        </p:nvGrpSpPr>
        <p:grpSpPr>
          <a:xfrm rot="0">
            <a:off x="538477" y="3190237"/>
            <a:ext cx="17211037" cy="1391917"/>
            <a:chOff x="0" y="0"/>
            <a:chExt cx="22948049" cy="1855889"/>
          </a:xfrm>
        </p:grpSpPr>
        <p:sp>
          <p:nvSpPr>
            <p:cNvPr name="Freeform 12" id="12"/>
            <p:cNvSpPr/>
            <p:nvPr/>
          </p:nvSpPr>
          <p:spPr>
            <a:xfrm flipH="false" flipV="false" rot="0">
              <a:off x="13589" y="13589"/>
              <a:ext cx="22920960" cy="1828800"/>
            </a:xfrm>
            <a:custGeom>
              <a:avLst/>
              <a:gdLst/>
              <a:ahLst/>
              <a:cxnLst/>
              <a:rect r="r" b="b" t="t" l="l"/>
              <a:pathLst>
                <a:path h="1828800" w="22920960">
                  <a:moveTo>
                    <a:pt x="0" y="0"/>
                  </a:moveTo>
                  <a:lnTo>
                    <a:pt x="22920960" y="0"/>
                  </a:lnTo>
                  <a:lnTo>
                    <a:pt x="22920960" y="1828800"/>
                  </a:lnTo>
                  <a:lnTo>
                    <a:pt x="0" y="1828800"/>
                  </a:lnTo>
                  <a:close/>
                </a:path>
              </a:pathLst>
            </a:custGeom>
            <a:solidFill>
              <a:srgbClr val="1A1A35"/>
            </a:solidFill>
          </p:spPr>
        </p:sp>
        <p:sp>
          <p:nvSpPr>
            <p:cNvPr name="Freeform 13" id="13"/>
            <p:cNvSpPr/>
            <p:nvPr/>
          </p:nvSpPr>
          <p:spPr>
            <a:xfrm flipH="false" flipV="false" rot="0">
              <a:off x="0" y="0"/>
              <a:ext cx="22948139" cy="1855978"/>
            </a:xfrm>
            <a:custGeom>
              <a:avLst/>
              <a:gdLst/>
              <a:ahLst/>
              <a:cxnLst/>
              <a:rect r="r" b="b" t="t" l="l"/>
              <a:pathLst>
                <a:path h="1855978" w="22948139">
                  <a:moveTo>
                    <a:pt x="13589" y="0"/>
                  </a:moveTo>
                  <a:lnTo>
                    <a:pt x="22934549" y="0"/>
                  </a:lnTo>
                  <a:cubicBezTo>
                    <a:pt x="22942043" y="0"/>
                    <a:pt x="22948139" y="6096"/>
                    <a:pt x="22948139" y="13589"/>
                  </a:cubicBezTo>
                  <a:lnTo>
                    <a:pt x="22948139" y="1842389"/>
                  </a:lnTo>
                  <a:cubicBezTo>
                    <a:pt x="22948139" y="1849882"/>
                    <a:pt x="22942043" y="1855978"/>
                    <a:pt x="22934549" y="1855978"/>
                  </a:cubicBezTo>
                  <a:lnTo>
                    <a:pt x="13589" y="1855978"/>
                  </a:lnTo>
                  <a:cubicBezTo>
                    <a:pt x="6096" y="1855978"/>
                    <a:pt x="0" y="1849882"/>
                    <a:pt x="0" y="1842389"/>
                  </a:cubicBezTo>
                  <a:lnTo>
                    <a:pt x="0" y="13589"/>
                  </a:lnTo>
                  <a:cubicBezTo>
                    <a:pt x="0" y="6096"/>
                    <a:pt x="6096" y="0"/>
                    <a:pt x="13589" y="0"/>
                  </a:cubicBezTo>
                  <a:moveTo>
                    <a:pt x="13589" y="27051"/>
                  </a:moveTo>
                  <a:lnTo>
                    <a:pt x="13589" y="13589"/>
                  </a:lnTo>
                  <a:lnTo>
                    <a:pt x="27051" y="13589"/>
                  </a:lnTo>
                  <a:lnTo>
                    <a:pt x="27051" y="1842389"/>
                  </a:lnTo>
                  <a:lnTo>
                    <a:pt x="13589" y="1842389"/>
                  </a:lnTo>
                  <a:lnTo>
                    <a:pt x="13589" y="1828800"/>
                  </a:lnTo>
                  <a:lnTo>
                    <a:pt x="22934549" y="1828800"/>
                  </a:lnTo>
                  <a:lnTo>
                    <a:pt x="22934549" y="1842389"/>
                  </a:lnTo>
                  <a:lnTo>
                    <a:pt x="22920961" y="1842389"/>
                  </a:lnTo>
                  <a:lnTo>
                    <a:pt x="22920961" y="13589"/>
                  </a:lnTo>
                  <a:lnTo>
                    <a:pt x="22934549" y="13589"/>
                  </a:lnTo>
                  <a:lnTo>
                    <a:pt x="22934549" y="27051"/>
                  </a:lnTo>
                  <a:lnTo>
                    <a:pt x="13589" y="27051"/>
                  </a:lnTo>
                  <a:close/>
                </a:path>
              </a:pathLst>
            </a:custGeom>
            <a:solidFill>
              <a:srgbClr val="6AF7C4"/>
            </a:solidFill>
          </p:spPr>
        </p:sp>
      </p:grpSp>
      <p:grpSp>
        <p:nvGrpSpPr>
          <p:cNvPr name="Group 14" id="14"/>
          <p:cNvGrpSpPr/>
          <p:nvPr/>
        </p:nvGrpSpPr>
        <p:grpSpPr>
          <a:xfrm rot="0">
            <a:off x="535943" y="3187703"/>
            <a:ext cx="2585723" cy="1397003"/>
            <a:chOff x="0" y="0"/>
            <a:chExt cx="3447631" cy="1862671"/>
          </a:xfrm>
        </p:grpSpPr>
        <p:sp>
          <p:nvSpPr>
            <p:cNvPr name="Freeform 15" id="15"/>
            <p:cNvSpPr/>
            <p:nvPr/>
          </p:nvSpPr>
          <p:spPr>
            <a:xfrm flipH="false" flipV="false" rot="0">
              <a:off x="16891" y="16891"/>
              <a:ext cx="3413760" cy="1828800"/>
            </a:xfrm>
            <a:custGeom>
              <a:avLst/>
              <a:gdLst/>
              <a:ahLst/>
              <a:cxnLst/>
              <a:rect r="r" b="b" t="t" l="l"/>
              <a:pathLst>
                <a:path h="1828800" w="3413760">
                  <a:moveTo>
                    <a:pt x="0" y="0"/>
                  </a:moveTo>
                  <a:lnTo>
                    <a:pt x="3413760" y="0"/>
                  </a:lnTo>
                  <a:lnTo>
                    <a:pt x="3413760" y="1828800"/>
                  </a:lnTo>
                  <a:lnTo>
                    <a:pt x="0" y="1828800"/>
                  </a:lnTo>
                  <a:close/>
                </a:path>
              </a:pathLst>
            </a:custGeom>
            <a:solidFill>
              <a:srgbClr val="6AF7C4">
                <a:alpha val="63922"/>
              </a:srgbClr>
            </a:solidFill>
          </p:spPr>
        </p:sp>
        <p:sp>
          <p:nvSpPr>
            <p:cNvPr name="Freeform 16" id="16"/>
            <p:cNvSpPr/>
            <p:nvPr/>
          </p:nvSpPr>
          <p:spPr>
            <a:xfrm flipH="false" flipV="false" rot="0">
              <a:off x="0" y="0"/>
              <a:ext cx="3447542" cy="1862582"/>
            </a:xfrm>
            <a:custGeom>
              <a:avLst/>
              <a:gdLst/>
              <a:ahLst/>
              <a:cxnLst/>
              <a:rect r="r" b="b" t="t" l="l"/>
              <a:pathLst>
                <a:path h="1862582" w="3447542">
                  <a:moveTo>
                    <a:pt x="16891" y="0"/>
                  </a:moveTo>
                  <a:lnTo>
                    <a:pt x="3430651" y="0"/>
                  </a:lnTo>
                  <a:cubicBezTo>
                    <a:pt x="3440049" y="0"/>
                    <a:pt x="3447542" y="7620"/>
                    <a:pt x="3447542" y="16891"/>
                  </a:cubicBezTo>
                  <a:lnTo>
                    <a:pt x="3447542" y="1845691"/>
                  </a:lnTo>
                  <a:cubicBezTo>
                    <a:pt x="3447542" y="1855089"/>
                    <a:pt x="3439922" y="1862582"/>
                    <a:pt x="3430651"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3430651" y="1828800"/>
                  </a:lnTo>
                  <a:lnTo>
                    <a:pt x="3430651" y="1845691"/>
                  </a:lnTo>
                  <a:lnTo>
                    <a:pt x="3413760" y="1845691"/>
                  </a:lnTo>
                  <a:lnTo>
                    <a:pt x="3413760" y="16891"/>
                  </a:lnTo>
                  <a:lnTo>
                    <a:pt x="3430651" y="16891"/>
                  </a:lnTo>
                  <a:lnTo>
                    <a:pt x="3430651" y="33909"/>
                  </a:lnTo>
                  <a:lnTo>
                    <a:pt x="16891" y="33909"/>
                  </a:lnTo>
                  <a:close/>
                </a:path>
              </a:pathLst>
            </a:custGeom>
            <a:solidFill>
              <a:srgbClr val="6AF7C4"/>
            </a:solidFill>
          </p:spPr>
        </p:sp>
      </p:grpSp>
      <p:grpSp>
        <p:nvGrpSpPr>
          <p:cNvPr name="Group 17" id="17"/>
          <p:cNvGrpSpPr/>
          <p:nvPr/>
        </p:nvGrpSpPr>
        <p:grpSpPr>
          <a:xfrm rot="0">
            <a:off x="548640" y="3200400"/>
            <a:ext cx="2560320" cy="1371600"/>
            <a:chOff x="0" y="0"/>
            <a:chExt cx="3413760" cy="1828800"/>
          </a:xfrm>
        </p:grpSpPr>
        <p:sp>
          <p:nvSpPr>
            <p:cNvPr name="Freeform 18" id="18"/>
            <p:cNvSpPr/>
            <p:nvPr/>
          </p:nvSpPr>
          <p:spPr>
            <a:xfrm flipH="false" flipV="false" rot="0">
              <a:off x="0" y="0"/>
              <a:ext cx="3413760" cy="1828800"/>
            </a:xfrm>
            <a:custGeom>
              <a:avLst/>
              <a:gdLst/>
              <a:ahLst/>
              <a:cxnLst/>
              <a:rect r="r" b="b" t="t" l="l"/>
              <a:pathLst>
                <a:path h="1828800" w="3413760">
                  <a:moveTo>
                    <a:pt x="0" y="0"/>
                  </a:moveTo>
                  <a:lnTo>
                    <a:pt x="3413760" y="0"/>
                  </a:lnTo>
                  <a:lnTo>
                    <a:pt x="3413760" y="1828800"/>
                  </a:lnTo>
                  <a:lnTo>
                    <a:pt x="0" y="1828800"/>
                  </a:lnTo>
                  <a:close/>
                </a:path>
              </a:pathLst>
            </a:custGeom>
            <a:blipFill>
              <a:blip r:embed="rId2">
                <a:alphaModFix amt="0"/>
              </a:blip>
              <a:stretch>
                <a:fillRect l="-18734" t="0" r="-18734" b="0"/>
              </a:stretch>
            </a:blipFill>
          </p:spPr>
        </p:sp>
        <p:sp>
          <p:nvSpPr>
            <p:cNvPr name="TextBox 19" id="19"/>
            <p:cNvSpPr txBox="true"/>
            <p:nvPr/>
          </p:nvSpPr>
          <p:spPr>
            <a:xfrm>
              <a:off x="0" y="-9525"/>
              <a:ext cx="3413760" cy="1838325"/>
            </a:xfrm>
            <a:prstGeom prst="rect">
              <a:avLst/>
            </a:prstGeom>
          </p:spPr>
          <p:txBody>
            <a:bodyPr anchor="ctr" rtlCol="false" tIns="0" lIns="0" bIns="0" rIns="0"/>
            <a:lstStyle/>
            <a:p>
              <a:pPr algn="ctr">
                <a:lnSpc>
                  <a:spcPts val="2879"/>
                </a:lnSpc>
              </a:pPr>
              <a:r>
                <a:rPr lang="en-US" sz="2400" b="true">
                  <a:solidFill>
                    <a:srgbClr val="0D0D1A"/>
                  </a:solidFill>
                  <a:latin typeface="Arial Bold"/>
                  <a:ea typeface="Arial Bold"/>
                  <a:cs typeface="Arial Bold"/>
                  <a:sym typeface="Arial Bold"/>
                </a:rPr>
                <a:t>Frontend</a:t>
              </a:r>
            </a:p>
          </p:txBody>
        </p:sp>
      </p:grpSp>
      <p:grpSp>
        <p:nvGrpSpPr>
          <p:cNvPr name="Group 20" id="20"/>
          <p:cNvGrpSpPr/>
          <p:nvPr/>
        </p:nvGrpSpPr>
        <p:grpSpPr>
          <a:xfrm rot="0">
            <a:off x="3383280" y="3200400"/>
            <a:ext cx="14081760" cy="1371600"/>
            <a:chOff x="0" y="0"/>
            <a:chExt cx="18775680" cy="1828800"/>
          </a:xfrm>
        </p:grpSpPr>
        <p:sp>
          <p:nvSpPr>
            <p:cNvPr name="Freeform 21" id="21"/>
            <p:cNvSpPr/>
            <p:nvPr/>
          </p:nvSpPr>
          <p:spPr>
            <a:xfrm flipH="false" flipV="false" rot="0">
              <a:off x="0" y="0"/>
              <a:ext cx="18775680" cy="1828800"/>
            </a:xfrm>
            <a:custGeom>
              <a:avLst/>
              <a:gdLst/>
              <a:ahLst/>
              <a:cxnLst/>
              <a:rect r="r" b="b" t="t" l="l"/>
              <a:pathLst>
                <a:path h="1828800" w="18775680">
                  <a:moveTo>
                    <a:pt x="0" y="0"/>
                  </a:moveTo>
                  <a:lnTo>
                    <a:pt x="18775680" y="0"/>
                  </a:lnTo>
                  <a:lnTo>
                    <a:pt x="18775680" y="1828800"/>
                  </a:lnTo>
                  <a:lnTo>
                    <a:pt x="0" y="1828800"/>
                  </a:lnTo>
                  <a:close/>
                </a:path>
              </a:pathLst>
            </a:custGeom>
            <a:blipFill>
              <a:blip r:embed="rId2">
                <a:alphaModFix amt="0"/>
              </a:blip>
              <a:stretch>
                <a:fillRect l="0" t="-150046" r="0" b="-150046"/>
              </a:stretch>
            </a:blipFill>
          </p:spPr>
        </p:sp>
        <p:sp>
          <p:nvSpPr>
            <p:cNvPr name="TextBox 22" id="22"/>
            <p:cNvSpPr txBox="true"/>
            <p:nvPr/>
          </p:nvSpPr>
          <p:spPr>
            <a:xfrm>
              <a:off x="0" y="-38100"/>
              <a:ext cx="18775680" cy="1866900"/>
            </a:xfrm>
            <a:prstGeom prst="rect">
              <a:avLst/>
            </a:prstGeom>
          </p:spPr>
          <p:txBody>
            <a:bodyPr anchor="ctr" rtlCol="false" tIns="0" lIns="0" bIns="0" rIns="0"/>
            <a:lstStyle/>
            <a:p>
              <a:pPr algn="l">
                <a:lnSpc>
                  <a:spcPts val="2879"/>
                </a:lnSpc>
              </a:pPr>
              <a:r>
                <a:rPr lang="en-US" sz="2400">
                  <a:solidFill>
                    <a:srgbClr val="E8E8F0"/>
                  </a:solidFill>
                  <a:latin typeface="Calibri (MS)"/>
                  <a:ea typeface="Calibri (MS)"/>
                  <a:cs typeface="Calibri (MS)"/>
                  <a:sym typeface="Calibri (MS)"/>
                </a:rPr>
                <a:t>HTML5  ·  CSS3  ·  Bootstrap  ·  JavaScript</a:t>
              </a:r>
            </a:p>
          </p:txBody>
        </p:sp>
      </p:grpSp>
      <p:grpSp>
        <p:nvGrpSpPr>
          <p:cNvPr name="Group 23" id="23"/>
          <p:cNvGrpSpPr/>
          <p:nvPr/>
        </p:nvGrpSpPr>
        <p:grpSpPr>
          <a:xfrm rot="0">
            <a:off x="538477" y="4836157"/>
            <a:ext cx="17211037" cy="1391917"/>
            <a:chOff x="0" y="0"/>
            <a:chExt cx="22948049" cy="1855889"/>
          </a:xfrm>
        </p:grpSpPr>
        <p:sp>
          <p:nvSpPr>
            <p:cNvPr name="Freeform 24" id="24"/>
            <p:cNvSpPr/>
            <p:nvPr/>
          </p:nvSpPr>
          <p:spPr>
            <a:xfrm flipH="false" flipV="false" rot="0">
              <a:off x="13589" y="13589"/>
              <a:ext cx="22920960" cy="1828800"/>
            </a:xfrm>
            <a:custGeom>
              <a:avLst/>
              <a:gdLst/>
              <a:ahLst/>
              <a:cxnLst/>
              <a:rect r="r" b="b" t="t" l="l"/>
              <a:pathLst>
                <a:path h="1828800" w="22920960">
                  <a:moveTo>
                    <a:pt x="0" y="0"/>
                  </a:moveTo>
                  <a:lnTo>
                    <a:pt x="22920960" y="0"/>
                  </a:lnTo>
                  <a:lnTo>
                    <a:pt x="22920960" y="1828800"/>
                  </a:lnTo>
                  <a:lnTo>
                    <a:pt x="0" y="1828800"/>
                  </a:lnTo>
                  <a:close/>
                </a:path>
              </a:pathLst>
            </a:custGeom>
            <a:solidFill>
              <a:srgbClr val="1A1A35"/>
            </a:solidFill>
          </p:spPr>
        </p:sp>
        <p:sp>
          <p:nvSpPr>
            <p:cNvPr name="Freeform 25" id="25"/>
            <p:cNvSpPr/>
            <p:nvPr/>
          </p:nvSpPr>
          <p:spPr>
            <a:xfrm flipH="false" flipV="false" rot="0">
              <a:off x="0" y="0"/>
              <a:ext cx="22948139" cy="1855978"/>
            </a:xfrm>
            <a:custGeom>
              <a:avLst/>
              <a:gdLst/>
              <a:ahLst/>
              <a:cxnLst/>
              <a:rect r="r" b="b" t="t" l="l"/>
              <a:pathLst>
                <a:path h="1855978" w="22948139">
                  <a:moveTo>
                    <a:pt x="13589" y="0"/>
                  </a:moveTo>
                  <a:lnTo>
                    <a:pt x="22934549" y="0"/>
                  </a:lnTo>
                  <a:cubicBezTo>
                    <a:pt x="22942043" y="0"/>
                    <a:pt x="22948139" y="6096"/>
                    <a:pt x="22948139" y="13589"/>
                  </a:cubicBezTo>
                  <a:lnTo>
                    <a:pt x="22948139" y="1842389"/>
                  </a:lnTo>
                  <a:cubicBezTo>
                    <a:pt x="22948139" y="1849882"/>
                    <a:pt x="22942043" y="1855978"/>
                    <a:pt x="22934549" y="1855978"/>
                  </a:cubicBezTo>
                  <a:lnTo>
                    <a:pt x="13589" y="1855978"/>
                  </a:lnTo>
                  <a:cubicBezTo>
                    <a:pt x="6096" y="1855978"/>
                    <a:pt x="0" y="1849882"/>
                    <a:pt x="0" y="1842389"/>
                  </a:cubicBezTo>
                  <a:lnTo>
                    <a:pt x="0" y="13589"/>
                  </a:lnTo>
                  <a:cubicBezTo>
                    <a:pt x="0" y="6096"/>
                    <a:pt x="6096" y="0"/>
                    <a:pt x="13589" y="0"/>
                  </a:cubicBezTo>
                  <a:moveTo>
                    <a:pt x="13589" y="27051"/>
                  </a:moveTo>
                  <a:lnTo>
                    <a:pt x="13589" y="13589"/>
                  </a:lnTo>
                  <a:lnTo>
                    <a:pt x="27051" y="13589"/>
                  </a:lnTo>
                  <a:lnTo>
                    <a:pt x="27051" y="1842389"/>
                  </a:lnTo>
                  <a:lnTo>
                    <a:pt x="13589" y="1842389"/>
                  </a:lnTo>
                  <a:lnTo>
                    <a:pt x="13589" y="1828800"/>
                  </a:lnTo>
                  <a:lnTo>
                    <a:pt x="22934549" y="1828800"/>
                  </a:lnTo>
                  <a:lnTo>
                    <a:pt x="22934549" y="1842389"/>
                  </a:lnTo>
                  <a:lnTo>
                    <a:pt x="22920961" y="1842389"/>
                  </a:lnTo>
                  <a:lnTo>
                    <a:pt x="22920961" y="13589"/>
                  </a:lnTo>
                  <a:lnTo>
                    <a:pt x="22934549" y="13589"/>
                  </a:lnTo>
                  <a:lnTo>
                    <a:pt x="22934549" y="27051"/>
                  </a:lnTo>
                  <a:lnTo>
                    <a:pt x="13589" y="27051"/>
                  </a:lnTo>
                  <a:close/>
                </a:path>
              </a:pathLst>
            </a:custGeom>
            <a:solidFill>
              <a:srgbClr val="7C6AF7"/>
            </a:solidFill>
          </p:spPr>
        </p:sp>
      </p:grpSp>
      <p:grpSp>
        <p:nvGrpSpPr>
          <p:cNvPr name="Group 26" id="26"/>
          <p:cNvGrpSpPr/>
          <p:nvPr/>
        </p:nvGrpSpPr>
        <p:grpSpPr>
          <a:xfrm rot="0">
            <a:off x="535943" y="4833623"/>
            <a:ext cx="2585723" cy="1397003"/>
            <a:chOff x="0" y="0"/>
            <a:chExt cx="3447631" cy="1862671"/>
          </a:xfrm>
        </p:grpSpPr>
        <p:sp>
          <p:nvSpPr>
            <p:cNvPr name="Freeform 27" id="27"/>
            <p:cNvSpPr/>
            <p:nvPr/>
          </p:nvSpPr>
          <p:spPr>
            <a:xfrm flipH="false" flipV="false" rot="0">
              <a:off x="16891" y="16891"/>
              <a:ext cx="3413760" cy="1828800"/>
            </a:xfrm>
            <a:custGeom>
              <a:avLst/>
              <a:gdLst/>
              <a:ahLst/>
              <a:cxnLst/>
              <a:rect r="r" b="b" t="t" l="l"/>
              <a:pathLst>
                <a:path h="1828800" w="3413760">
                  <a:moveTo>
                    <a:pt x="0" y="0"/>
                  </a:moveTo>
                  <a:lnTo>
                    <a:pt x="3413760" y="0"/>
                  </a:lnTo>
                  <a:lnTo>
                    <a:pt x="3413760" y="1828800"/>
                  </a:lnTo>
                  <a:lnTo>
                    <a:pt x="0" y="1828800"/>
                  </a:lnTo>
                  <a:close/>
                </a:path>
              </a:pathLst>
            </a:custGeom>
            <a:solidFill>
              <a:srgbClr val="7C6AF7">
                <a:alpha val="63922"/>
              </a:srgbClr>
            </a:solidFill>
          </p:spPr>
        </p:sp>
        <p:sp>
          <p:nvSpPr>
            <p:cNvPr name="Freeform 28" id="28"/>
            <p:cNvSpPr/>
            <p:nvPr/>
          </p:nvSpPr>
          <p:spPr>
            <a:xfrm flipH="false" flipV="false" rot="0">
              <a:off x="0" y="0"/>
              <a:ext cx="3447542" cy="1862582"/>
            </a:xfrm>
            <a:custGeom>
              <a:avLst/>
              <a:gdLst/>
              <a:ahLst/>
              <a:cxnLst/>
              <a:rect r="r" b="b" t="t" l="l"/>
              <a:pathLst>
                <a:path h="1862582" w="3447542">
                  <a:moveTo>
                    <a:pt x="16891" y="0"/>
                  </a:moveTo>
                  <a:lnTo>
                    <a:pt x="3430651" y="0"/>
                  </a:lnTo>
                  <a:cubicBezTo>
                    <a:pt x="3440049" y="0"/>
                    <a:pt x="3447542" y="7620"/>
                    <a:pt x="3447542" y="16891"/>
                  </a:cubicBezTo>
                  <a:lnTo>
                    <a:pt x="3447542" y="1845691"/>
                  </a:lnTo>
                  <a:cubicBezTo>
                    <a:pt x="3447542" y="1855089"/>
                    <a:pt x="3439922" y="1862582"/>
                    <a:pt x="3430651"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3430651" y="1828800"/>
                  </a:lnTo>
                  <a:lnTo>
                    <a:pt x="3430651" y="1845691"/>
                  </a:lnTo>
                  <a:lnTo>
                    <a:pt x="3413760" y="1845691"/>
                  </a:lnTo>
                  <a:lnTo>
                    <a:pt x="3413760" y="16891"/>
                  </a:lnTo>
                  <a:lnTo>
                    <a:pt x="3430651" y="16891"/>
                  </a:lnTo>
                  <a:lnTo>
                    <a:pt x="3430651" y="33909"/>
                  </a:lnTo>
                  <a:lnTo>
                    <a:pt x="16891" y="33909"/>
                  </a:lnTo>
                  <a:close/>
                </a:path>
              </a:pathLst>
            </a:custGeom>
            <a:solidFill>
              <a:srgbClr val="7C6AF7"/>
            </a:solidFill>
          </p:spPr>
        </p:sp>
      </p:grpSp>
      <p:grpSp>
        <p:nvGrpSpPr>
          <p:cNvPr name="Group 29" id="29"/>
          <p:cNvGrpSpPr/>
          <p:nvPr/>
        </p:nvGrpSpPr>
        <p:grpSpPr>
          <a:xfrm rot="0">
            <a:off x="548640" y="4846320"/>
            <a:ext cx="2560320" cy="1371600"/>
            <a:chOff x="0" y="0"/>
            <a:chExt cx="3413760" cy="1828800"/>
          </a:xfrm>
        </p:grpSpPr>
        <p:sp>
          <p:nvSpPr>
            <p:cNvPr name="Freeform 30" id="30"/>
            <p:cNvSpPr/>
            <p:nvPr/>
          </p:nvSpPr>
          <p:spPr>
            <a:xfrm flipH="false" flipV="false" rot="0">
              <a:off x="0" y="0"/>
              <a:ext cx="3413760" cy="1828800"/>
            </a:xfrm>
            <a:custGeom>
              <a:avLst/>
              <a:gdLst/>
              <a:ahLst/>
              <a:cxnLst/>
              <a:rect r="r" b="b" t="t" l="l"/>
              <a:pathLst>
                <a:path h="1828800" w="3413760">
                  <a:moveTo>
                    <a:pt x="0" y="0"/>
                  </a:moveTo>
                  <a:lnTo>
                    <a:pt x="3413760" y="0"/>
                  </a:lnTo>
                  <a:lnTo>
                    <a:pt x="3413760" y="1828800"/>
                  </a:lnTo>
                  <a:lnTo>
                    <a:pt x="0" y="1828800"/>
                  </a:lnTo>
                  <a:close/>
                </a:path>
              </a:pathLst>
            </a:custGeom>
            <a:blipFill>
              <a:blip r:embed="rId2">
                <a:alphaModFix amt="0"/>
              </a:blip>
              <a:stretch>
                <a:fillRect l="-18734" t="0" r="-18734" b="0"/>
              </a:stretch>
            </a:blipFill>
          </p:spPr>
        </p:sp>
        <p:sp>
          <p:nvSpPr>
            <p:cNvPr name="TextBox 31" id="31"/>
            <p:cNvSpPr txBox="true"/>
            <p:nvPr/>
          </p:nvSpPr>
          <p:spPr>
            <a:xfrm>
              <a:off x="0" y="-9525"/>
              <a:ext cx="3413760" cy="1838325"/>
            </a:xfrm>
            <a:prstGeom prst="rect">
              <a:avLst/>
            </a:prstGeom>
          </p:spPr>
          <p:txBody>
            <a:bodyPr anchor="ctr" rtlCol="false" tIns="0" lIns="0" bIns="0" rIns="0"/>
            <a:lstStyle/>
            <a:p>
              <a:pPr algn="ctr">
                <a:lnSpc>
                  <a:spcPts val="2879"/>
                </a:lnSpc>
              </a:pPr>
              <a:r>
                <a:rPr lang="en-US" sz="2400" b="true">
                  <a:solidFill>
                    <a:srgbClr val="0D0D1A"/>
                  </a:solidFill>
                  <a:latin typeface="Arial Bold"/>
                  <a:ea typeface="Arial Bold"/>
                  <a:cs typeface="Arial Bold"/>
                  <a:sym typeface="Arial Bold"/>
                </a:rPr>
                <a:t>Backend</a:t>
              </a:r>
            </a:p>
          </p:txBody>
        </p:sp>
      </p:grpSp>
      <p:grpSp>
        <p:nvGrpSpPr>
          <p:cNvPr name="Group 32" id="32"/>
          <p:cNvGrpSpPr/>
          <p:nvPr/>
        </p:nvGrpSpPr>
        <p:grpSpPr>
          <a:xfrm rot="0">
            <a:off x="3383280" y="4846320"/>
            <a:ext cx="14081760" cy="1371600"/>
            <a:chOff x="0" y="0"/>
            <a:chExt cx="18775680" cy="1828800"/>
          </a:xfrm>
        </p:grpSpPr>
        <p:sp>
          <p:nvSpPr>
            <p:cNvPr name="Freeform 33" id="33"/>
            <p:cNvSpPr/>
            <p:nvPr/>
          </p:nvSpPr>
          <p:spPr>
            <a:xfrm flipH="false" flipV="false" rot="0">
              <a:off x="0" y="0"/>
              <a:ext cx="18775680" cy="1828800"/>
            </a:xfrm>
            <a:custGeom>
              <a:avLst/>
              <a:gdLst/>
              <a:ahLst/>
              <a:cxnLst/>
              <a:rect r="r" b="b" t="t" l="l"/>
              <a:pathLst>
                <a:path h="1828800" w="18775680">
                  <a:moveTo>
                    <a:pt x="0" y="0"/>
                  </a:moveTo>
                  <a:lnTo>
                    <a:pt x="18775680" y="0"/>
                  </a:lnTo>
                  <a:lnTo>
                    <a:pt x="18775680" y="1828800"/>
                  </a:lnTo>
                  <a:lnTo>
                    <a:pt x="0" y="1828800"/>
                  </a:lnTo>
                  <a:close/>
                </a:path>
              </a:pathLst>
            </a:custGeom>
            <a:blipFill>
              <a:blip r:embed="rId2">
                <a:alphaModFix amt="0"/>
              </a:blip>
              <a:stretch>
                <a:fillRect l="0" t="-150046" r="0" b="-150046"/>
              </a:stretch>
            </a:blipFill>
          </p:spPr>
        </p:sp>
        <p:sp>
          <p:nvSpPr>
            <p:cNvPr name="TextBox 34" id="34"/>
            <p:cNvSpPr txBox="true"/>
            <p:nvPr/>
          </p:nvSpPr>
          <p:spPr>
            <a:xfrm>
              <a:off x="0" y="-38100"/>
              <a:ext cx="18775680" cy="1866900"/>
            </a:xfrm>
            <a:prstGeom prst="rect">
              <a:avLst/>
            </a:prstGeom>
          </p:spPr>
          <p:txBody>
            <a:bodyPr anchor="ctr" rtlCol="false" tIns="0" lIns="0" bIns="0" rIns="0"/>
            <a:lstStyle/>
            <a:p>
              <a:pPr algn="l">
                <a:lnSpc>
                  <a:spcPts val="2879"/>
                </a:lnSpc>
              </a:pPr>
              <a:r>
                <a:rPr lang="en-US" sz="2400">
                  <a:solidFill>
                    <a:srgbClr val="E8E8F0"/>
                  </a:solidFill>
                  <a:latin typeface="Calibri (MS)"/>
                  <a:ea typeface="Calibri (MS)"/>
                  <a:cs typeface="Calibri (MS)"/>
                  <a:sym typeface="Calibri (MS)"/>
                </a:rPr>
                <a:t>Python 3.14  ·  Django 6.0  ·  Django ORM  ·  CSRF Security</a:t>
              </a:r>
            </a:p>
          </p:txBody>
        </p:sp>
      </p:grpSp>
      <p:grpSp>
        <p:nvGrpSpPr>
          <p:cNvPr name="Group 35" id="35"/>
          <p:cNvGrpSpPr/>
          <p:nvPr/>
        </p:nvGrpSpPr>
        <p:grpSpPr>
          <a:xfrm rot="0">
            <a:off x="538477" y="6482077"/>
            <a:ext cx="17211037" cy="1391917"/>
            <a:chOff x="0" y="0"/>
            <a:chExt cx="22948049" cy="1855889"/>
          </a:xfrm>
        </p:grpSpPr>
        <p:sp>
          <p:nvSpPr>
            <p:cNvPr name="Freeform 36" id="36"/>
            <p:cNvSpPr/>
            <p:nvPr/>
          </p:nvSpPr>
          <p:spPr>
            <a:xfrm flipH="false" flipV="false" rot="0">
              <a:off x="13589" y="13589"/>
              <a:ext cx="22920960" cy="1828800"/>
            </a:xfrm>
            <a:custGeom>
              <a:avLst/>
              <a:gdLst/>
              <a:ahLst/>
              <a:cxnLst/>
              <a:rect r="r" b="b" t="t" l="l"/>
              <a:pathLst>
                <a:path h="1828800" w="22920960">
                  <a:moveTo>
                    <a:pt x="0" y="0"/>
                  </a:moveTo>
                  <a:lnTo>
                    <a:pt x="22920960" y="0"/>
                  </a:lnTo>
                  <a:lnTo>
                    <a:pt x="22920960" y="1828800"/>
                  </a:lnTo>
                  <a:lnTo>
                    <a:pt x="0" y="1828800"/>
                  </a:lnTo>
                  <a:close/>
                </a:path>
              </a:pathLst>
            </a:custGeom>
            <a:solidFill>
              <a:srgbClr val="1A1A35"/>
            </a:solidFill>
          </p:spPr>
        </p:sp>
        <p:sp>
          <p:nvSpPr>
            <p:cNvPr name="Freeform 37" id="37"/>
            <p:cNvSpPr/>
            <p:nvPr/>
          </p:nvSpPr>
          <p:spPr>
            <a:xfrm flipH="false" flipV="false" rot="0">
              <a:off x="0" y="0"/>
              <a:ext cx="22948139" cy="1855978"/>
            </a:xfrm>
            <a:custGeom>
              <a:avLst/>
              <a:gdLst/>
              <a:ahLst/>
              <a:cxnLst/>
              <a:rect r="r" b="b" t="t" l="l"/>
              <a:pathLst>
                <a:path h="1855978" w="22948139">
                  <a:moveTo>
                    <a:pt x="13589" y="0"/>
                  </a:moveTo>
                  <a:lnTo>
                    <a:pt x="22934549" y="0"/>
                  </a:lnTo>
                  <a:cubicBezTo>
                    <a:pt x="22942043" y="0"/>
                    <a:pt x="22948139" y="6096"/>
                    <a:pt x="22948139" y="13589"/>
                  </a:cubicBezTo>
                  <a:lnTo>
                    <a:pt x="22948139" y="1842389"/>
                  </a:lnTo>
                  <a:cubicBezTo>
                    <a:pt x="22948139" y="1849882"/>
                    <a:pt x="22942043" y="1855978"/>
                    <a:pt x="22934549" y="1855978"/>
                  </a:cubicBezTo>
                  <a:lnTo>
                    <a:pt x="13589" y="1855978"/>
                  </a:lnTo>
                  <a:cubicBezTo>
                    <a:pt x="6096" y="1855978"/>
                    <a:pt x="0" y="1849882"/>
                    <a:pt x="0" y="1842389"/>
                  </a:cubicBezTo>
                  <a:lnTo>
                    <a:pt x="0" y="13589"/>
                  </a:lnTo>
                  <a:cubicBezTo>
                    <a:pt x="0" y="6096"/>
                    <a:pt x="6096" y="0"/>
                    <a:pt x="13589" y="0"/>
                  </a:cubicBezTo>
                  <a:moveTo>
                    <a:pt x="13589" y="27051"/>
                  </a:moveTo>
                  <a:lnTo>
                    <a:pt x="13589" y="13589"/>
                  </a:lnTo>
                  <a:lnTo>
                    <a:pt x="27051" y="13589"/>
                  </a:lnTo>
                  <a:lnTo>
                    <a:pt x="27051" y="1842389"/>
                  </a:lnTo>
                  <a:lnTo>
                    <a:pt x="13589" y="1842389"/>
                  </a:lnTo>
                  <a:lnTo>
                    <a:pt x="13589" y="1828800"/>
                  </a:lnTo>
                  <a:lnTo>
                    <a:pt x="22934549" y="1828800"/>
                  </a:lnTo>
                  <a:lnTo>
                    <a:pt x="22934549" y="1842389"/>
                  </a:lnTo>
                  <a:lnTo>
                    <a:pt x="22920961" y="1842389"/>
                  </a:lnTo>
                  <a:lnTo>
                    <a:pt x="22920961" y="13589"/>
                  </a:lnTo>
                  <a:lnTo>
                    <a:pt x="22934549" y="13589"/>
                  </a:lnTo>
                  <a:lnTo>
                    <a:pt x="22934549" y="27051"/>
                  </a:lnTo>
                  <a:lnTo>
                    <a:pt x="13589" y="27051"/>
                  </a:lnTo>
                  <a:close/>
                </a:path>
              </a:pathLst>
            </a:custGeom>
            <a:solidFill>
              <a:srgbClr val="F7C46A"/>
            </a:solidFill>
          </p:spPr>
        </p:sp>
      </p:grpSp>
      <p:grpSp>
        <p:nvGrpSpPr>
          <p:cNvPr name="Group 38" id="38"/>
          <p:cNvGrpSpPr/>
          <p:nvPr/>
        </p:nvGrpSpPr>
        <p:grpSpPr>
          <a:xfrm rot="0">
            <a:off x="535943" y="6479543"/>
            <a:ext cx="2585723" cy="1397003"/>
            <a:chOff x="0" y="0"/>
            <a:chExt cx="3447631" cy="1862671"/>
          </a:xfrm>
        </p:grpSpPr>
        <p:sp>
          <p:nvSpPr>
            <p:cNvPr name="Freeform 39" id="39"/>
            <p:cNvSpPr/>
            <p:nvPr/>
          </p:nvSpPr>
          <p:spPr>
            <a:xfrm flipH="false" flipV="false" rot="0">
              <a:off x="16891" y="16891"/>
              <a:ext cx="3413760" cy="1828800"/>
            </a:xfrm>
            <a:custGeom>
              <a:avLst/>
              <a:gdLst/>
              <a:ahLst/>
              <a:cxnLst/>
              <a:rect r="r" b="b" t="t" l="l"/>
              <a:pathLst>
                <a:path h="1828800" w="3413760">
                  <a:moveTo>
                    <a:pt x="0" y="0"/>
                  </a:moveTo>
                  <a:lnTo>
                    <a:pt x="3413760" y="0"/>
                  </a:lnTo>
                  <a:lnTo>
                    <a:pt x="3413760" y="1828800"/>
                  </a:lnTo>
                  <a:lnTo>
                    <a:pt x="0" y="1828800"/>
                  </a:lnTo>
                  <a:close/>
                </a:path>
              </a:pathLst>
            </a:custGeom>
            <a:solidFill>
              <a:srgbClr val="F7C46A">
                <a:alpha val="63922"/>
              </a:srgbClr>
            </a:solidFill>
          </p:spPr>
        </p:sp>
        <p:sp>
          <p:nvSpPr>
            <p:cNvPr name="Freeform 40" id="40"/>
            <p:cNvSpPr/>
            <p:nvPr/>
          </p:nvSpPr>
          <p:spPr>
            <a:xfrm flipH="false" flipV="false" rot="0">
              <a:off x="0" y="0"/>
              <a:ext cx="3447542" cy="1862582"/>
            </a:xfrm>
            <a:custGeom>
              <a:avLst/>
              <a:gdLst/>
              <a:ahLst/>
              <a:cxnLst/>
              <a:rect r="r" b="b" t="t" l="l"/>
              <a:pathLst>
                <a:path h="1862582" w="3447542">
                  <a:moveTo>
                    <a:pt x="16891" y="0"/>
                  </a:moveTo>
                  <a:lnTo>
                    <a:pt x="3430651" y="0"/>
                  </a:lnTo>
                  <a:cubicBezTo>
                    <a:pt x="3440049" y="0"/>
                    <a:pt x="3447542" y="7620"/>
                    <a:pt x="3447542" y="16891"/>
                  </a:cubicBezTo>
                  <a:lnTo>
                    <a:pt x="3447542" y="1845691"/>
                  </a:lnTo>
                  <a:cubicBezTo>
                    <a:pt x="3447542" y="1855089"/>
                    <a:pt x="3439922" y="1862582"/>
                    <a:pt x="3430651"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3430651" y="1828800"/>
                  </a:lnTo>
                  <a:lnTo>
                    <a:pt x="3430651" y="1845691"/>
                  </a:lnTo>
                  <a:lnTo>
                    <a:pt x="3413760" y="1845691"/>
                  </a:lnTo>
                  <a:lnTo>
                    <a:pt x="3413760" y="16891"/>
                  </a:lnTo>
                  <a:lnTo>
                    <a:pt x="3430651" y="16891"/>
                  </a:lnTo>
                  <a:lnTo>
                    <a:pt x="3430651" y="33909"/>
                  </a:lnTo>
                  <a:lnTo>
                    <a:pt x="16891" y="33909"/>
                  </a:lnTo>
                  <a:close/>
                </a:path>
              </a:pathLst>
            </a:custGeom>
            <a:solidFill>
              <a:srgbClr val="F7C46A"/>
            </a:solidFill>
          </p:spPr>
        </p:sp>
      </p:grpSp>
      <p:grpSp>
        <p:nvGrpSpPr>
          <p:cNvPr name="Group 41" id="41"/>
          <p:cNvGrpSpPr/>
          <p:nvPr/>
        </p:nvGrpSpPr>
        <p:grpSpPr>
          <a:xfrm rot="0">
            <a:off x="548640" y="6492240"/>
            <a:ext cx="2560320" cy="1371600"/>
            <a:chOff x="0" y="0"/>
            <a:chExt cx="3413760" cy="1828800"/>
          </a:xfrm>
        </p:grpSpPr>
        <p:sp>
          <p:nvSpPr>
            <p:cNvPr name="Freeform 42" id="42"/>
            <p:cNvSpPr/>
            <p:nvPr/>
          </p:nvSpPr>
          <p:spPr>
            <a:xfrm flipH="false" flipV="false" rot="0">
              <a:off x="0" y="0"/>
              <a:ext cx="3413760" cy="1828800"/>
            </a:xfrm>
            <a:custGeom>
              <a:avLst/>
              <a:gdLst/>
              <a:ahLst/>
              <a:cxnLst/>
              <a:rect r="r" b="b" t="t" l="l"/>
              <a:pathLst>
                <a:path h="1828800" w="3413760">
                  <a:moveTo>
                    <a:pt x="0" y="0"/>
                  </a:moveTo>
                  <a:lnTo>
                    <a:pt x="3413760" y="0"/>
                  </a:lnTo>
                  <a:lnTo>
                    <a:pt x="3413760" y="1828800"/>
                  </a:lnTo>
                  <a:lnTo>
                    <a:pt x="0" y="1828800"/>
                  </a:lnTo>
                  <a:close/>
                </a:path>
              </a:pathLst>
            </a:custGeom>
            <a:blipFill>
              <a:blip r:embed="rId2">
                <a:alphaModFix amt="0"/>
              </a:blip>
              <a:stretch>
                <a:fillRect l="-18734" t="0" r="-18734" b="0"/>
              </a:stretch>
            </a:blipFill>
          </p:spPr>
        </p:sp>
        <p:sp>
          <p:nvSpPr>
            <p:cNvPr name="TextBox 43" id="43"/>
            <p:cNvSpPr txBox="true"/>
            <p:nvPr/>
          </p:nvSpPr>
          <p:spPr>
            <a:xfrm>
              <a:off x="0" y="-9525"/>
              <a:ext cx="3413760" cy="1838325"/>
            </a:xfrm>
            <a:prstGeom prst="rect">
              <a:avLst/>
            </a:prstGeom>
          </p:spPr>
          <p:txBody>
            <a:bodyPr anchor="ctr" rtlCol="false" tIns="0" lIns="0" bIns="0" rIns="0"/>
            <a:lstStyle/>
            <a:p>
              <a:pPr algn="ctr">
                <a:lnSpc>
                  <a:spcPts val="2879"/>
                </a:lnSpc>
              </a:pPr>
              <a:r>
                <a:rPr lang="en-US" sz="2400" b="true">
                  <a:solidFill>
                    <a:srgbClr val="0D0D1A"/>
                  </a:solidFill>
                  <a:latin typeface="Arial Bold"/>
                  <a:ea typeface="Arial Bold"/>
                  <a:cs typeface="Arial Bold"/>
                  <a:sym typeface="Arial Bold"/>
                </a:rPr>
                <a:t>Database</a:t>
              </a:r>
            </a:p>
          </p:txBody>
        </p:sp>
      </p:grpSp>
      <p:grpSp>
        <p:nvGrpSpPr>
          <p:cNvPr name="Group 44" id="44"/>
          <p:cNvGrpSpPr/>
          <p:nvPr/>
        </p:nvGrpSpPr>
        <p:grpSpPr>
          <a:xfrm rot="0">
            <a:off x="3383280" y="6492240"/>
            <a:ext cx="14081760" cy="1371600"/>
            <a:chOff x="0" y="0"/>
            <a:chExt cx="18775680" cy="1828800"/>
          </a:xfrm>
        </p:grpSpPr>
        <p:sp>
          <p:nvSpPr>
            <p:cNvPr name="Freeform 45" id="45"/>
            <p:cNvSpPr/>
            <p:nvPr/>
          </p:nvSpPr>
          <p:spPr>
            <a:xfrm flipH="false" flipV="false" rot="0">
              <a:off x="0" y="0"/>
              <a:ext cx="18775680" cy="1828800"/>
            </a:xfrm>
            <a:custGeom>
              <a:avLst/>
              <a:gdLst/>
              <a:ahLst/>
              <a:cxnLst/>
              <a:rect r="r" b="b" t="t" l="l"/>
              <a:pathLst>
                <a:path h="1828800" w="18775680">
                  <a:moveTo>
                    <a:pt x="0" y="0"/>
                  </a:moveTo>
                  <a:lnTo>
                    <a:pt x="18775680" y="0"/>
                  </a:lnTo>
                  <a:lnTo>
                    <a:pt x="18775680" y="1828800"/>
                  </a:lnTo>
                  <a:lnTo>
                    <a:pt x="0" y="1828800"/>
                  </a:lnTo>
                  <a:close/>
                </a:path>
              </a:pathLst>
            </a:custGeom>
            <a:blipFill>
              <a:blip r:embed="rId2">
                <a:alphaModFix amt="0"/>
              </a:blip>
              <a:stretch>
                <a:fillRect l="0" t="-150046" r="0" b="-150046"/>
              </a:stretch>
            </a:blipFill>
          </p:spPr>
        </p:sp>
        <p:sp>
          <p:nvSpPr>
            <p:cNvPr name="TextBox 46" id="46"/>
            <p:cNvSpPr txBox="true"/>
            <p:nvPr/>
          </p:nvSpPr>
          <p:spPr>
            <a:xfrm>
              <a:off x="0" y="-38100"/>
              <a:ext cx="18775680" cy="1866900"/>
            </a:xfrm>
            <a:prstGeom prst="rect">
              <a:avLst/>
            </a:prstGeom>
          </p:spPr>
          <p:txBody>
            <a:bodyPr anchor="ctr" rtlCol="false" tIns="0" lIns="0" bIns="0" rIns="0"/>
            <a:lstStyle/>
            <a:p>
              <a:pPr algn="l">
                <a:lnSpc>
                  <a:spcPts val="2879"/>
                </a:lnSpc>
              </a:pPr>
              <a:r>
                <a:rPr lang="en-US" sz="2400">
                  <a:solidFill>
                    <a:srgbClr val="E8E8F0"/>
                  </a:solidFill>
                  <a:latin typeface="Calibri (MS)"/>
                  <a:ea typeface="Calibri (MS)"/>
                  <a:cs typeface="Calibri (MS)"/>
                  <a:sym typeface="Calibri (MS)"/>
                </a:rPr>
                <a:t>SQLite3  ·  Django Migrations  ·  Session Management</a:t>
              </a:r>
            </a:p>
          </p:txBody>
        </p:sp>
      </p:grpSp>
      <p:grpSp>
        <p:nvGrpSpPr>
          <p:cNvPr name="Group 47" id="47"/>
          <p:cNvGrpSpPr/>
          <p:nvPr/>
        </p:nvGrpSpPr>
        <p:grpSpPr>
          <a:xfrm rot="0">
            <a:off x="538477" y="8127997"/>
            <a:ext cx="17211037" cy="1391917"/>
            <a:chOff x="0" y="0"/>
            <a:chExt cx="22948049" cy="1855889"/>
          </a:xfrm>
        </p:grpSpPr>
        <p:sp>
          <p:nvSpPr>
            <p:cNvPr name="Freeform 48" id="48"/>
            <p:cNvSpPr/>
            <p:nvPr/>
          </p:nvSpPr>
          <p:spPr>
            <a:xfrm flipH="false" flipV="false" rot="0">
              <a:off x="13589" y="13589"/>
              <a:ext cx="22920960" cy="1828800"/>
            </a:xfrm>
            <a:custGeom>
              <a:avLst/>
              <a:gdLst/>
              <a:ahLst/>
              <a:cxnLst/>
              <a:rect r="r" b="b" t="t" l="l"/>
              <a:pathLst>
                <a:path h="1828800" w="22920960">
                  <a:moveTo>
                    <a:pt x="0" y="0"/>
                  </a:moveTo>
                  <a:lnTo>
                    <a:pt x="22920960" y="0"/>
                  </a:lnTo>
                  <a:lnTo>
                    <a:pt x="22920960" y="1828800"/>
                  </a:lnTo>
                  <a:lnTo>
                    <a:pt x="0" y="1828800"/>
                  </a:lnTo>
                  <a:close/>
                </a:path>
              </a:pathLst>
            </a:custGeom>
            <a:solidFill>
              <a:srgbClr val="1A1A35"/>
            </a:solidFill>
          </p:spPr>
        </p:sp>
        <p:sp>
          <p:nvSpPr>
            <p:cNvPr name="Freeform 49" id="49"/>
            <p:cNvSpPr/>
            <p:nvPr/>
          </p:nvSpPr>
          <p:spPr>
            <a:xfrm flipH="false" flipV="false" rot="0">
              <a:off x="0" y="0"/>
              <a:ext cx="22948139" cy="1855978"/>
            </a:xfrm>
            <a:custGeom>
              <a:avLst/>
              <a:gdLst/>
              <a:ahLst/>
              <a:cxnLst/>
              <a:rect r="r" b="b" t="t" l="l"/>
              <a:pathLst>
                <a:path h="1855978" w="22948139">
                  <a:moveTo>
                    <a:pt x="13589" y="0"/>
                  </a:moveTo>
                  <a:lnTo>
                    <a:pt x="22934549" y="0"/>
                  </a:lnTo>
                  <a:cubicBezTo>
                    <a:pt x="22942043" y="0"/>
                    <a:pt x="22948139" y="6096"/>
                    <a:pt x="22948139" y="13589"/>
                  </a:cubicBezTo>
                  <a:lnTo>
                    <a:pt x="22948139" y="1842389"/>
                  </a:lnTo>
                  <a:cubicBezTo>
                    <a:pt x="22948139" y="1849882"/>
                    <a:pt x="22942043" y="1855978"/>
                    <a:pt x="22934549" y="1855978"/>
                  </a:cubicBezTo>
                  <a:lnTo>
                    <a:pt x="13589" y="1855978"/>
                  </a:lnTo>
                  <a:cubicBezTo>
                    <a:pt x="6096" y="1855978"/>
                    <a:pt x="0" y="1849882"/>
                    <a:pt x="0" y="1842389"/>
                  </a:cubicBezTo>
                  <a:lnTo>
                    <a:pt x="0" y="13589"/>
                  </a:lnTo>
                  <a:cubicBezTo>
                    <a:pt x="0" y="6096"/>
                    <a:pt x="6096" y="0"/>
                    <a:pt x="13589" y="0"/>
                  </a:cubicBezTo>
                  <a:moveTo>
                    <a:pt x="13589" y="27051"/>
                  </a:moveTo>
                  <a:lnTo>
                    <a:pt x="13589" y="13589"/>
                  </a:lnTo>
                  <a:lnTo>
                    <a:pt x="27051" y="13589"/>
                  </a:lnTo>
                  <a:lnTo>
                    <a:pt x="27051" y="1842389"/>
                  </a:lnTo>
                  <a:lnTo>
                    <a:pt x="13589" y="1842389"/>
                  </a:lnTo>
                  <a:lnTo>
                    <a:pt x="13589" y="1828800"/>
                  </a:lnTo>
                  <a:lnTo>
                    <a:pt x="22934549" y="1828800"/>
                  </a:lnTo>
                  <a:lnTo>
                    <a:pt x="22934549" y="1842389"/>
                  </a:lnTo>
                  <a:lnTo>
                    <a:pt x="22920961" y="1842389"/>
                  </a:lnTo>
                  <a:lnTo>
                    <a:pt x="22920961" y="13589"/>
                  </a:lnTo>
                  <a:lnTo>
                    <a:pt x="22934549" y="13589"/>
                  </a:lnTo>
                  <a:lnTo>
                    <a:pt x="22934549" y="27051"/>
                  </a:lnTo>
                  <a:lnTo>
                    <a:pt x="13589" y="27051"/>
                  </a:lnTo>
                  <a:close/>
                </a:path>
              </a:pathLst>
            </a:custGeom>
            <a:solidFill>
              <a:srgbClr val="F76A6A"/>
            </a:solidFill>
          </p:spPr>
        </p:sp>
      </p:grpSp>
      <p:grpSp>
        <p:nvGrpSpPr>
          <p:cNvPr name="Group 50" id="50"/>
          <p:cNvGrpSpPr/>
          <p:nvPr/>
        </p:nvGrpSpPr>
        <p:grpSpPr>
          <a:xfrm rot="0">
            <a:off x="535943" y="8125463"/>
            <a:ext cx="2585723" cy="1397003"/>
            <a:chOff x="0" y="0"/>
            <a:chExt cx="3447631" cy="1862671"/>
          </a:xfrm>
        </p:grpSpPr>
        <p:sp>
          <p:nvSpPr>
            <p:cNvPr name="Freeform 51" id="51"/>
            <p:cNvSpPr/>
            <p:nvPr/>
          </p:nvSpPr>
          <p:spPr>
            <a:xfrm flipH="false" flipV="false" rot="0">
              <a:off x="16891" y="16891"/>
              <a:ext cx="3413760" cy="1828800"/>
            </a:xfrm>
            <a:custGeom>
              <a:avLst/>
              <a:gdLst/>
              <a:ahLst/>
              <a:cxnLst/>
              <a:rect r="r" b="b" t="t" l="l"/>
              <a:pathLst>
                <a:path h="1828800" w="3413760">
                  <a:moveTo>
                    <a:pt x="0" y="0"/>
                  </a:moveTo>
                  <a:lnTo>
                    <a:pt x="3413760" y="0"/>
                  </a:lnTo>
                  <a:lnTo>
                    <a:pt x="3413760" y="1828800"/>
                  </a:lnTo>
                  <a:lnTo>
                    <a:pt x="0" y="1828800"/>
                  </a:lnTo>
                  <a:close/>
                </a:path>
              </a:pathLst>
            </a:custGeom>
            <a:solidFill>
              <a:srgbClr val="F76A6A">
                <a:alpha val="63922"/>
              </a:srgbClr>
            </a:solidFill>
          </p:spPr>
        </p:sp>
        <p:sp>
          <p:nvSpPr>
            <p:cNvPr name="Freeform 52" id="52"/>
            <p:cNvSpPr/>
            <p:nvPr/>
          </p:nvSpPr>
          <p:spPr>
            <a:xfrm flipH="false" flipV="false" rot="0">
              <a:off x="0" y="0"/>
              <a:ext cx="3447542" cy="1862582"/>
            </a:xfrm>
            <a:custGeom>
              <a:avLst/>
              <a:gdLst/>
              <a:ahLst/>
              <a:cxnLst/>
              <a:rect r="r" b="b" t="t" l="l"/>
              <a:pathLst>
                <a:path h="1862582" w="3447542">
                  <a:moveTo>
                    <a:pt x="16891" y="0"/>
                  </a:moveTo>
                  <a:lnTo>
                    <a:pt x="3430651" y="0"/>
                  </a:lnTo>
                  <a:cubicBezTo>
                    <a:pt x="3440049" y="0"/>
                    <a:pt x="3447542" y="7620"/>
                    <a:pt x="3447542" y="16891"/>
                  </a:cubicBezTo>
                  <a:lnTo>
                    <a:pt x="3447542" y="1845691"/>
                  </a:lnTo>
                  <a:cubicBezTo>
                    <a:pt x="3447542" y="1855089"/>
                    <a:pt x="3439922" y="1862582"/>
                    <a:pt x="3430651"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3430651" y="1828800"/>
                  </a:lnTo>
                  <a:lnTo>
                    <a:pt x="3430651" y="1845691"/>
                  </a:lnTo>
                  <a:lnTo>
                    <a:pt x="3413760" y="1845691"/>
                  </a:lnTo>
                  <a:lnTo>
                    <a:pt x="3413760" y="16891"/>
                  </a:lnTo>
                  <a:lnTo>
                    <a:pt x="3430651" y="16891"/>
                  </a:lnTo>
                  <a:lnTo>
                    <a:pt x="3430651" y="33909"/>
                  </a:lnTo>
                  <a:lnTo>
                    <a:pt x="16891" y="33909"/>
                  </a:lnTo>
                  <a:close/>
                </a:path>
              </a:pathLst>
            </a:custGeom>
            <a:solidFill>
              <a:srgbClr val="F76A6A"/>
            </a:solidFill>
          </p:spPr>
        </p:sp>
      </p:grpSp>
      <p:grpSp>
        <p:nvGrpSpPr>
          <p:cNvPr name="Group 53" id="53"/>
          <p:cNvGrpSpPr/>
          <p:nvPr/>
        </p:nvGrpSpPr>
        <p:grpSpPr>
          <a:xfrm rot="0">
            <a:off x="548640" y="8138160"/>
            <a:ext cx="2560320" cy="1371600"/>
            <a:chOff x="0" y="0"/>
            <a:chExt cx="3413760" cy="1828800"/>
          </a:xfrm>
        </p:grpSpPr>
        <p:sp>
          <p:nvSpPr>
            <p:cNvPr name="Freeform 54" id="54"/>
            <p:cNvSpPr/>
            <p:nvPr/>
          </p:nvSpPr>
          <p:spPr>
            <a:xfrm flipH="false" flipV="false" rot="0">
              <a:off x="0" y="0"/>
              <a:ext cx="3413760" cy="1828800"/>
            </a:xfrm>
            <a:custGeom>
              <a:avLst/>
              <a:gdLst/>
              <a:ahLst/>
              <a:cxnLst/>
              <a:rect r="r" b="b" t="t" l="l"/>
              <a:pathLst>
                <a:path h="1828800" w="3413760">
                  <a:moveTo>
                    <a:pt x="0" y="0"/>
                  </a:moveTo>
                  <a:lnTo>
                    <a:pt x="3413760" y="0"/>
                  </a:lnTo>
                  <a:lnTo>
                    <a:pt x="3413760" y="1828800"/>
                  </a:lnTo>
                  <a:lnTo>
                    <a:pt x="0" y="1828800"/>
                  </a:lnTo>
                  <a:close/>
                </a:path>
              </a:pathLst>
            </a:custGeom>
            <a:blipFill>
              <a:blip r:embed="rId2">
                <a:alphaModFix amt="0"/>
              </a:blip>
              <a:stretch>
                <a:fillRect l="-18734" t="0" r="-18734" b="0"/>
              </a:stretch>
            </a:blipFill>
          </p:spPr>
        </p:sp>
        <p:sp>
          <p:nvSpPr>
            <p:cNvPr name="TextBox 55" id="55"/>
            <p:cNvSpPr txBox="true"/>
            <p:nvPr/>
          </p:nvSpPr>
          <p:spPr>
            <a:xfrm>
              <a:off x="0" y="-9525"/>
              <a:ext cx="3413760" cy="1838325"/>
            </a:xfrm>
            <a:prstGeom prst="rect">
              <a:avLst/>
            </a:prstGeom>
          </p:spPr>
          <p:txBody>
            <a:bodyPr anchor="ctr" rtlCol="false" tIns="0" lIns="0" bIns="0" rIns="0"/>
            <a:lstStyle/>
            <a:p>
              <a:pPr algn="ctr">
                <a:lnSpc>
                  <a:spcPts val="2879"/>
                </a:lnSpc>
              </a:pPr>
              <a:r>
                <a:rPr lang="en-US" sz="2400" b="true">
                  <a:solidFill>
                    <a:srgbClr val="0D0D1A"/>
                  </a:solidFill>
                  <a:latin typeface="Arial Bold"/>
                  <a:ea typeface="Arial Bold"/>
                  <a:cs typeface="Arial Bold"/>
                  <a:sym typeface="Arial Bold"/>
                </a:rPr>
                <a:t>APIs</a:t>
              </a:r>
            </a:p>
          </p:txBody>
        </p:sp>
      </p:grpSp>
      <p:grpSp>
        <p:nvGrpSpPr>
          <p:cNvPr name="Group 56" id="56"/>
          <p:cNvGrpSpPr/>
          <p:nvPr/>
        </p:nvGrpSpPr>
        <p:grpSpPr>
          <a:xfrm rot="0">
            <a:off x="3383280" y="8138160"/>
            <a:ext cx="14081760" cy="1371600"/>
            <a:chOff x="0" y="0"/>
            <a:chExt cx="18775680" cy="1828800"/>
          </a:xfrm>
        </p:grpSpPr>
        <p:sp>
          <p:nvSpPr>
            <p:cNvPr name="Freeform 57" id="57"/>
            <p:cNvSpPr/>
            <p:nvPr/>
          </p:nvSpPr>
          <p:spPr>
            <a:xfrm flipH="false" flipV="false" rot="0">
              <a:off x="0" y="0"/>
              <a:ext cx="18775680" cy="1828800"/>
            </a:xfrm>
            <a:custGeom>
              <a:avLst/>
              <a:gdLst/>
              <a:ahLst/>
              <a:cxnLst/>
              <a:rect r="r" b="b" t="t" l="l"/>
              <a:pathLst>
                <a:path h="1828800" w="18775680">
                  <a:moveTo>
                    <a:pt x="0" y="0"/>
                  </a:moveTo>
                  <a:lnTo>
                    <a:pt x="18775680" y="0"/>
                  </a:lnTo>
                  <a:lnTo>
                    <a:pt x="18775680" y="1828800"/>
                  </a:lnTo>
                  <a:lnTo>
                    <a:pt x="0" y="1828800"/>
                  </a:lnTo>
                  <a:close/>
                </a:path>
              </a:pathLst>
            </a:custGeom>
            <a:blipFill>
              <a:blip r:embed="rId2">
                <a:alphaModFix amt="0"/>
              </a:blip>
              <a:stretch>
                <a:fillRect l="0" t="-150046" r="0" b="-150046"/>
              </a:stretch>
            </a:blipFill>
          </p:spPr>
        </p:sp>
        <p:sp>
          <p:nvSpPr>
            <p:cNvPr name="TextBox 58" id="58"/>
            <p:cNvSpPr txBox="true"/>
            <p:nvPr/>
          </p:nvSpPr>
          <p:spPr>
            <a:xfrm>
              <a:off x="0" y="-38100"/>
              <a:ext cx="18775680" cy="1866900"/>
            </a:xfrm>
            <a:prstGeom prst="rect">
              <a:avLst/>
            </a:prstGeom>
          </p:spPr>
          <p:txBody>
            <a:bodyPr anchor="ctr" rtlCol="false" tIns="0" lIns="0" bIns="0" rIns="0"/>
            <a:lstStyle/>
            <a:p>
              <a:pPr algn="l">
                <a:lnSpc>
                  <a:spcPts val="2879"/>
                </a:lnSpc>
              </a:pPr>
              <a:r>
                <a:rPr lang="en-US" sz="2400">
                  <a:solidFill>
                    <a:srgbClr val="E8E8F0"/>
                  </a:solidFill>
                  <a:latin typeface="Calibri (MS)"/>
                  <a:ea typeface="Calibri (MS)"/>
                  <a:cs typeface="Calibri (MS)"/>
                  <a:sym typeface="Calibri (MS)"/>
                </a:rPr>
                <a:t>TMDB API (Movies/Series)  ·  Jikan API (Anime)  ·  OpenLibrary API (Books)</a:t>
              </a:r>
            </a:p>
          </p:txBody>
        </p:sp>
      </p:grpSp>
      <p:grpSp>
        <p:nvGrpSpPr>
          <p:cNvPr name="Group 59" id="59"/>
          <p:cNvGrpSpPr/>
          <p:nvPr/>
        </p:nvGrpSpPr>
        <p:grpSpPr>
          <a:xfrm rot="0">
            <a:off x="542287" y="9320527"/>
            <a:ext cx="17203417" cy="652777"/>
            <a:chOff x="0" y="0"/>
            <a:chExt cx="22937889" cy="870369"/>
          </a:xfrm>
        </p:grpSpPr>
        <p:sp>
          <p:nvSpPr>
            <p:cNvPr name="Freeform 60" id="60"/>
            <p:cNvSpPr/>
            <p:nvPr/>
          </p:nvSpPr>
          <p:spPr>
            <a:xfrm flipH="false" flipV="false" rot="0">
              <a:off x="8509" y="8509"/>
              <a:ext cx="22920961" cy="853440"/>
            </a:xfrm>
            <a:custGeom>
              <a:avLst/>
              <a:gdLst/>
              <a:ahLst/>
              <a:cxnLst/>
              <a:rect r="r" b="b" t="t" l="l"/>
              <a:pathLst>
                <a:path h="853440" w="22920961">
                  <a:moveTo>
                    <a:pt x="0" y="0"/>
                  </a:moveTo>
                  <a:lnTo>
                    <a:pt x="22920961" y="0"/>
                  </a:lnTo>
                  <a:lnTo>
                    <a:pt x="22920961" y="853440"/>
                  </a:lnTo>
                  <a:lnTo>
                    <a:pt x="0" y="853440"/>
                  </a:lnTo>
                  <a:close/>
                </a:path>
              </a:pathLst>
            </a:custGeom>
            <a:solidFill>
              <a:srgbClr val="7C6AF7">
                <a:alpha val="1961"/>
              </a:srgbClr>
            </a:solidFill>
          </p:spPr>
        </p:sp>
        <p:sp>
          <p:nvSpPr>
            <p:cNvPr name="Freeform 61" id="61"/>
            <p:cNvSpPr/>
            <p:nvPr/>
          </p:nvSpPr>
          <p:spPr>
            <a:xfrm flipH="false" flipV="false" rot="0">
              <a:off x="0" y="0"/>
              <a:ext cx="22937978" cy="870458"/>
            </a:xfrm>
            <a:custGeom>
              <a:avLst/>
              <a:gdLst/>
              <a:ahLst/>
              <a:cxnLst/>
              <a:rect r="r" b="b" t="t" l="l"/>
              <a:pathLst>
                <a:path h="870458" w="22937978">
                  <a:moveTo>
                    <a:pt x="8509" y="0"/>
                  </a:moveTo>
                  <a:lnTo>
                    <a:pt x="22929470" y="0"/>
                  </a:lnTo>
                  <a:cubicBezTo>
                    <a:pt x="22934169" y="0"/>
                    <a:pt x="22937978" y="3810"/>
                    <a:pt x="22937978" y="8509"/>
                  </a:cubicBezTo>
                  <a:lnTo>
                    <a:pt x="22937978" y="861949"/>
                  </a:lnTo>
                  <a:cubicBezTo>
                    <a:pt x="22937978" y="866648"/>
                    <a:pt x="22934169" y="870458"/>
                    <a:pt x="22929470" y="870458"/>
                  </a:cubicBezTo>
                  <a:lnTo>
                    <a:pt x="8509" y="870458"/>
                  </a:lnTo>
                  <a:cubicBezTo>
                    <a:pt x="3810" y="870458"/>
                    <a:pt x="0" y="866648"/>
                    <a:pt x="0" y="861949"/>
                  </a:cubicBezTo>
                  <a:lnTo>
                    <a:pt x="0" y="8509"/>
                  </a:lnTo>
                  <a:cubicBezTo>
                    <a:pt x="0" y="3810"/>
                    <a:pt x="3810" y="0"/>
                    <a:pt x="8509" y="0"/>
                  </a:cubicBezTo>
                  <a:moveTo>
                    <a:pt x="8509" y="16891"/>
                  </a:moveTo>
                  <a:lnTo>
                    <a:pt x="8509" y="8509"/>
                  </a:lnTo>
                  <a:lnTo>
                    <a:pt x="17018" y="8509"/>
                  </a:lnTo>
                  <a:lnTo>
                    <a:pt x="17018" y="861949"/>
                  </a:lnTo>
                  <a:lnTo>
                    <a:pt x="8509" y="861949"/>
                  </a:lnTo>
                  <a:lnTo>
                    <a:pt x="8509" y="853440"/>
                  </a:lnTo>
                  <a:lnTo>
                    <a:pt x="22929470" y="853440"/>
                  </a:lnTo>
                  <a:lnTo>
                    <a:pt x="22929470" y="861949"/>
                  </a:lnTo>
                  <a:lnTo>
                    <a:pt x="22920961" y="861949"/>
                  </a:lnTo>
                  <a:lnTo>
                    <a:pt x="22920961" y="8509"/>
                  </a:lnTo>
                  <a:lnTo>
                    <a:pt x="22929470" y="8509"/>
                  </a:lnTo>
                  <a:lnTo>
                    <a:pt x="22929470" y="17018"/>
                  </a:lnTo>
                  <a:lnTo>
                    <a:pt x="8509" y="17018"/>
                  </a:lnTo>
                  <a:close/>
                </a:path>
              </a:pathLst>
            </a:custGeom>
            <a:solidFill>
              <a:srgbClr val="7C6AF7"/>
            </a:solidFill>
          </p:spPr>
        </p:sp>
      </p:grpSp>
      <p:grpSp>
        <p:nvGrpSpPr>
          <p:cNvPr name="Group 62" id="62"/>
          <p:cNvGrpSpPr/>
          <p:nvPr/>
        </p:nvGrpSpPr>
        <p:grpSpPr>
          <a:xfrm rot="0">
            <a:off x="548640" y="9326880"/>
            <a:ext cx="17190720" cy="640080"/>
            <a:chOff x="0" y="0"/>
            <a:chExt cx="22920960" cy="853440"/>
          </a:xfrm>
        </p:grpSpPr>
        <p:sp>
          <p:nvSpPr>
            <p:cNvPr name="Freeform 63" id="63"/>
            <p:cNvSpPr/>
            <p:nvPr/>
          </p:nvSpPr>
          <p:spPr>
            <a:xfrm flipH="false" flipV="false" rot="0">
              <a:off x="0" y="0"/>
              <a:ext cx="22920961" cy="853440"/>
            </a:xfrm>
            <a:custGeom>
              <a:avLst/>
              <a:gdLst/>
              <a:ahLst/>
              <a:cxnLst/>
              <a:rect r="r" b="b" t="t" l="l"/>
              <a:pathLst>
                <a:path h="853440" w="22920961">
                  <a:moveTo>
                    <a:pt x="0" y="0"/>
                  </a:moveTo>
                  <a:lnTo>
                    <a:pt x="22920961" y="0"/>
                  </a:lnTo>
                  <a:lnTo>
                    <a:pt x="22920961" y="853440"/>
                  </a:lnTo>
                  <a:lnTo>
                    <a:pt x="0" y="853440"/>
                  </a:lnTo>
                  <a:close/>
                </a:path>
              </a:pathLst>
            </a:custGeom>
            <a:blipFill>
              <a:blip r:embed="rId2">
                <a:alphaModFix amt="0"/>
              </a:blip>
              <a:stretch>
                <a:fillRect l="0" t="-473312" r="0" b="-473312"/>
              </a:stretch>
            </a:blipFill>
          </p:spPr>
        </p:sp>
        <p:sp>
          <p:nvSpPr>
            <p:cNvPr name="TextBox 64" id="64"/>
            <p:cNvSpPr txBox="true"/>
            <p:nvPr/>
          </p:nvSpPr>
          <p:spPr>
            <a:xfrm>
              <a:off x="0" y="-38100"/>
              <a:ext cx="22920960" cy="891540"/>
            </a:xfrm>
            <a:prstGeom prst="rect">
              <a:avLst/>
            </a:prstGeom>
          </p:spPr>
          <p:txBody>
            <a:bodyPr anchor="ctr" rtlCol="false" tIns="0" lIns="0" bIns="0" rIns="0"/>
            <a:lstStyle/>
            <a:p>
              <a:pPr algn="ctr">
                <a:lnSpc>
                  <a:spcPts val="2400"/>
                </a:lnSpc>
              </a:pPr>
              <a:r>
                <a:rPr lang="en-US" sz="2000">
                  <a:solidFill>
                    <a:srgbClr val="6AF7C4"/>
                  </a:solidFill>
                  <a:latin typeface="Calibri (MS)"/>
                  <a:ea typeface="Calibri (MS)"/>
                  <a:cs typeface="Calibri (MS)"/>
                  <a:sym typeface="Calibri (MS)"/>
                </a:rPr>
                <a:t>Architecture: MVT Pattern  |  Browser → urls.py → views.py → models.py → SQLite → Templates → Browser</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16891" y="16891"/>
              <a:ext cx="292608" cy="13715999"/>
            </a:xfrm>
            <a:custGeom>
              <a:avLst/>
              <a:gdLst/>
              <a:ahLst/>
              <a:cxnLst/>
              <a:rect r="r" b="b" t="t" l="l"/>
              <a:pathLst>
                <a:path h="13715999" w="292608">
                  <a:moveTo>
                    <a:pt x="0" y="0"/>
                  </a:moveTo>
                  <a:lnTo>
                    <a:pt x="292608" y="0"/>
                  </a:lnTo>
                  <a:lnTo>
                    <a:pt x="292608" y="13715999"/>
                  </a:lnTo>
                  <a:lnTo>
                    <a:pt x="0" y="13715999"/>
                  </a:lnTo>
                  <a:close/>
                </a:path>
              </a:pathLst>
            </a:custGeom>
            <a:solidFill>
              <a:srgbClr val="F76A6A"/>
            </a:solidFill>
          </p:spPr>
        </p:sp>
        <p:sp>
          <p:nvSpPr>
            <p:cNvPr name="Freeform 4" id="4"/>
            <p:cNvSpPr/>
            <p:nvPr/>
          </p:nvSpPr>
          <p:spPr>
            <a:xfrm flipH="false" flipV="false" rot="0">
              <a:off x="0" y="0"/>
              <a:ext cx="326390" cy="13749782"/>
            </a:xfrm>
            <a:custGeom>
              <a:avLst/>
              <a:gdLst/>
              <a:ahLst/>
              <a:cxnLst/>
              <a:rect r="r" b="b" t="t" l="l"/>
              <a:pathLst>
                <a:path h="13749782" w="326390">
                  <a:moveTo>
                    <a:pt x="16891" y="0"/>
                  </a:moveTo>
                  <a:lnTo>
                    <a:pt x="309499" y="0"/>
                  </a:lnTo>
                  <a:cubicBezTo>
                    <a:pt x="318897" y="0"/>
                    <a:pt x="326390" y="7620"/>
                    <a:pt x="326390" y="16891"/>
                  </a:cubicBezTo>
                  <a:lnTo>
                    <a:pt x="326390" y="13732890"/>
                  </a:lnTo>
                  <a:cubicBezTo>
                    <a:pt x="326390" y="13742290"/>
                    <a:pt x="318770" y="13749782"/>
                    <a:pt x="309499"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09499" y="13716000"/>
                  </a:lnTo>
                  <a:lnTo>
                    <a:pt x="309499" y="13732890"/>
                  </a:lnTo>
                  <a:lnTo>
                    <a:pt x="292608" y="13732890"/>
                  </a:lnTo>
                  <a:lnTo>
                    <a:pt x="292608" y="16891"/>
                  </a:lnTo>
                  <a:lnTo>
                    <a:pt x="309499" y="16891"/>
                  </a:lnTo>
                  <a:lnTo>
                    <a:pt x="309499" y="33909"/>
                  </a:lnTo>
                  <a:lnTo>
                    <a:pt x="16891" y="33909"/>
                  </a:lnTo>
                  <a:close/>
                </a:path>
              </a:pathLst>
            </a:custGeom>
            <a:solidFill>
              <a:srgbClr val="F76A6A"/>
            </a:solidFill>
          </p:spPr>
        </p:sp>
      </p:grpSp>
      <p:grpSp>
        <p:nvGrpSpPr>
          <p:cNvPr name="Group 5" id="5"/>
          <p:cNvGrpSpPr/>
          <p:nvPr/>
        </p:nvGrpSpPr>
        <p:grpSpPr>
          <a:xfrm rot="0">
            <a:off x="548640" y="274320"/>
            <a:ext cx="2194560" cy="1648718"/>
            <a:chOff x="0" y="0"/>
            <a:chExt cx="2926080" cy="2198291"/>
          </a:xfrm>
        </p:grpSpPr>
        <p:sp>
          <p:nvSpPr>
            <p:cNvPr name="Freeform 6" id="6"/>
            <p:cNvSpPr/>
            <p:nvPr/>
          </p:nvSpPr>
          <p:spPr>
            <a:xfrm flipH="false" flipV="false" rot="0">
              <a:off x="0" y="0"/>
              <a:ext cx="2926080" cy="2198291"/>
            </a:xfrm>
            <a:custGeom>
              <a:avLst/>
              <a:gdLst/>
              <a:ahLst/>
              <a:cxnLst/>
              <a:rect r="r" b="b" t="t" l="l"/>
              <a:pathLst>
                <a:path h="2198291" w="2926080">
                  <a:moveTo>
                    <a:pt x="0" y="0"/>
                  </a:moveTo>
                  <a:lnTo>
                    <a:pt x="2926080" y="0"/>
                  </a:lnTo>
                  <a:lnTo>
                    <a:pt x="2926080" y="2198291"/>
                  </a:lnTo>
                  <a:lnTo>
                    <a:pt x="0" y="2198291"/>
                  </a:lnTo>
                  <a:close/>
                </a:path>
              </a:pathLst>
            </a:custGeom>
            <a:blipFill>
              <a:blip r:embed="rId2">
                <a:alphaModFix amt="0"/>
              </a:blip>
              <a:stretch>
                <a:fillRect l="-24843" t="0" r="-24843" b="22354"/>
              </a:stretch>
            </a:blipFill>
          </p:spPr>
        </p:sp>
        <p:sp>
          <p:nvSpPr>
            <p:cNvPr name="TextBox 7" id="7"/>
            <p:cNvSpPr txBox="true"/>
            <p:nvPr/>
          </p:nvSpPr>
          <p:spPr>
            <a:xfrm>
              <a:off x="0" y="-38100"/>
              <a:ext cx="2926080" cy="2236391"/>
            </a:xfrm>
            <a:prstGeom prst="rect">
              <a:avLst/>
            </a:prstGeom>
          </p:spPr>
          <p:txBody>
            <a:bodyPr anchor="ctr" rtlCol="false" tIns="0" lIns="0" bIns="0" rIns="0"/>
            <a:lstStyle/>
            <a:p>
              <a:pPr algn="l">
                <a:lnSpc>
                  <a:spcPts val="9600"/>
                </a:lnSpc>
              </a:pPr>
              <a:r>
                <a:rPr lang="en-US" sz="8000" b="true">
                  <a:solidFill>
                    <a:srgbClr val="F76A6A"/>
                  </a:solidFill>
                  <a:latin typeface="Arial Bold"/>
                  <a:ea typeface="Arial Bold"/>
                  <a:cs typeface="Arial Bold"/>
                  <a:sym typeface="Arial Bold"/>
                </a:rPr>
                <a:t>10</a:t>
              </a:r>
            </a:p>
          </p:txBody>
        </p:sp>
      </p:grpSp>
      <p:grpSp>
        <p:nvGrpSpPr>
          <p:cNvPr name="Group 8" id="8"/>
          <p:cNvGrpSpPr/>
          <p:nvPr/>
        </p:nvGrpSpPr>
        <p:grpSpPr>
          <a:xfrm rot="0">
            <a:off x="548640" y="1463040"/>
            <a:ext cx="16459200" cy="1005840"/>
            <a:chOff x="0" y="0"/>
            <a:chExt cx="21945600" cy="1341120"/>
          </a:xfrm>
        </p:grpSpPr>
        <p:sp>
          <p:nvSpPr>
            <p:cNvPr name="Freeform 9" id="9"/>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0" id="10"/>
            <p:cNvSpPr txBox="true"/>
            <p:nvPr/>
          </p:nvSpPr>
          <p:spPr>
            <a:xfrm>
              <a:off x="0" y="-28575"/>
              <a:ext cx="21945600" cy="1369695"/>
            </a:xfrm>
            <a:prstGeom prst="rect">
              <a:avLst/>
            </a:prstGeom>
          </p:spPr>
          <p:txBody>
            <a:bodyPr anchor="ctr" rtlCol="false" tIns="0" lIns="0" bIns="0" rIns="0"/>
            <a:lstStyle/>
            <a:p>
              <a:pPr algn="l">
                <a:lnSpc>
                  <a:spcPts val="7200"/>
                </a:lnSpc>
              </a:pPr>
              <a:r>
                <a:rPr lang="en-US" sz="6000" b="true">
                  <a:solidFill>
                    <a:srgbClr val="FFFFFF"/>
                  </a:solidFill>
                  <a:latin typeface="Arial Bold"/>
                  <a:ea typeface="Arial Bold"/>
                  <a:cs typeface="Arial Bold"/>
                  <a:sym typeface="Arial Bold"/>
                </a:rPr>
                <a:t>System Architecture</a:t>
              </a:r>
            </a:p>
          </p:txBody>
        </p:sp>
      </p:grpSp>
      <p:grpSp>
        <p:nvGrpSpPr>
          <p:cNvPr name="Group 11" id="11"/>
          <p:cNvGrpSpPr/>
          <p:nvPr/>
        </p:nvGrpSpPr>
        <p:grpSpPr>
          <a:xfrm rot="0">
            <a:off x="6381750" y="2815590"/>
            <a:ext cx="5524500" cy="1226820"/>
            <a:chOff x="0" y="0"/>
            <a:chExt cx="7366000" cy="1635760"/>
          </a:xfrm>
        </p:grpSpPr>
        <p:sp>
          <p:nvSpPr>
            <p:cNvPr name="Freeform 12" id="12"/>
            <p:cNvSpPr/>
            <p:nvPr/>
          </p:nvSpPr>
          <p:spPr>
            <a:xfrm flipH="false" flipV="false" rot="0">
              <a:off x="25400" y="25400"/>
              <a:ext cx="7315200" cy="1584960"/>
            </a:xfrm>
            <a:custGeom>
              <a:avLst/>
              <a:gdLst/>
              <a:ahLst/>
              <a:cxnLst/>
              <a:rect r="r" b="b" t="t" l="l"/>
              <a:pathLst>
                <a:path h="1584960" w="7315200">
                  <a:moveTo>
                    <a:pt x="0" y="0"/>
                  </a:moveTo>
                  <a:lnTo>
                    <a:pt x="7315200" y="0"/>
                  </a:lnTo>
                  <a:lnTo>
                    <a:pt x="7315200" y="1584960"/>
                  </a:lnTo>
                  <a:lnTo>
                    <a:pt x="0" y="1584960"/>
                  </a:lnTo>
                  <a:close/>
                </a:path>
              </a:pathLst>
            </a:custGeom>
            <a:solidFill>
              <a:srgbClr val="7C6AF7">
                <a:alpha val="63922"/>
              </a:srgbClr>
            </a:solidFill>
          </p:spPr>
        </p:sp>
        <p:sp>
          <p:nvSpPr>
            <p:cNvPr name="Freeform 13" id="13"/>
            <p:cNvSpPr/>
            <p:nvPr/>
          </p:nvSpPr>
          <p:spPr>
            <a:xfrm flipH="false" flipV="false" rot="0">
              <a:off x="0" y="0"/>
              <a:ext cx="7366000" cy="1635760"/>
            </a:xfrm>
            <a:custGeom>
              <a:avLst/>
              <a:gdLst/>
              <a:ahLst/>
              <a:cxnLst/>
              <a:rect r="r" b="b" t="t" l="l"/>
              <a:pathLst>
                <a:path h="1635760" w="7366000">
                  <a:moveTo>
                    <a:pt x="25400" y="0"/>
                  </a:moveTo>
                  <a:lnTo>
                    <a:pt x="7340600" y="0"/>
                  </a:lnTo>
                  <a:cubicBezTo>
                    <a:pt x="7354570" y="0"/>
                    <a:pt x="7366000" y="11430"/>
                    <a:pt x="7366000" y="25400"/>
                  </a:cubicBezTo>
                  <a:lnTo>
                    <a:pt x="7366000" y="1610360"/>
                  </a:lnTo>
                  <a:cubicBezTo>
                    <a:pt x="7366000" y="1624330"/>
                    <a:pt x="7354570" y="1635760"/>
                    <a:pt x="7340600" y="1635760"/>
                  </a:cubicBezTo>
                  <a:lnTo>
                    <a:pt x="25400" y="1635760"/>
                  </a:lnTo>
                  <a:cubicBezTo>
                    <a:pt x="11430" y="1635760"/>
                    <a:pt x="0" y="1624330"/>
                    <a:pt x="0" y="1610360"/>
                  </a:cubicBezTo>
                  <a:lnTo>
                    <a:pt x="0" y="25400"/>
                  </a:lnTo>
                  <a:cubicBezTo>
                    <a:pt x="0" y="11430"/>
                    <a:pt x="11430" y="0"/>
                    <a:pt x="25400" y="0"/>
                  </a:cubicBezTo>
                  <a:moveTo>
                    <a:pt x="25400" y="50800"/>
                  </a:moveTo>
                  <a:lnTo>
                    <a:pt x="25400" y="25400"/>
                  </a:lnTo>
                  <a:lnTo>
                    <a:pt x="50800" y="25400"/>
                  </a:lnTo>
                  <a:lnTo>
                    <a:pt x="50800" y="1610360"/>
                  </a:lnTo>
                  <a:lnTo>
                    <a:pt x="25400" y="1610360"/>
                  </a:lnTo>
                  <a:lnTo>
                    <a:pt x="25400" y="1584960"/>
                  </a:lnTo>
                  <a:lnTo>
                    <a:pt x="7340600" y="1584960"/>
                  </a:lnTo>
                  <a:lnTo>
                    <a:pt x="7340600" y="1610360"/>
                  </a:lnTo>
                  <a:lnTo>
                    <a:pt x="7315200" y="1610360"/>
                  </a:lnTo>
                  <a:lnTo>
                    <a:pt x="7315200" y="25400"/>
                  </a:lnTo>
                  <a:lnTo>
                    <a:pt x="7340600" y="25400"/>
                  </a:lnTo>
                  <a:lnTo>
                    <a:pt x="7340600" y="50800"/>
                  </a:lnTo>
                  <a:lnTo>
                    <a:pt x="25400" y="50800"/>
                  </a:lnTo>
                  <a:close/>
                </a:path>
              </a:pathLst>
            </a:custGeom>
            <a:solidFill>
              <a:srgbClr val="7C6AF7"/>
            </a:solidFill>
          </p:spPr>
        </p:sp>
      </p:grpSp>
      <p:grpSp>
        <p:nvGrpSpPr>
          <p:cNvPr name="Group 14" id="14"/>
          <p:cNvGrpSpPr/>
          <p:nvPr/>
        </p:nvGrpSpPr>
        <p:grpSpPr>
          <a:xfrm rot="0">
            <a:off x="6400800" y="2834640"/>
            <a:ext cx="5486400" cy="1188720"/>
            <a:chOff x="0" y="0"/>
            <a:chExt cx="7315200" cy="1584960"/>
          </a:xfrm>
        </p:grpSpPr>
        <p:sp>
          <p:nvSpPr>
            <p:cNvPr name="Freeform 15" id="15"/>
            <p:cNvSpPr/>
            <p:nvPr/>
          </p:nvSpPr>
          <p:spPr>
            <a:xfrm flipH="false" flipV="false" rot="0">
              <a:off x="0" y="0"/>
              <a:ext cx="7315200" cy="1584960"/>
            </a:xfrm>
            <a:custGeom>
              <a:avLst/>
              <a:gdLst/>
              <a:ahLst/>
              <a:cxnLst/>
              <a:rect r="r" b="b" t="t" l="l"/>
              <a:pathLst>
                <a:path h="1584960" w="7315200">
                  <a:moveTo>
                    <a:pt x="0" y="0"/>
                  </a:moveTo>
                  <a:lnTo>
                    <a:pt x="7315200" y="0"/>
                  </a:lnTo>
                  <a:lnTo>
                    <a:pt x="7315200" y="1584960"/>
                  </a:lnTo>
                  <a:lnTo>
                    <a:pt x="0" y="1584960"/>
                  </a:lnTo>
                  <a:close/>
                </a:path>
              </a:pathLst>
            </a:custGeom>
            <a:blipFill>
              <a:blip r:embed="rId2">
                <a:alphaModFix amt="0"/>
              </a:blip>
              <a:stretch>
                <a:fillRect l="0" t="-39930" r="0" b="-39930"/>
              </a:stretch>
            </a:blipFill>
          </p:spPr>
        </p:sp>
        <p:sp>
          <p:nvSpPr>
            <p:cNvPr name="TextBox 16" id="16"/>
            <p:cNvSpPr txBox="true"/>
            <p:nvPr/>
          </p:nvSpPr>
          <p:spPr>
            <a:xfrm>
              <a:off x="0" y="-9525"/>
              <a:ext cx="7315200" cy="1594485"/>
            </a:xfrm>
            <a:prstGeom prst="rect">
              <a:avLst/>
            </a:prstGeom>
          </p:spPr>
          <p:txBody>
            <a:bodyPr anchor="ctr" rtlCol="false" tIns="0" lIns="0" bIns="0" rIns="0"/>
            <a:lstStyle/>
            <a:p>
              <a:pPr algn="ctr">
                <a:lnSpc>
                  <a:spcPts val="2879"/>
                </a:lnSpc>
              </a:pPr>
              <a:r>
                <a:rPr lang="en-US" sz="2400" b="true">
                  <a:solidFill>
                    <a:srgbClr val="FFFFFF"/>
                  </a:solidFill>
                  <a:latin typeface="Arial Bold"/>
                  <a:ea typeface="Arial Bold"/>
                  <a:cs typeface="Arial Bold"/>
                  <a:sym typeface="Arial Bold"/>
                </a:rPr>
                <a:t>🌐  Browser (User)</a:t>
              </a:r>
            </a:p>
          </p:txBody>
        </p:sp>
      </p:grpSp>
      <p:grpSp>
        <p:nvGrpSpPr>
          <p:cNvPr name="Group 17" id="17"/>
          <p:cNvGrpSpPr/>
          <p:nvPr/>
        </p:nvGrpSpPr>
        <p:grpSpPr>
          <a:xfrm rot="0">
            <a:off x="9124950" y="4004310"/>
            <a:ext cx="38100" cy="678180"/>
            <a:chOff x="0" y="0"/>
            <a:chExt cx="50800" cy="904240"/>
          </a:xfrm>
        </p:grpSpPr>
        <p:sp>
          <p:nvSpPr>
            <p:cNvPr name="Freeform 18" id="18"/>
            <p:cNvSpPr/>
            <p:nvPr/>
          </p:nvSpPr>
          <p:spPr>
            <a:xfrm flipH="false" flipV="false" rot="0">
              <a:off x="0" y="25400"/>
              <a:ext cx="50800" cy="853440"/>
            </a:xfrm>
            <a:custGeom>
              <a:avLst/>
              <a:gdLst/>
              <a:ahLst/>
              <a:cxnLst/>
              <a:rect r="r" b="b" t="t" l="l"/>
              <a:pathLst>
                <a:path h="853440" w="50800">
                  <a:moveTo>
                    <a:pt x="50800" y="0"/>
                  </a:moveTo>
                  <a:lnTo>
                    <a:pt x="50800" y="853440"/>
                  </a:lnTo>
                  <a:lnTo>
                    <a:pt x="0" y="853440"/>
                  </a:lnTo>
                  <a:lnTo>
                    <a:pt x="0" y="0"/>
                  </a:lnTo>
                  <a:close/>
                </a:path>
              </a:pathLst>
            </a:custGeom>
            <a:solidFill>
              <a:srgbClr val="6AF7C4"/>
            </a:solidFill>
          </p:spPr>
        </p:sp>
      </p:grpSp>
      <p:grpSp>
        <p:nvGrpSpPr>
          <p:cNvPr name="Group 19" id="19"/>
          <p:cNvGrpSpPr/>
          <p:nvPr/>
        </p:nvGrpSpPr>
        <p:grpSpPr>
          <a:xfrm rot="0">
            <a:off x="9235440" y="4114800"/>
            <a:ext cx="2743200" cy="457200"/>
            <a:chOff x="0" y="0"/>
            <a:chExt cx="3657600" cy="609600"/>
          </a:xfrm>
        </p:grpSpPr>
        <p:sp>
          <p:nvSpPr>
            <p:cNvPr name="Freeform 20" id="20"/>
            <p:cNvSpPr/>
            <p:nvPr/>
          </p:nvSpPr>
          <p:spPr>
            <a:xfrm flipH="false" flipV="false" rot="0">
              <a:off x="0" y="0"/>
              <a:ext cx="3657600" cy="609600"/>
            </a:xfrm>
            <a:custGeom>
              <a:avLst/>
              <a:gdLst/>
              <a:ahLst/>
              <a:cxnLst/>
              <a:rect r="r" b="b" t="t" l="l"/>
              <a:pathLst>
                <a:path h="609600" w="3657600">
                  <a:moveTo>
                    <a:pt x="0" y="0"/>
                  </a:moveTo>
                  <a:lnTo>
                    <a:pt x="3657600" y="0"/>
                  </a:lnTo>
                  <a:lnTo>
                    <a:pt x="3657600" y="609600"/>
                  </a:lnTo>
                  <a:lnTo>
                    <a:pt x="0" y="609600"/>
                  </a:lnTo>
                  <a:close/>
                </a:path>
              </a:pathLst>
            </a:custGeom>
            <a:blipFill>
              <a:blip r:embed="rId2">
                <a:alphaModFix amt="0"/>
              </a:blip>
              <a:stretch>
                <a:fillRect l="0" t="-66910" r="0" b="-66910"/>
              </a:stretch>
            </a:blipFill>
          </p:spPr>
        </p:sp>
        <p:sp>
          <p:nvSpPr>
            <p:cNvPr name="TextBox 21" id="21"/>
            <p:cNvSpPr txBox="true"/>
            <p:nvPr/>
          </p:nvSpPr>
          <p:spPr>
            <a:xfrm>
              <a:off x="0" y="-28575"/>
              <a:ext cx="3657600" cy="63817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HTTP Request</a:t>
              </a:r>
            </a:p>
          </p:txBody>
        </p:sp>
      </p:grpSp>
      <p:grpSp>
        <p:nvGrpSpPr>
          <p:cNvPr name="Group 22" id="22"/>
          <p:cNvGrpSpPr/>
          <p:nvPr/>
        </p:nvGrpSpPr>
        <p:grpSpPr>
          <a:xfrm rot="0">
            <a:off x="901703" y="4650743"/>
            <a:ext cx="16484603" cy="1214123"/>
            <a:chOff x="0" y="0"/>
            <a:chExt cx="21979471" cy="1618831"/>
          </a:xfrm>
        </p:grpSpPr>
        <p:sp>
          <p:nvSpPr>
            <p:cNvPr name="Freeform 23" id="23"/>
            <p:cNvSpPr/>
            <p:nvPr/>
          </p:nvSpPr>
          <p:spPr>
            <a:xfrm flipH="false" flipV="false" rot="0">
              <a:off x="16891" y="16891"/>
              <a:ext cx="21945599" cy="1584960"/>
            </a:xfrm>
            <a:custGeom>
              <a:avLst/>
              <a:gdLst/>
              <a:ahLst/>
              <a:cxnLst/>
              <a:rect r="r" b="b" t="t" l="l"/>
              <a:pathLst>
                <a:path h="1584960" w="21945599">
                  <a:moveTo>
                    <a:pt x="0" y="0"/>
                  </a:moveTo>
                  <a:lnTo>
                    <a:pt x="21945599" y="0"/>
                  </a:lnTo>
                  <a:lnTo>
                    <a:pt x="21945599" y="1584960"/>
                  </a:lnTo>
                  <a:lnTo>
                    <a:pt x="0" y="1584960"/>
                  </a:lnTo>
                  <a:close/>
                </a:path>
              </a:pathLst>
            </a:custGeom>
            <a:solidFill>
              <a:srgbClr val="1A1A35"/>
            </a:solidFill>
          </p:spPr>
        </p:sp>
        <p:sp>
          <p:nvSpPr>
            <p:cNvPr name="Freeform 24" id="24"/>
            <p:cNvSpPr/>
            <p:nvPr/>
          </p:nvSpPr>
          <p:spPr>
            <a:xfrm flipH="false" flipV="false" rot="0">
              <a:off x="0" y="0"/>
              <a:ext cx="21979382" cy="1618742"/>
            </a:xfrm>
            <a:custGeom>
              <a:avLst/>
              <a:gdLst/>
              <a:ahLst/>
              <a:cxnLst/>
              <a:rect r="r" b="b" t="t" l="l"/>
              <a:pathLst>
                <a:path h="1618742" w="21979382">
                  <a:moveTo>
                    <a:pt x="16891" y="0"/>
                  </a:moveTo>
                  <a:lnTo>
                    <a:pt x="21962490" y="0"/>
                  </a:lnTo>
                  <a:cubicBezTo>
                    <a:pt x="21971890" y="0"/>
                    <a:pt x="21979382" y="7620"/>
                    <a:pt x="21979382" y="16891"/>
                  </a:cubicBezTo>
                  <a:lnTo>
                    <a:pt x="21979382" y="1601851"/>
                  </a:lnTo>
                  <a:cubicBezTo>
                    <a:pt x="21979382" y="1611249"/>
                    <a:pt x="21971763" y="1618742"/>
                    <a:pt x="21962490" y="1618742"/>
                  </a:cubicBezTo>
                  <a:lnTo>
                    <a:pt x="16891" y="1618742"/>
                  </a:lnTo>
                  <a:cubicBezTo>
                    <a:pt x="7493" y="1618742"/>
                    <a:pt x="0" y="1611122"/>
                    <a:pt x="0" y="1601851"/>
                  </a:cubicBezTo>
                  <a:lnTo>
                    <a:pt x="0" y="16891"/>
                  </a:lnTo>
                  <a:cubicBezTo>
                    <a:pt x="0" y="7620"/>
                    <a:pt x="7620" y="0"/>
                    <a:pt x="16891" y="0"/>
                  </a:cubicBezTo>
                  <a:moveTo>
                    <a:pt x="16891" y="33909"/>
                  </a:moveTo>
                  <a:lnTo>
                    <a:pt x="16891" y="16891"/>
                  </a:lnTo>
                  <a:lnTo>
                    <a:pt x="33909" y="16891"/>
                  </a:lnTo>
                  <a:lnTo>
                    <a:pt x="33909" y="1601851"/>
                  </a:lnTo>
                  <a:lnTo>
                    <a:pt x="16891" y="1601851"/>
                  </a:lnTo>
                  <a:lnTo>
                    <a:pt x="16891" y="1584960"/>
                  </a:lnTo>
                  <a:lnTo>
                    <a:pt x="21962490" y="1584960"/>
                  </a:lnTo>
                  <a:lnTo>
                    <a:pt x="21962490" y="1601851"/>
                  </a:lnTo>
                  <a:lnTo>
                    <a:pt x="21945600" y="1601851"/>
                  </a:lnTo>
                  <a:lnTo>
                    <a:pt x="21945600" y="16891"/>
                  </a:lnTo>
                  <a:lnTo>
                    <a:pt x="21962490" y="16891"/>
                  </a:lnTo>
                  <a:lnTo>
                    <a:pt x="21962490" y="33909"/>
                  </a:lnTo>
                  <a:lnTo>
                    <a:pt x="16891" y="33909"/>
                  </a:lnTo>
                  <a:close/>
                </a:path>
              </a:pathLst>
            </a:custGeom>
            <a:solidFill>
              <a:srgbClr val="F76A6A"/>
            </a:solidFill>
          </p:spPr>
        </p:sp>
      </p:grpSp>
      <p:grpSp>
        <p:nvGrpSpPr>
          <p:cNvPr name="Group 25" id="25"/>
          <p:cNvGrpSpPr/>
          <p:nvPr/>
        </p:nvGrpSpPr>
        <p:grpSpPr>
          <a:xfrm rot="0">
            <a:off x="914400" y="4663440"/>
            <a:ext cx="2743200" cy="1188720"/>
            <a:chOff x="0" y="0"/>
            <a:chExt cx="3657600" cy="1584960"/>
          </a:xfrm>
        </p:grpSpPr>
        <p:sp>
          <p:nvSpPr>
            <p:cNvPr name="Freeform 26" id="26"/>
            <p:cNvSpPr/>
            <p:nvPr/>
          </p:nvSpPr>
          <p:spPr>
            <a:xfrm flipH="false" flipV="false" rot="0">
              <a:off x="0" y="0"/>
              <a:ext cx="3657600" cy="1584960"/>
            </a:xfrm>
            <a:custGeom>
              <a:avLst/>
              <a:gdLst/>
              <a:ahLst/>
              <a:cxnLst/>
              <a:rect r="r" b="b" t="t" l="l"/>
              <a:pathLst>
                <a:path h="1584960" w="3657600">
                  <a:moveTo>
                    <a:pt x="0" y="0"/>
                  </a:moveTo>
                  <a:lnTo>
                    <a:pt x="3657600" y="0"/>
                  </a:lnTo>
                  <a:lnTo>
                    <a:pt x="3657600" y="1584960"/>
                  </a:lnTo>
                  <a:lnTo>
                    <a:pt x="0" y="1584960"/>
                  </a:lnTo>
                  <a:close/>
                </a:path>
              </a:pathLst>
            </a:custGeom>
            <a:blipFill>
              <a:blip r:embed="rId2">
                <a:alphaModFix amt="0"/>
              </a:blip>
              <a:stretch>
                <a:fillRect l="-5598" t="0" r="-5598" b="0"/>
              </a:stretch>
            </a:blipFill>
          </p:spPr>
        </p:sp>
        <p:sp>
          <p:nvSpPr>
            <p:cNvPr name="TextBox 27" id="27"/>
            <p:cNvSpPr txBox="true"/>
            <p:nvPr/>
          </p:nvSpPr>
          <p:spPr>
            <a:xfrm>
              <a:off x="0" y="-9525"/>
              <a:ext cx="3657600" cy="1594485"/>
            </a:xfrm>
            <a:prstGeom prst="rect">
              <a:avLst/>
            </a:prstGeom>
          </p:spPr>
          <p:txBody>
            <a:bodyPr anchor="ctr" rtlCol="false" tIns="0" lIns="0" bIns="0" rIns="0"/>
            <a:lstStyle/>
            <a:p>
              <a:pPr algn="ctr">
                <a:lnSpc>
                  <a:spcPts val="2400"/>
                </a:lnSpc>
              </a:pPr>
              <a:r>
                <a:rPr lang="en-US" sz="2000" b="true">
                  <a:solidFill>
                    <a:srgbClr val="F76A6A"/>
                  </a:solidFill>
                  <a:latin typeface="Arial Bold"/>
                  <a:ea typeface="Arial Bold"/>
                  <a:cs typeface="Arial Bold"/>
                  <a:sym typeface="Arial Bold"/>
                </a:rPr>
                <a:t>Django Backend</a:t>
              </a:r>
            </a:p>
          </p:txBody>
        </p:sp>
      </p:grpSp>
      <p:grpSp>
        <p:nvGrpSpPr>
          <p:cNvPr name="Group 28" id="28"/>
          <p:cNvGrpSpPr/>
          <p:nvPr/>
        </p:nvGrpSpPr>
        <p:grpSpPr>
          <a:xfrm rot="0">
            <a:off x="3834127" y="4839967"/>
            <a:ext cx="2207257" cy="835657"/>
            <a:chOff x="0" y="0"/>
            <a:chExt cx="2943009" cy="1114209"/>
          </a:xfrm>
        </p:grpSpPr>
        <p:sp>
          <p:nvSpPr>
            <p:cNvPr name="Freeform 29" id="29"/>
            <p:cNvSpPr/>
            <p:nvPr/>
          </p:nvSpPr>
          <p:spPr>
            <a:xfrm flipH="false" flipV="false" rot="0">
              <a:off x="8509" y="8509"/>
              <a:ext cx="2926080" cy="1097280"/>
            </a:xfrm>
            <a:custGeom>
              <a:avLst/>
              <a:gdLst/>
              <a:ahLst/>
              <a:cxnLst/>
              <a:rect r="r" b="b" t="t" l="l"/>
              <a:pathLst>
                <a:path h="1097280" w="2926080">
                  <a:moveTo>
                    <a:pt x="0" y="0"/>
                  </a:moveTo>
                  <a:lnTo>
                    <a:pt x="2926080" y="0"/>
                  </a:lnTo>
                  <a:lnTo>
                    <a:pt x="2926080" y="1097280"/>
                  </a:lnTo>
                  <a:lnTo>
                    <a:pt x="0" y="1097280"/>
                  </a:lnTo>
                  <a:close/>
                </a:path>
              </a:pathLst>
            </a:custGeom>
            <a:solidFill>
              <a:srgbClr val="F76A6A">
                <a:alpha val="5882"/>
              </a:srgbClr>
            </a:solidFill>
          </p:spPr>
        </p:sp>
        <p:sp>
          <p:nvSpPr>
            <p:cNvPr name="Freeform 30" id="30"/>
            <p:cNvSpPr/>
            <p:nvPr/>
          </p:nvSpPr>
          <p:spPr>
            <a:xfrm flipH="false" flipV="false" rot="0">
              <a:off x="0" y="0"/>
              <a:ext cx="2943098" cy="1114298"/>
            </a:xfrm>
            <a:custGeom>
              <a:avLst/>
              <a:gdLst/>
              <a:ahLst/>
              <a:cxnLst/>
              <a:rect r="r" b="b" t="t" l="l"/>
              <a:pathLst>
                <a:path h="1114298" w="2943098">
                  <a:moveTo>
                    <a:pt x="8509" y="0"/>
                  </a:moveTo>
                  <a:lnTo>
                    <a:pt x="2934589" y="0"/>
                  </a:lnTo>
                  <a:cubicBezTo>
                    <a:pt x="2939288" y="0"/>
                    <a:pt x="2943098" y="3810"/>
                    <a:pt x="2943098" y="8509"/>
                  </a:cubicBezTo>
                  <a:lnTo>
                    <a:pt x="2943098" y="1105789"/>
                  </a:lnTo>
                  <a:cubicBezTo>
                    <a:pt x="2943098" y="1110488"/>
                    <a:pt x="2939288" y="1114298"/>
                    <a:pt x="2934589" y="1114298"/>
                  </a:cubicBezTo>
                  <a:lnTo>
                    <a:pt x="8509" y="1114298"/>
                  </a:lnTo>
                  <a:cubicBezTo>
                    <a:pt x="3810" y="1114298"/>
                    <a:pt x="0" y="1110488"/>
                    <a:pt x="0" y="1105789"/>
                  </a:cubicBezTo>
                  <a:lnTo>
                    <a:pt x="0" y="8509"/>
                  </a:lnTo>
                  <a:cubicBezTo>
                    <a:pt x="0" y="3810"/>
                    <a:pt x="3810" y="0"/>
                    <a:pt x="8509" y="0"/>
                  </a:cubicBezTo>
                  <a:moveTo>
                    <a:pt x="8509" y="16891"/>
                  </a:moveTo>
                  <a:lnTo>
                    <a:pt x="8509" y="8509"/>
                  </a:lnTo>
                  <a:lnTo>
                    <a:pt x="17018" y="8509"/>
                  </a:lnTo>
                  <a:lnTo>
                    <a:pt x="17018" y="1105789"/>
                  </a:lnTo>
                  <a:lnTo>
                    <a:pt x="8509" y="1105789"/>
                  </a:lnTo>
                  <a:lnTo>
                    <a:pt x="8509" y="1097280"/>
                  </a:lnTo>
                  <a:lnTo>
                    <a:pt x="2934589" y="1097280"/>
                  </a:lnTo>
                  <a:lnTo>
                    <a:pt x="2934589" y="1105789"/>
                  </a:lnTo>
                  <a:lnTo>
                    <a:pt x="2926080" y="1105789"/>
                  </a:lnTo>
                  <a:lnTo>
                    <a:pt x="2926080" y="8509"/>
                  </a:lnTo>
                  <a:lnTo>
                    <a:pt x="2934589" y="8509"/>
                  </a:lnTo>
                  <a:lnTo>
                    <a:pt x="2934589" y="17018"/>
                  </a:lnTo>
                  <a:lnTo>
                    <a:pt x="8509" y="17018"/>
                  </a:lnTo>
                  <a:close/>
                </a:path>
              </a:pathLst>
            </a:custGeom>
            <a:solidFill>
              <a:srgbClr val="F76A6A"/>
            </a:solidFill>
          </p:spPr>
        </p:sp>
      </p:grpSp>
      <p:grpSp>
        <p:nvGrpSpPr>
          <p:cNvPr name="Group 31" id="31"/>
          <p:cNvGrpSpPr/>
          <p:nvPr/>
        </p:nvGrpSpPr>
        <p:grpSpPr>
          <a:xfrm rot="0">
            <a:off x="3840480" y="4846320"/>
            <a:ext cx="2194560" cy="822960"/>
            <a:chOff x="0" y="0"/>
            <a:chExt cx="2926080" cy="1097280"/>
          </a:xfrm>
        </p:grpSpPr>
        <p:sp>
          <p:nvSpPr>
            <p:cNvPr name="Freeform 32" id="32"/>
            <p:cNvSpPr/>
            <p:nvPr/>
          </p:nvSpPr>
          <p:spPr>
            <a:xfrm flipH="false" flipV="false" rot="0">
              <a:off x="0" y="0"/>
              <a:ext cx="2926080" cy="1097280"/>
            </a:xfrm>
            <a:custGeom>
              <a:avLst/>
              <a:gdLst/>
              <a:ahLst/>
              <a:cxnLst/>
              <a:rect r="r" b="b" t="t" l="l"/>
              <a:pathLst>
                <a:path h="1097280" w="2926080">
                  <a:moveTo>
                    <a:pt x="0" y="0"/>
                  </a:moveTo>
                  <a:lnTo>
                    <a:pt x="2926080" y="0"/>
                  </a:lnTo>
                  <a:lnTo>
                    <a:pt x="2926080" y="1097280"/>
                  </a:lnTo>
                  <a:lnTo>
                    <a:pt x="0" y="1097280"/>
                  </a:lnTo>
                  <a:close/>
                </a:path>
              </a:pathLst>
            </a:custGeom>
            <a:blipFill>
              <a:blip r:embed="rId2">
                <a:alphaModFix amt="0"/>
              </a:blip>
              <a:stretch>
                <a:fillRect l="0" t="-1960" r="0" b="-1960"/>
              </a:stretch>
            </a:blipFill>
          </p:spPr>
        </p:sp>
        <p:sp>
          <p:nvSpPr>
            <p:cNvPr name="TextBox 33" id="33"/>
            <p:cNvSpPr txBox="true"/>
            <p:nvPr/>
          </p:nvSpPr>
          <p:spPr>
            <a:xfrm>
              <a:off x="0" y="-38100"/>
              <a:ext cx="2926080" cy="1135380"/>
            </a:xfrm>
            <a:prstGeom prst="rect">
              <a:avLst/>
            </a:prstGeom>
          </p:spPr>
          <p:txBody>
            <a:bodyPr anchor="ctr" rtlCol="false" tIns="0" lIns="0" bIns="0" rIns="0"/>
            <a:lstStyle/>
            <a:p>
              <a:pPr algn="ctr">
                <a:lnSpc>
                  <a:spcPts val="2160"/>
                </a:lnSpc>
              </a:pPr>
              <a:r>
                <a:rPr lang="en-US" sz="1800">
                  <a:solidFill>
                    <a:srgbClr val="FFFFFF"/>
                  </a:solidFill>
                  <a:latin typeface="Calibri (MS)"/>
                  <a:ea typeface="Calibri (MS)"/>
                  <a:cs typeface="Calibri (MS)"/>
                  <a:sym typeface="Calibri (MS)"/>
                </a:rPr>
                <a:t>urls.py</a:t>
              </a:r>
            </a:p>
          </p:txBody>
        </p:sp>
      </p:grpSp>
      <p:grpSp>
        <p:nvGrpSpPr>
          <p:cNvPr name="Group 34" id="34"/>
          <p:cNvGrpSpPr/>
          <p:nvPr/>
        </p:nvGrpSpPr>
        <p:grpSpPr>
          <a:xfrm rot="0">
            <a:off x="6394447" y="4839967"/>
            <a:ext cx="2207257" cy="835657"/>
            <a:chOff x="0" y="0"/>
            <a:chExt cx="2943009" cy="1114209"/>
          </a:xfrm>
        </p:grpSpPr>
        <p:sp>
          <p:nvSpPr>
            <p:cNvPr name="Freeform 35" id="35"/>
            <p:cNvSpPr/>
            <p:nvPr/>
          </p:nvSpPr>
          <p:spPr>
            <a:xfrm flipH="false" flipV="false" rot="0">
              <a:off x="8509" y="8509"/>
              <a:ext cx="2926080" cy="1097280"/>
            </a:xfrm>
            <a:custGeom>
              <a:avLst/>
              <a:gdLst/>
              <a:ahLst/>
              <a:cxnLst/>
              <a:rect r="r" b="b" t="t" l="l"/>
              <a:pathLst>
                <a:path h="1097280" w="2926080">
                  <a:moveTo>
                    <a:pt x="0" y="0"/>
                  </a:moveTo>
                  <a:lnTo>
                    <a:pt x="2926080" y="0"/>
                  </a:lnTo>
                  <a:lnTo>
                    <a:pt x="2926080" y="1097280"/>
                  </a:lnTo>
                  <a:lnTo>
                    <a:pt x="0" y="1097280"/>
                  </a:lnTo>
                  <a:close/>
                </a:path>
              </a:pathLst>
            </a:custGeom>
            <a:solidFill>
              <a:srgbClr val="F76A6A">
                <a:alpha val="5882"/>
              </a:srgbClr>
            </a:solidFill>
          </p:spPr>
        </p:sp>
        <p:sp>
          <p:nvSpPr>
            <p:cNvPr name="Freeform 36" id="36"/>
            <p:cNvSpPr/>
            <p:nvPr/>
          </p:nvSpPr>
          <p:spPr>
            <a:xfrm flipH="false" flipV="false" rot="0">
              <a:off x="0" y="0"/>
              <a:ext cx="2943098" cy="1114298"/>
            </a:xfrm>
            <a:custGeom>
              <a:avLst/>
              <a:gdLst/>
              <a:ahLst/>
              <a:cxnLst/>
              <a:rect r="r" b="b" t="t" l="l"/>
              <a:pathLst>
                <a:path h="1114298" w="2943098">
                  <a:moveTo>
                    <a:pt x="8509" y="0"/>
                  </a:moveTo>
                  <a:lnTo>
                    <a:pt x="2934589" y="0"/>
                  </a:lnTo>
                  <a:cubicBezTo>
                    <a:pt x="2939288" y="0"/>
                    <a:pt x="2943098" y="3810"/>
                    <a:pt x="2943098" y="8509"/>
                  </a:cubicBezTo>
                  <a:lnTo>
                    <a:pt x="2943098" y="1105789"/>
                  </a:lnTo>
                  <a:cubicBezTo>
                    <a:pt x="2943098" y="1110488"/>
                    <a:pt x="2939288" y="1114298"/>
                    <a:pt x="2934589" y="1114298"/>
                  </a:cubicBezTo>
                  <a:lnTo>
                    <a:pt x="8509" y="1114298"/>
                  </a:lnTo>
                  <a:cubicBezTo>
                    <a:pt x="3810" y="1114298"/>
                    <a:pt x="0" y="1110488"/>
                    <a:pt x="0" y="1105789"/>
                  </a:cubicBezTo>
                  <a:lnTo>
                    <a:pt x="0" y="8509"/>
                  </a:lnTo>
                  <a:cubicBezTo>
                    <a:pt x="0" y="3810"/>
                    <a:pt x="3810" y="0"/>
                    <a:pt x="8509" y="0"/>
                  </a:cubicBezTo>
                  <a:moveTo>
                    <a:pt x="8509" y="16891"/>
                  </a:moveTo>
                  <a:lnTo>
                    <a:pt x="8509" y="8509"/>
                  </a:lnTo>
                  <a:lnTo>
                    <a:pt x="17018" y="8509"/>
                  </a:lnTo>
                  <a:lnTo>
                    <a:pt x="17018" y="1105789"/>
                  </a:lnTo>
                  <a:lnTo>
                    <a:pt x="8509" y="1105789"/>
                  </a:lnTo>
                  <a:lnTo>
                    <a:pt x="8509" y="1097280"/>
                  </a:lnTo>
                  <a:lnTo>
                    <a:pt x="2934589" y="1097280"/>
                  </a:lnTo>
                  <a:lnTo>
                    <a:pt x="2934589" y="1105789"/>
                  </a:lnTo>
                  <a:lnTo>
                    <a:pt x="2926080" y="1105789"/>
                  </a:lnTo>
                  <a:lnTo>
                    <a:pt x="2926080" y="8509"/>
                  </a:lnTo>
                  <a:lnTo>
                    <a:pt x="2934589" y="8509"/>
                  </a:lnTo>
                  <a:lnTo>
                    <a:pt x="2934589" y="17018"/>
                  </a:lnTo>
                  <a:lnTo>
                    <a:pt x="8509" y="17018"/>
                  </a:lnTo>
                  <a:close/>
                </a:path>
              </a:pathLst>
            </a:custGeom>
            <a:solidFill>
              <a:srgbClr val="F76A6A"/>
            </a:solidFill>
          </p:spPr>
        </p:sp>
      </p:grpSp>
      <p:grpSp>
        <p:nvGrpSpPr>
          <p:cNvPr name="Group 37" id="37"/>
          <p:cNvGrpSpPr/>
          <p:nvPr/>
        </p:nvGrpSpPr>
        <p:grpSpPr>
          <a:xfrm rot="0">
            <a:off x="6400800" y="4846320"/>
            <a:ext cx="2194560" cy="822960"/>
            <a:chOff x="0" y="0"/>
            <a:chExt cx="2926080" cy="1097280"/>
          </a:xfrm>
        </p:grpSpPr>
        <p:sp>
          <p:nvSpPr>
            <p:cNvPr name="Freeform 38" id="38"/>
            <p:cNvSpPr/>
            <p:nvPr/>
          </p:nvSpPr>
          <p:spPr>
            <a:xfrm flipH="false" flipV="false" rot="0">
              <a:off x="0" y="0"/>
              <a:ext cx="2926080" cy="1097280"/>
            </a:xfrm>
            <a:custGeom>
              <a:avLst/>
              <a:gdLst/>
              <a:ahLst/>
              <a:cxnLst/>
              <a:rect r="r" b="b" t="t" l="l"/>
              <a:pathLst>
                <a:path h="1097280" w="2926080">
                  <a:moveTo>
                    <a:pt x="0" y="0"/>
                  </a:moveTo>
                  <a:lnTo>
                    <a:pt x="2926080" y="0"/>
                  </a:lnTo>
                  <a:lnTo>
                    <a:pt x="2926080" y="1097280"/>
                  </a:lnTo>
                  <a:lnTo>
                    <a:pt x="0" y="1097280"/>
                  </a:lnTo>
                  <a:close/>
                </a:path>
              </a:pathLst>
            </a:custGeom>
            <a:blipFill>
              <a:blip r:embed="rId2">
                <a:alphaModFix amt="0"/>
              </a:blip>
              <a:stretch>
                <a:fillRect l="0" t="-1960" r="0" b="-1960"/>
              </a:stretch>
            </a:blipFill>
          </p:spPr>
        </p:sp>
        <p:sp>
          <p:nvSpPr>
            <p:cNvPr name="TextBox 39" id="39"/>
            <p:cNvSpPr txBox="true"/>
            <p:nvPr/>
          </p:nvSpPr>
          <p:spPr>
            <a:xfrm>
              <a:off x="0" y="-38100"/>
              <a:ext cx="2926080" cy="1135380"/>
            </a:xfrm>
            <a:prstGeom prst="rect">
              <a:avLst/>
            </a:prstGeom>
          </p:spPr>
          <p:txBody>
            <a:bodyPr anchor="ctr" rtlCol="false" tIns="0" lIns="0" bIns="0" rIns="0"/>
            <a:lstStyle/>
            <a:p>
              <a:pPr algn="ctr">
                <a:lnSpc>
                  <a:spcPts val="2160"/>
                </a:lnSpc>
              </a:pPr>
              <a:r>
                <a:rPr lang="en-US" sz="1800">
                  <a:solidFill>
                    <a:srgbClr val="FFFFFF"/>
                  </a:solidFill>
                  <a:latin typeface="Calibri (MS)"/>
                  <a:ea typeface="Calibri (MS)"/>
                  <a:cs typeface="Calibri (MS)"/>
                  <a:sym typeface="Calibri (MS)"/>
                </a:rPr>
                <a:t>views.py</a:t>
              </a:r>
            </a:p>
          </p:txBody>
        </p:sp>
      </p:grpSp>
      <p:grpSp>
        <p:nvGrpSpPr>
          <p:cNvPr name="Group 40" id="40"/>
          <p:cNvGrpSpPr/>
          <p:nvPr/>
        </p:nvGrpSpPr>
        <p:grpSpPr>
          <a:xfrm rot="0">
            <a:off x="8954767" y="4839967"/>
            <a:ext cx="2207257" cy="835657"/>
            <a:chOff x="0" y="0"/>
            <a:chExt cx="2943009" cy="1114209"/>
          </a:xfrm>
        </p:grpSpPr>
        <p:sp>
          <p:nvSpPr>
            <p:cNvPr name="Freeform 41" id="41"/>
            <p:cNvSpPr/>
            <p:nvPr/>
          </p:nvSpPr>
          <p:spPr>
            <a:xfrm flipH="false" flipV="false" rot="0">
              <a:off x="8509" y="8509"/>
              <a:ext cx="2926080" cy="1097280"/>
            </a:xfrm>
            <a:custGeom>
              <a:avLst/>
              <a:gdLst/>
              <a:ahLst/>
              <a:cxnLst/>
              <a:rect r="r" b="b" t="t" l="l"/>
              <a:pathLst>
                <a:path h="1097280" w="2926080">
                  <a:moveTo>
                    <a:pt x="0" y="0"/>
                  </a:moveTo>
                  <a:lnTo>
                    <a:pt x="2926080" y="0"/>
                  </a:lnTo>
                  <a:lnTo>
                    <a:pt x="2926080" y="1097280"/>
                  </a:lnTo>
                  <a:lnTo>
                    <a:pt x="0" y="1097280"/>
                  </a:lnTo>
                  <a:close/>
                </a:path>
              </a:pathLst>
            </a:custGeom>
            <a:solidFill>
              <a:srgbClr val="F76A6A">
                <a:alpha val="5882"/>
              </a:srgbClr>
            </a:solidFill>
          </p:spPr>
        </p:sp>
        <p:sp>
          <p:nvSpPr>
            <p:cNvPr name="Freeform 42" id="42"/>
            <p:cNvSpPr/>
            <p:nvPr/>
          </p:nvSpPr>
          <p:spPr>
            <a:xfrm flipH="false" flipV="false" rot="0">
              <a:off x="0" y="0"/>
              <a:ext cx="2943098" cy="1114298"/>
            </a:xfrm>
            <a:custGeom>
              <a:avLst/>
              <a:gdLst/>
              <a:ahLst/>
              <a:cxnLst/>
              <a:rect r="r" b="b" t="t" l="l"/>
              <a:pathLst>
                <a:path h="1114298" w="2943098">
                  <a:moveTo>
                    <a:pt x="8509" y="0"/>
                  </a:moveTo>
                  <a:lnTo>
                    <a:pt x="2934589" y="0"/>
                  </a:lnTo>
                  <a:cubicBezTo>
                    <a:pt x="2939288" y="0"/>
                    <a:pt x="2943098" y="3810"/>
                    <a:pt x="2943098" y="8509"/>
                  </a:cubicBezTo>
                  <a:lnTo>
                    <a:pt x="2943098" y="1105789"/>
                  </a:lnTo>
                  <a:cubicBezTo>
                    <a:pt x="2943098" y="1110488"/>
                    <a:pt x="2939288" y="1114298"/>
                    <a:pt x="2934589" y="1114298"/>
                  </a:cubicBezTo>
                  <a:lnTo>
                    <a:pt x="8509" y="1114298"/>
                  </a:lnTo>
                  <a:cubicBezTo>
                    <a:pt x="3810" y="1114298"/>
                    <a:pt x="0" y="1110488"/>
                    <a:pt x="0" y="1105789"/>
                  </a:cubicBezTo>
                  <a:lnTo>
                    <a:pt x="0" y="8509"/>
                  </a:lnTo>
                  <a:cubicBezTo>
                    <a:pt x="0" y="3810"/>
                    <a:pt x="3810" y="0"/>
                    <a:pt x="8509" y="0"/>
                  </a:cubicBezTo>
                  <a:moveTo>
                    <a:pt x="8509" y="16891"/>
                  </a:moveTo>
                  <a:lnTo>
                    <a:pt x="8509" y="8509"/>
                  </a:lnTo>
                  <a:lnTo>
                    <a:pt x="17018" y="8509"/>
                  </a:lnTo>
                  <a:lnTo>
                    <a:pt x="17018" y="1105789"/>
                  </a:lnTo>
                  <a:lnTo>
                    <a:pt x="8509" y="1105789"/>
                  </a:lnTo>
                  <a:lnTo>
                    <a:pt x="8509" y="1097280"/>
                  </a:lnTo>
                  <a:lnTo>
                    <a:pt x="2934589" y="1097280"/>
                  </a:lnTo>
                  <a:lnTo>
                    <a:pt x="2934589" y="1105789"/>
                  </a:lnTo>
                  <a:lnTo>
                    <a:pt x="2926080" y="1105789"/>
                  </a:lnTo>
                  <a:lnTo>
                    <a:pt x="2926080" y="8509"/>
                  </a:lnTo>
                  <a:lnTo>
                    <a:pt x="2934589" y="8509"/>
                  </a:lnTo>
                  <a:lnTo>
                    <a:pt x="2934589" y="17018"/>
                  </a:lnTo>
                  <a:lnTo>
                    <a:pt x="8509" y="17018"/>
                  </a:lnTo>
                  <a:close/>
                </a:path>
              </a:pathLst>
            </a:custGeom>
            <a:solidFill>
              <a:srgbClr val="F76A6A"/>
            </a:solidFill>
          </p:spPr>
        </p:sp>
      </p:grpSp>
      <p:grpSp>
        <p:nvGrpSpPr>
          <p:cNvPr name="Group 43" id="43"/>
          <p:cNvGrpSpPr/>
          <p:nvPr/>
        </p:nvGrpSpPr>
        <p:grpSpPr>
          <a:xfrm rot="0">
            <a:off x="8961120" y="4846320"/>
            <a:ext cx="2194560" cy="822960"/>
            <a:chOff x="0" y="0"/>
            <a:chExt cx="2926080" cy="1097280"/>
          </a:xfrm>
        </p:grpSpPr>
        <p:sp>
          <p:nvSpPr>
            <p:cNvPr name="Freeform 44" id="44"/>
            <p:cNvSpPr/>
            <p:nvPr/>
          </p:nvSpPr>
          <p:spPr>
            <a:xfrm flipH="false" flipV="false" rot="0">
              <a:off x="0" y="0"/>
              <a:ext cx="2926080" cy="1097280"/>
            </a:xfrm>
            <a:custGeom>
              <a:avLst/>
              <a:gdLst/>
              <a:ahLst/>
              <a:cxnLst/>
              <a:rect r="r" b="b" t="t" l="l"/>
              <a:pathLst>
                <a:path h="1097280" w="2926080">
                  <a:moveTo>
                    <a:pt x="0" y="0"/>
                  </a:moveTo>
                  <a:lnTo>
                    <a:pt x="2926080" y="0"/>
                  </a:lnTo>
                  <a:lnTo>
                    <a:pt x="2926080" y="1097280"/>
                  </a:lnTo>
                  <a:lnTo>
                    <a:pt x="0" y="1097280"/>
                  </a:lnTo>
                  <a:close/>
                </a:path>
              </a:pathLst>
            </a:custGeom>
            <a:blipFill>
              <a:blip r:embed="rId2">
                <a:alphaModFix amt="0"/>
              </a:blip>
              <a:stretch>
                <a:fillRect l="0" t="-1960" r="0" b="-1960"/>
              </a:stretch>
            </a:blipFill>
          </p:spPr>
        </p:sp>
        <p:sp>
          <p:nvSpPr>
            <p:cNvPr name="TextBox 45" id="45"/>
            <p:cNvSpPr txBox="true"/>
            <p:nvPr/>
          </p:nvSpPr>
          <p:spPr>
            <a:xfrm>
              <a:off x="0" y="-38100"/>
              <a:ext cx="2926080" cy="1135380"/>
            </a:xfrm>
            <a:prstGeom prst="rect">
              <a:avLst/>
            </a:prstGeom>
          </p:spPr>
          <p:txBody>
            <a:bodyPr anchor="ctr" rtlCol="false" tIns="0" lIns="0" bIns="0" rIns="0"/>
            <a:lstStyle/>
            <a:p>
              <a:pPr algn="ctr">
                <a:lnSpc>
                  <a:spcPts val="2160"/>
                </a:lnSpc>
              </a:pPr>
              <a:r>
                <a:rPr lang="en-US" sz="1800">
                  <a:solidFill>
                    <a:srgbClr val="FFFFFF"/>
                  </a:solidFill>
                  <a:latin typeface="Calibri (MS)"/>
                  <a:ea typeface="Calibri (MS)"/>
                  <a:cs typeface="Calibri (MS)"/>
                  <a:sym typeface="Calibri (MS)"/>
                </a:rPr>
                <a:t>models.py</a:t>
              </a:r>
            </a:p>
          </p:txBody>
        </p:sp>
      </p:grpSp>
      <p:grpSp>
        <p:nvGrpSpPr>
          <p:cNvPr name="Group 46" id="46"/>
          <p:cNvGrpSpPr/>
          <p:nvPr/>
        </p:nvGrpSpPr>
        <p:grpSpPr>
          <a:xfrm rot="0">
            <a:off x="11515087" y="4839967"/>
            <a:ext cx="2207257" cy="835657"/>
            <a:chOff x="0" y="0"/>
            <a:chExt cx="2943009" cy="1114209"/>
          </a:xfrm>
        </p:grpSpPr>
        <p:sp>
          <p:nvSpPr>
            <p:cNvPr name="Freeform 47" id="47"/>
            <p:cNvSpPr/>
            <p:nvPr/>
          </p:nvSpPr>
          <p:spPr>
            <a:xfrm flipH="false" flipV="false" rot="0">
              <a:off x="8509" y="8509"/>
              <a:ext cx="2926080" cy="1097280"/>
            </a:xfrm>
            <a:custGeom>
              <a:avLst/>
              <a:gdLst/>
              <a:ahLst/>
              <a:cxnLst/>
              <a:rect r="r" b="b" t="t" l="l"/>
              <a:pathLst>
                <a:path h="1097280" w="2926080">
                  <a:moveTo>
                    <a:pt x="0" y="0"/>
                  </a:moveTo>
                  <a:lnTo>
                    <a:pt x="2926080" y="0"/>
                  </a:lnTo>
                  <a:lnTo>
                    <a:pt x="2926080" y="1097280"/>
                  </a:lnTo>
                  <a:lnTo>
                    <a:pt x="0" y="1097280"/>
                  </a:lnTo>
                  <a:close/>
                </a:path>
              </a:pathLst>
            </a:custGeom>
            <a:solidFill>
              <a:srgbClr val="F76A6A">
                <a:alpha val="5882"/>
              </a:srgbClr>
            </a:solidFill>
          </p:spPr>
        </p:sp>
        <p:sp>
          <p:nvSpPr>
            <p:cNvPr name="Freeform 48" id="48"/>
            <p:cNvSpPr/>
            <p:nvPr/>
          </p:nvSpPr>
          <p:spPr>
            <a:xfrm flipH="false" flipV="false" rot="0">
              <a:off x="0" y="0"/>
              <a:ext cx="2943098" cy="1114298"/>
            </a:xfrm>
            <a:custGeom>
              <a:avLst/>
              <a:gdLst/>
              <a:ahLst/>
              <a:cxnLst/>
              <a:rect r="r" b="b" t="t" l="l"/>
              <a:pathLst>
                <a:path h="1114298" w="2943098">
                  <a:moveTo>
                    <a:pt x="8509" y="0"/>
                  </a:moveTo>
                  <a:lnTo>
                    <a:pt x="2934589" y="0"/>
                  </a:lnTo>
                  <a:cubicBezTo>
                    <a:pt x="2939288" y="0"/>
                    <a:pt x="2943098" y="3810"/>
                    <a:pt x="2943098" y="8509"/>
                  </a:cubicBezTo>
                  <a:lnTo>
                    <a:pt x="2943098" y="1105789"/>
                  </a:lnTo>
                  <a:cubicBezTo>
                    <a:pt x="2943098" y="1110488"/>
                    <a:pt x="2939288" y="1114298"/>
                    <a:pt x="2934589" y="1114298"/>
                  </a:cubicBezTo>
                  <a:lnTo>
                    <a:pt x="8509" y="1114298"/>
                  </a:lnTo>
                  <a:cubicBezTo>
                    <a:pt x="3810" y="1114298"/>
                    <a:pt x="0" y="1110488"/>
                    <a:pt x="0" y="1105789"/>
                  </a:cubicBezTo>
                  <a:lnTo>
                    <a:pt x="0" y="8509"/>
                  </a:lnTo>
                  <a:cubicBezTo>
                    <a:pt x="0" y="3810"/>
                    <a:pt x="3810" y="0"/>
                    <a:pt x="8509" y="0"/>
                  </a:cubicBezTo>
                  <a:moveTo>
                    <a:pt x="8509" y="16891"/>
                  </a:moveTo>
                  <a:lnTo>
                    <a:pt x="8509" y="8509"/>
                  </a:lnTo>
                  <a:lnTo>
                    <a:pt x="17018" y="8509"/>
                  </a:lnTo>
                  <a:lnTo>
                    <a:pt x="17018" y="1105789"/>
                  </a:lnTo>
                  <a:lnTo>
                    <a:pt x="8509" y="1105789"/>
                  </a:lnTo>
                  <a:lnTo>
                    <a:pt x="8509" y="1097280"/>
                  </a:lnTo>
                  <a:lnTo>
                    <a:pt x="2934589" y="1097280"/>
                  </a:lnTo>
                  <a:lnTo>
                    <a:pt x="2934589" y="1105789"/>
                  </a:lnTo>
                  <a:lnTo>
                    <a:pt x="2926080" y="1105789"/>
                  </a:lnTo>
                  <a:lnTo>
                    <a:pt x="2926080" y="8509"/>
                  </a:lnTo>
                  <a:lnTo>
                    <a:pt x="2934589" y="8509"/>
                  </a:lnTo>
                  <a:lnTo>
                    <a:pt x="2934589" y="17018"/>
                  </a:lnTo>
                  <a:lnTo>
                    <a:pt x="8509" y="17018"/>
                  </a:lnTo>
                  <a:close/>
                </a:path>
              </a:pathLst>
            </a:custGeom>
            <a:solidFill>
              <a:srgbClr val="F76A6A"/>
            </a:solidFill>
          </p:spPr>
        </p:sp>
      </p:grpSp>
      <p:grpSp>
        <p:nvGrpSpPr>
          <p:cNvPr name="Group 49" id="49"/>
          <p:cNvGrpSpPr/>
          <p:nvPr/>
        </p:nvGrpSpPr>
        <p:grpSpPr>
          <a:xfrm rot="0">
            <a:off x="11521440" y="4846320"/>
            <a:ext cx="2194560" cy="822960"/>
            <a:chOff x="0" y="0"/>
            <a:chExt cx="2926080" cy="1097280"/>
          </a:xfrm>
        </p:grpSpPr>
        <p:sp>
          <p:nvSpPr>
            <p:cNvPr name="Freeform 50" id="50"/>
            <p:cNvSpPr/>
            <p:nvPr/>
          </p:nvSpPr>
          <p:spPr>
            <a:xfrm flipH="false" flipV="false" rot="0">
              <a:off x="0" y="0"/>
              <a:ext cx="2926080" cy="1097280"/>
            </a:xfrm>
            <a:custGeom>
              <a:avLst/>
              <a:gdLst/>
              <a:ahLst/>
              <a:cxnLst/>
              <a:rect r="r" b="b" t="t" l="l"/>
              <a:pathLst>
                <a:path h="1097280" w="2926080">
                  <a:moveTo>
                    <a:pt x="0" y="0"/>
                  </a:moveTo>
                  <a:lnTo>
                    <a:pt x="2926080" y="0"/>
                  </a:lnTo>
                  <a:lnTo>
                    <a:pt x="2926080" y="1097280"/>
                  </a:lnTo>
                  <a:lnTo>
                    <a:pt x="0" y="1097280"/>
                  </a:lnTo>
                  <a:close/>
                </a:path>
              </a:pathLst>
            </a:custGeom>
            <a:blipFill>
              <a:blip r:embed="rId2">
                <a:alphaModFix amt="0"/>
              </a:blip>
              <a:stretch>
                <a:fillRect l="0" t="-1960" r="0" b="-1960"/>
              </a:stretch>
            </a:blipFill>
          </p:spPr>
        </p:sp>
        <p:sp>
          <p:nvSpPr>
            <p:cNvPr name="TextBox 51" id="51"/>
            <p:cNvSpPr txBox="true"/>
            <p:nvPr/>
          </p:nvSpPr>
          <p:spPr>
            <a:xfrm>
              <a:off x="0" y="-38100"/>
              <a:ext cx="2926080" cy="1135380"/>
            </a:xfrm>
            <a:prstGeom prst="rect">
              <a:avLst/>
            </a:prstGeom>
          </p:spPr>
          <p:txBody>
            <a:bodyPr anchor="ctr" rtlCol="false" tIns="0" lIns="0" bIns="0" rIns="0"/>
            <a:lstStyle/>
            <a:p>
              <a:pPr algn="ctr">
                <a:lnSpc>
                  <a:spcPts val="2160"/>
                </a:lnSpc>
              </a:pPr>
              <a:r>
                <a:rPr lang="en-US" sz="1800">
                  <a:solidFill>
                    <a:srgbClr val="FFFFFF"/>
                  </a:solidFill>
                  <a:latin typeface="Calibri (MS)"/>
                  <a:ea typeface="Calibri (MS)"/>
                  <a:cs typeface="Calibri (MS)"/>
                  <a:sym typeface="Calibri (MS)"/>
                </a:rPr>
                <a:t>forms.py</a:t>
              </a:r>
            </a:p>
          </p:txBody>
        </p:sp>
      </p:grpSp>
      <p:grpSp>
        <p:nvGrpSpPr>
          <p:cNvPr name="Group 52" id="52"/>
          <p:cNvGrpSpPr/>
          <p:nvPr/>
        </p:nvGrpSpPr>
        <p:grpSpPr>
          <a:xfrm rot="0">
            <a:off x="14075407" y="4839967"/>
            <a:ext cx="2207257" cy="835657"/>
            <a:chOff x="0" y="0"/>
            <a:chExt cx="2943009" cy="1114209"/>
          </a:xfrm>
        </p:grpSpPr>
        <p:sp>
          <p:nvSpPr>
            <p:cNvPr name="Freeform 53" id="53"/>
            <p:cNvSpPr/>
            <p:nvPr/>
          </p:nvSpPr>
          <p:spPr>
            <a:xfrm flipH="false" flipV="false" rot="0">
              <a:off x="8509" y="8509"/>
              <a:ext cx="2926080" cy="1097280"/>
            </a:xfrm>
            <a:custGeom>
              <a:avLst/>
              <a:gdLst/>
              <a:ahLst/>
              <a:cxnLst/>
              <a:rect r="r" b="b" t="t" l="l"/>
              <a:pathLst>
                <a:path h="1097280" w="2926080">
                  <a:moveTo>
                    <a:pt x="0" y="0"/>
                  </a:moveTo>
                  <a:lnTo>
                    <a:pt x="2926080" y="0"/>
                  </a:lnTo>
                  <a:lnTo>
                    <a:pt x="2926080" y="1097280"/>
                  </a:lnTo>
                  <a:lnTo>
                    <a:pt x="0" y="1097280"/>
                  </a:lnTo>
                  <a:close/>
                </a:path>
              </a:pathLst>
            </a:custGeom>
            <a:solidFill>
              <a:srgbClr val="F76A6A">
                <a:alpha val="5882"/>
              </a:srgbClr>
            </a:solidFill>
          </p:spPr>
        </p:sp>
        <p:sp>
          <p:nvSpPr>
            <p:cNvPr name="Freeform 54" id="54"/>
            <p:cNvSpPr/>
            <p:nvPr/>
          </p:nvSpPr>
          <p:spPr>
            <a:xfrm flipH="false" flipV="false" rot="0">
              <a:off x="0" y="0"/>
              <a:ext cx="2943098" cy="1114298"/>
            </a:xfrm>
            <a:custGeom>
              <a:avLst/>
              <a:gdLst/>
              <a:ahLst/>
              <a:cxnLst/>
              <a:rect r="r" b="b" t="t" l="l"/>
              <a:pathLst>
                <a:path h="1114298" w="2943098">
                  <a:moveTo>
                    <a:pt x="8509" y="0"/>
                  </a:moveTo>
                  <a:lnTo>
                    <a:pt x="2934589" y="0"/>
                  </a:lnTo>
                  <a:cubicBezTo>
                    <a:pt x="2939288" y="0"/>
                    <a:pt x="2943098" y="3810"/>
                    <a:pt x="2943098" y="8509"/>
                  </a:cubicBezTo>
                  <a:lnTo>
                    <a:pt x="2943098" y="1105789"/>
                  </a:lnTo>
                  <a:cubicBezTo>
                    <a:pt x="2943098" y="1110488"/>
                    <a:pt x="2939288" y="1114298"/>
                    <a:pt x="2934589" y="1114298"/>
                  </a:cubicBezTo>
                  <a:lnTo>
                    <a:pt x="8509" y="1114298"/>
                  </a:lnTo>
                  <a:cubicBezTo>
                    <a:pt x="3810" y="1114298"/>
                    <a:pt x="0" y="1110488"/>
                    <a:pt x="0" y="1105789"/>
                  </a:cubicBezTo>
                  <a:lnTo>
                    <a:pt x="0" y="8509"/>
                  </a:lnTo>
                  <a:cubicBezTo>
                    <a:pt x="0" y="3810"/>
                    <a:pt x="3810" y="0"/>
                    <a:pt x="8509" y="0"/>
                  </a:cubicBezTo>
                  <a:moveTo>
                    <a:pt x="8509" y="16891"/>
                  </a:moveTo>
                  <a:lnTo>
                    <a:pt x="8509" y="8509"/>
                  </a:lnTo>
                  <a:lnTo>
                    <a:pt x="17018" y="8509"/>
                  </a:lnTo>
                  <a:lnTo>
                    <a:pt x="17018" y="1105789"/>
                  </a:lnTo>
                  <a:lnTo>
                    <a:pt x="8509" y="1105789"/>
                  </a:lnTo>
                  <a:lnTo>
                    <a:pt x="8509" y="1097280"/>
                  </a:lnTo>
                  <a:lnTo>
                    <a:pt x="2934589" y="1097280"/>
                  </a:lnTo>
                  <a:lnTo>
                    <a:pt x="2934589" y="1105789"/>
                  </a:lnTo>
                  <a:lnTo>
                    <a:pt x="2926080" y="1105789"/>
                  </a:lnTo>
                  <a:lnTo>
                    <a:pt x="2926080" y="8509"/>
                  </a:lnTo>
                  <a:lnTo>
                    <a:pt x="2934589" y="8509"/>
                  </a:lnTo>
                  <a:lnTo>
                    <a:pt x="2934589" y="17018"/>
                  </a:lnTo>
                  <a:lnTo>
                    <a:pt x="8509" y="17018"/>
                  </a:lnTo>
                  <a:close/>
                </a:path>
              </a:pathLst>
            </a:custGeom>
            <a:solidFill>
              <a:srgbClr val="F76A6A"/>
            </a:solidFill>
          </p:spPr>
        </p:sp>
      </p:grpSp>
      <p:grpSp>
        <p:nvGrpSpPr>
          <p:cNvPr name="Group 55" id="55"/>
          <p:cNvGrpSpPr/>
          <p:nvPr/>
        </p:nvGrpSpPr>
        <p:grpSpPr>
          <a:xfrm rot="0">
            <a:off x="14081760" y="4846320"/>
            <a:ext cx="2194560" cy="822960"/>
            <a:chOff x="0" y="0"/>
            <a:chExt cx="2926080" cy="1097280"/>
          </a:xfrm>
        </p:grpSpPr>
        <p:sp>
          <p:nvSpPr>
            <p:cNvPr name="Freeform 56" id="56"/>
            <p:cNvSpPr/>
            <p:nvPr/>
          </p:nvSpPr>
          <p:spPr>
            <a:xfrm flipH="false" flipV="false" rot="0">
              <a:off x="0" y="0"/>
              <a:ext cx="2926080" cy="1097280"/>
            </a:xfrm>
            <a:custGeom>
              <a:avLst/>
              <a:gdLst/>
              <a:ahLst/>
              <a:cxnLst/>
              <a:rect r="r" b="b" t="t" l="l"/>
              <a:pathLst>
                <a:path h="1097280" w="2926080">
                  <a:moveTo>
                    <a:pt x="0" y="0"/>
                  </a:moveTo>
                  <a:lnTo>
                    <a:pt x="2926080" y="0"/>
                  </a:lnTo>
                  <a:lnTo>
                    <a:pt x="2926080" y="1097280"/>
                  </a:lnTo>
                  <a:lnTo>
                    <a:pt x="0" y="1097280"/>
                  </a:lnTo>
                  <a:close/>
                </a:path>
              </a:pathLst>
            </a:custGeom>
            <a:blipFill>
              <a:blip r:embed="rId2">
                <a:alphaModFix amt="0"/>
              </a:blip>
              <a:stretch>
                <a:fillRect l="0" t="-1960" r="0" b="-1960"/>
              </a:stretch>
            </a:blipFill>
          </p:spPr>
        </p:sp>
        <p:sp>
          <p:nvSpPr>
            <p:cNvPr name="TextBox 57" id="57"/>
            <p:cNvSpPr txBox="true"/>
            <p:nvPr/>
          </p:nvSpPr>
          <p:spPr>
            <a:xfrm>
              <a:off x="0" y="-38100"/>
              <a:ext cx="2926080" cy="1135380"/>
            </a:xfrm>
            <a:prstGeom prst="rect">
              <a:avLst/>
            </a:prstGeom>
          </p:spPr>
          <p:txBody>
            <a:bodyPr anchor="ctr" rtlCol="false" tIns="0" lIns="0" bIns="0" rIns="0"/>
            <a:lstStyle/>
            <a:p>
              <a:pPr algn="ctr">
                <a:lnSpc>
                  <a:spcPts val="2160"/>
                </a:lnSpc>
              </a:pPr>
              <a:r>
                <a:rPr lang="en-US" sz="1800">
                  <a:solidFill>
                    <a:srgbClr val="FFFFFF"/>
                  </a:solidFill>
                  <a:latin typeface="Calibri (MS)"/>
                  <a:ea typeface="Calibri (MS)"/>
                  <a:cs typeface="Calibri (MS)"/>
                  <a:sym typeface="Calibri (MS)"/>
                </a:rPr>
                <a:t>templates/</a:t>
              </a:r>
            </a:p>
          </p:txBody>
        </p:sp>
      </p:grpSp>
      <p:grpSp>
        <p:nvGrpSpPr>
          <p:cNvPr name="Group 58" id="58"/>
          <p:cNvGrpSpPr/>
          <p:nvPr/>
        </p:nvGrpSpPr>
        <p:grpSpPr>
          <a:xfrm rot="0">
            <a:off x="4552950" y="5833110"/>
            <a:ext cx="38100" cy="678180"/>
            <a:chOff x="0" y="0"/>
            <a:chExt cx="50800" cy="904240"/>
          </a:xfrm>
        </p:grpSpPr>
        <p:sp>
          <p:nvSpPr>
            <p:cNvPr name="Freeform 59" id="59"/>
            <p:cNvSpPr/>
            <p:nvPr/>
          </p:nvSpPr>
          <p:spPr>
            <a:xfrm flipH="false" flipV="false" rot="0">
              <a:off x="0" y="25400"/>
              <a:ext cx="50800" cy="853440"/>
            </a:xfrm>
            <a:custGeom>
              <a:avLst/>
              <a:gdLst/>
              <a:ahLst/>
              <a:cxnLst/>
              <a:rect r="r" b="b" t="t" l="l"/>
              <a:pathLst>
                <a:path h="853440" w="50800">
                  <a:moveTo>
                    <a:pt x="50800" y="0"/>
                  </a:moveTo>
                  <a:lnTo>
                    <a:pt x="50800" y="853440"/>
                  </a:lnTo>
                  <a:lnTo>
                    <a:pt x="0" y="853440"/>
                  </a:lnTo>
                  <a:lnTo>
                    <a:pt x="0" y="0"/>
                  </a:lnTo>
                  <a:close/>
                </a:path>
              </a:pathLst>
            </a:custGeom>
            <a:solidFill>
              <a:srgbClr val="F7C46A"/>
            </a:solidFill>
          </p:spPr>
        </p:sp>
      </p:grpSp>
      <p:grpSp>
        <p:nvGrpSpPr>
          <p:cNvPr name="Group 60" id="60"/>
          <p:cNvGrpSpPr/>
          <p:nvPr/>
        </p:nvGrpSpPr>
        <p:grpSpPr>
          <a:xfrm rot="0">
            <a:off x="13696950" y="5833110"/>
            <a:ext cx="38100" cy="678180"/>
            <a:chOff x="0" y="0"/>
            <a:chExt cx="50800" cy="904240"/>
          </a:xfrm>
        </p:grpSpPr>
        <p:sp>
          <p:nvSpPr>
            <p:cNvPr name="Freeform 61" id="61"/>
            <p:cNvSpPr/>
            <p:nvPr/>
          </p:nvSpPr>
          <p:spPr>
            <a:xfrm flipH="false" flipV="false" rot="0">
              <a:off x="0" y="25400"/>
              <a:ext cx="50800" cy="853440"/>
            </a:xfrm>
            <a:custGeom>
              <a:avLst/>
              <a:gdLst/>
              <a:ahLst/>
              <a:cxnLst/>
              <a:rect r="r" b="b" t="t" l="l"/>
              <a:pathLst>
                <a:path h="853440" w="50800">
                  <a:moveTo>
                    <a:pt x="50800" y="0"/>
                  </a:moveTo>
                  <a:lnTo>
                    <a:pt x="50800" y="853440"/>
                  </a:lnTo>
                  <a:lnTo>
                    <a:pt x="0" y="853440"/>
                  </a:lnTo>
                  <a:lnTo>
                    <a:pt x="0" y="0"/>
                  </a:lnTo>
                  <a:close/>
                </a:path>
              </a:pathLst>
            </a:custGeom>
            <a:solidFill>
              <a:srgbClr val="6AF7C4"/>
            </a:solidFill>
          </p:spPr>
        </p:sp>
      </p:grpSp>
      <p:grpSp>
        <p:nvGrpSpPr>
          <p:cNvPr name="Group 62" id="62"/>
          <p:cNvGrpSpPr/>
          <p:nvPr/>
        </p:nvGrpSpPr>
        <p:grpSpPr>
          <a:xfrm rot="0">
            <a:off x="901703" y="6479543"/>
            <a:ext cx="6426203" cy="1214123"/>
            <a:chOff x="0" y="0"/>
            <a:chExt cx="8568271" cy="1618831"/>
          </a:xfrm>
        </p:grpSpPr>
        <p:sp>
          <p:nvSpPr>
            <p:cNvPr name="Freeform 63" id="63"/>
            <p:cNvSpPr/>
            <p:nvPr/>
          </p:nvSpPr>
          <p:spPr>
            <a:xfrm flipH="false" flipV="false" rot="0">
              <a:off x="16891" y="16891"/>
              <a:ext cx="8534400" cy="1584960"/>
            </a:xfrm>
            <a:custGeom>
              <a:avLst/>
              <a:gdLst/>
              <a:ahLst/>
              <a:cxnLst/>
              <a:rect r="r" b="b" t="t" l="l"/>
              <a:pathLst>
                <a:path h="1584960" w="8534400">
                  <a:moveTo>
                    <a:pt x="0" y="0"/>
                  </a:moveTo>
                  <a:lnTo>
                    <a:pt x="8534400" y="0"/>
                  </a:lnTo>
                  <a:lnTo>
                    <a:pt x="8534400" y="1584960"/>
                  </a:lnTo>
                  <a:lnTo>
                    <a:pt x="0" y="1584960"/>
                  </a:lnTo>
                  <a:close/>
                </a:path>
              </a:pathLst>
            </a:custGeom>
            <a:solidFill>
              <a:srgbClr val="1A1A35"/>
            </a:solidFill>
          </p:spPr>
        </p:sp>
        <p:sp>
          <p:nvSpPr>
            <p:cNvPr name="Freeform 64" id="64"/>
            <p:cNvSpPr/>
            <p:nvPr/>
          </p:nvSpPr>
          <p:spPr>
            <a:xfrm flipH="false" flipV="false" rot="0">
              <a:off x="0" y="0"/>
              <a:ext cx="8568182" cy="1618742"/>
            </a:xfrm>
            <a:custGeom>
              <a:avLst/>
              <a:gdLst/>
              <a:ahLst/>
              <a:cxnLst/>
              <a:rect r="r" b="b" t="t" l="l"/>
              <a:pathLst>
                <a:path h="1618742" w="8568182">
                  <a:moveTo>
                    <a:pt x="16891" y="0"/>
                  </a:moveTo>
                  <a:lnTo>
                    <a:pt x="8551291" y="0"/>
                  </a:lnTo>
                  <a:cubicBezTo>
                    <a:pt x="8560689" y="0"/>
                    <a:pt x="8568182" y="7620"/>
                    <a:pt x="8568182" y="16891"/>
                  </a:cubicBezTo>
                  <a:lnTo>
                    <a:pt x="8568182" y="1601851"/>
                  </a:lnTo>
                  <a:cubicBezTo>
                    <a:pt x="8568182" y="1611249"/>
                    <a:pt x="8560562" y="1618742"/>
                    <a:pt x="8551291" y="1618742"/>
                  </a:cubicBezTo>
                  <a:lnTo>
                    <a:pt x="16891" y="1618742"/>
                  </a:lnTo>
                  <a:cubicBezTo>
                    <a:pt x="7493" y="1618742"/>
                    <a:pt x="0" y="1611122"/>
                    <a:pt x="0" y="1601851"/>
                  </a:cubicBezTo>
                  <a:lnTo>
                    <a:pt x="0" y="16891"/>
                  </a:lnTo>
                  <a:cubicBezTo>
                    <a:pt x="0" y="7620"/>
                    <a:pt x="7620" y="0"/>
                    <a:pt x="16891" y="0"/>
                  </a:cubicBezTo>
                  <a:moveTo>
                    <a:pt x="16891" y="33909"/>
                  </a:moveTo>
                  <a:lnTo>
                    <a:pt x="16891" y="16891"/>
                  </a:lnTo>
                  <a:lnTo>
                    <a:pt x="33909" y="16891"/>
                  </a:lnTo>
                  <a:lnTo>
                    <a:pt x="33909" y="1601851"/>
                  </a:lnTo>
                  <a:lnTo>
                    <a:pt x="16891" y="1601851"/>
                  </a:lnTo>
                  <a:lnTo>
                    <a:pt x="16891" y="1584960"/>
                  </a:lnTo>
                  <a:lnTo>
                    <a:pt x="8551291" y="1584960"/>
                  </a:lnTo>
                  <a:lnTo>
                    <a:pt x="8551291" y="1601851"/>
                  </a:lnTo>
                  <a:lnTo>
                    <a:pt x="8534400" y="1601851"/>
                  </a:lnTo>
                  <a:lnTo>
                    <a:pt x="8534400" y="16891"/>
                  </a:lnTo>
                  <a:lnTo>
                    <a:pt x="8551291" y="16891"/>
                  </a:lnTo>
                  <a:lnTo>
                    <a:pt x="8551291" y="33909"/>
                  </a:lnTo>
                  <a:lnTo>
                    <a:pt x="16891" y="33909"/>
                  </a:lnTo>
                  <a:close/>
                </a:path>
              </a:pathLst>
            </a:custGeom>
            <a:solidFill>
              <a:srgbClr val="F7C46A"/>
            </a:solidFill>
          </p:spPr>
        </p:sp>
      </p:grpSp>
      <p:grpSp>
        <p:nvGrpSpPr>
          <p:cNvPr name="Group 65" id="65"/>
          <p:cNvGrpSpPr/>
          <p:nvPr/>
        </p:nvGrpSpPr>
        <p:grpSpPr>
          <a:xfrm rot="0">
            <a:off x="914400" y="6492240"/>
            <a:ext cx="6400800" cy="1188720"/>
            <a:chOff x="0" y="0"/>
            <a:chExt cx="8534400" cy="1584960"/>
          </a:xfrm>
        </p:grpSpPr>
        <p:sp>
          <p:nvSpPr>
            <p:cNvPr name="Freeform 66" id="66"/>
            <p:cNvSpPr/>
            <p:nvPr/>
          </p:nvSpPr>
          <p:spPr>
            <a:xfrm flipH="false" flipV="false" rot="0">
              <a:off x="0" y="0"/>
              <a:ext cx="8534400" cy="1584960"/>
            </a:xfrm>
            <a:custGeom>
              <a:avLst/>
              <a:gdLst/>
              <a:ahLst/>
              <a:cxnLst/>
              <a:rect r="r" b="b" t="t" l="l"/>
              <a:pathLst>
                <a:path h="1584960" w="8534400">
                  <a:moveTo>
                    <a:pt x="0" y="0"/>
                  </a:moveTo>
                  <a:lnTo>
                    <a:pt x="8534400" y="0"/>
                  </a:lnTo>
                  <a:lnTo>
                    <a:pt x="8534400" y="1584960"/>
                  </a:lnTo>
                  <a:lnTo>
                    <a:pt x="0" y="1584960"/>
                  </a:lnTo>
                  <a:close/>
                </a:path>
              </a:pathLst>
            </a:custGeom>
            <a:blipFill>
              <a:blip r:embed="rId2">
                <a:alphaModFix amt="0"/>
              </a:blip>
              <a:stretch>
                <a:fillRect l="0" t="-54919" r="0" b="-54919"/>
              </a:stretch>
            </a:blipFill>
          </p:spPr>
        </p:sp>
        <p:sp>
          <p:nvSpPr>
            <p:cNvPr name="TextBox 67" id="67"/>
            <p:cNvSpPr txBox="true"/>
            <p:nvPr/>
          </p:nvSpPr>
          <p:spPr>
            <a:xfrm>
              <a:off x="0" y="-19050"/>
              <a:ext cx="8534400" cy="1604010"/>
            </a:xfrm>
            <a:prstGeom prst="rect">
              <a:avLst/>
            </a:prstGeom>
          </p:spPr>
          <p:txBody>
            <a:bodyPr anchor="ctr" rtlCol="false" tIns="0" lIns="0" bIns="0" rIns="0"/>
            <a:lstStyle/>
            <a:p>
              <a:pPr algn="ctr">
                <a:lnSpc>
                  <a:spcPts val="2640"/>
                </a:lnSpc>
              </a:pPr>
              <a:r>
                <a:rPr lang="en-US" sz="2200" b="true">
                  <a:solidFill>
                    <a:srgbClr val="F7C46A"/>
                  </a:solidFill>
                  <a:latin typeface="Arial Bold"/>
                  <a:ea typeface="Arial Bold"/>
                  <a:cs typeface="Arial Bold"/>
                  <a:sym typeface="Arial Bold"/>
                </a:rPr>
                <a:t>🗄️  SQLite Database</a:t>
              </a:r>
            </a:p>
          </p:txBody>
        </p:sp>
      </p:grpSp>
      <p:grpSp>
        <p:nvGrpSpPr>
          <p:cNvPr name="Group 68" id="68"/>
          <p:cNvGrpSpPr/>
          <p:nvPr/>
        </p:nvGrpSpPr>
        <p:grpSpPr>
          <a:xfrm rot="0">
            <a:off x="10960103" y="6479543"/>
            <a:ext cx="6426203" cy="1214123"/>
            <a:chOff x="0" y="0"/>
            <a:chExt cx="8568271" cy="1618831"/>
          </a:xfrm>
        </p:grpSpPr>
        <p:sp>
          <p:nvSpPr>
            <p:cNvPr name="Freeform 69" id="69"/>
            <p:cNvSpPr/>
            <p:nvPr/>
          </p:nvSpPr>
          <p:spPr>
            <a:xfrm flipH="false" flipV="false" rot="0">
              <a:off x="16891" y="16891"/>
              <a:ext cx="8534400" cy="1584960"/>
            </a:xfrm>
            <a:custGeom>
              <a:avLst/>
              <a:gdLst/>
              <a:ahLst/>
              <a:cxnLst/>
              <a:rect r="r" b="b" t="t" l="l"/>
              <a:pathLst>
                <a:path h="1584960" w="8534400">
                  <a:moveTo>
                    <a:pt x="0" y="0"/>
                  </a:moveTo>
                  <a:lnTo>
                    <a:pt x="8534400" y="0"/>
                  </a:lnTo>
                  <a:lnTo>
                    <a:pt x="8534400" y="1584960"/>
                  </a:lnTo>
                  <a:lnTo>
                    <a:pt x="0" y="1584960"/>
                  </a:lnTo>
                  <a:close/>
                </a:path>
              </a:pathLst>
            </a:custGeom>
            <a:solidFill>
              <a:srgbClr val="1A1A35"/>
            </a:solidFill>
          </p:spPr>
        </p:sp>
        <p:sp>
          <p:nvSpPr>
            <p:cNvPr name="Freeform 70" id="70"/>
            <p:cNvSpPr/>
            <p:nvPr/>
          </p:nvSpPr>
          <p:spPr>
            <a:xfrm flipH="false" flipV="false" rot="0">
              <a:off x="0" y="0"/>
              <a:ext cx="8568182" cy="1618742"/>
            </a:xfrm>
            <a:custGeom>
              <a:avLst/>
              <a:gdLst/>
              <a:ahLst/>
              <a:cxnLst/>
              <a:rect r="r" b="b" t="t" l="l"/>
              <a:pathLst>
                <a:path h="1618742" w="8568182">
                  <a:moveTo>
                    <a:pt x="16891" y="0"/>
                  </a:moveTo>
                  <a:lnTo>
                    <a:pt x="8551291" y="0"/>
                  </a:lnTo>
                  <a:cubicBezTo>
                    <a:pt x="8560689" y="0"/>
                    <a:pt x="8568182" y="7620"/>
                    <a:pt x="8568182" y="16891"/>
                  </a:cubicBezTo>
                  <a:lnTo>
                    <a:pt x="8568182" y="1601851"/>
                  </a:lnTo>
                  <a:cubicBezTo>
                    <a:pt x="8568182" y="1611249"/>
                    <a:pt x="8560562" y="1618742"/>
                    <a:pt x="8551291" y="1618742"/>
                  </a:cubicBezTo>
                  <a:lnTo>
                    <a:pt x="16891" y="1618742"/>
                  </a:lnTo>
                  <a:cubicBezTo>
                    <a:pt x="7493" y="1618742"/>
                    <a:pt x="0" y="1611122"/>
                    <a:pt x="0" y="1601851"/>
                  </a:cubicBezTo>
                  <a:lnTo>
                    <a:pt x="0" y="16891"/>
                  </a:lnTo>
                  <a:cubicBezTo>
                    <a:pt x="0" y="7620"/>
                    <a:pt x="7620" y="0"/>
                    <a:pt x="16891" y="0"/>
                  </a:cubicBezTo>
                  <a:moveTo>
                    <a:pt x="16891" y="33909"/>
                  </a:moveTo>
                  <a:lnTo>
                    <a:pt x="16891" y="16891"/>
                  </a:lnTo>
                  <a:lnTo>
                    <a:pt x="33909" y="16891"/>
                  </a:lnTo>
                  <a:lnTo>
                    <a:pt x="33909" y="1601851"/>
                  </a:lnTo>
                  <a:lnTo>
                    <a:pt x="16891" y="1601851"/>
                  </a:lnTo>
                  <a:lnTo>
                    <a:pt x="16891" y="1584960"/>
                  </a:lnTo>
                  <a:lnTo>
                    <a:pt x="8551291" y="1584960"/>
                  </a:lnTo>
                  <a:lnTo>
                    <a:pt x="8551291" y="1601851"/>
                  </a:lnTo>
                  <a:lnTo>
                    <a:pt x="8534400" y="1601851"/>
                  </a:lnTo>
                  <a:lnTo>
                    <a:pt x="8534400" y="16891"/>
                  </a:lnTo>
                  <a:lnTo>
                    <a:pt x="8551291" y="16891"/>
                  </a:lnTo>
                  <a:lnTo>
                    <a:pt x="8551291" y="33909"/>
                  </a:lnTo>
                  <a:lnTo>
                    <a:pt x="16891" y="33909"/>
                  </a:lnTo>
                  <a:close/>
                </a:path>
              </a:pathLst>
            </a:custGeom>
            <a:solidFill>
              <a:srgbClr val="6AF7C4"/>
            </a:solidFill>
          </p:spPr>
        </p:sp>
      </p:grpSp>
      <p:grpSp>
        <p:nvGrpSpPr>
          <p:cNvPr name="Group 71" id="71"/>
          <p:cNvGrpSpPr/>
          <p:nvPr/>
        </p:nvGrpSpPr>
        <p:grpSpPr>
          <a:xfrm rot="0">
            <a:off x="10972800" y="6492240"/>
            <a:ext cx="6400800" cy="1188720"/>
            <a:chOff x="0" y="0"/>
            <a:chExt cx="8534400" cy="1584960"/>
          </a:xfrm>
        </p:grpSpPr>
        <p:sp>
          <p:nvSpPr>
            <p:cNvPr name="Freeform 72" id="72"/>
            <p:cNvSpPr/>
            <p:nvPr/>
          </p:nvSpPr>
          <p:spPr>
            <a:xfrm flipH="false" flipV="false" rot="0">
              <a:off x="0" y="0"/>
              <a:ext cx="8534400" cy="1584960"/>
            </a:xfrm>
            <a:custGeom>
              <a:avLst/>
              <a:gdLst/>
              <a:ahLst/>
              <a:cxnLst/>
              <a:rect r="r" b="b" t="t" l="l"/>
              <a:pathLst>
                <a:path h="1584960" w="8534400">
                  <a:moveTo>
                    <a:pt x="0" y="0"/>
                  </a:moveTo>
                  <a:lnTo>
                    <a:pt x="8534400" y="0"/>
                  </a:lnTo>
                  <a:lnTo>
                    <a:pt x="8534400" y="1584960"/>
                  </a:lnTo>
                  <a:lnTo>
                    <a:pt x="0" y="1584960"/>
                  </a:lnTo>
                  <a:close/>
                </a:path>
              </a:pathLst>
            </a:custGeom>
            <a:blipFill>
              <a:blip r:embed="rId2">
                <a:alphaModFix amt="0"/>
              </a:blip>
              <a:stretch>
                <a:fillRect l="0" t="-54919" r="0" b="-54919"/>
              </a:stretch>
            </a:blipFill>
          </p:spPr>
        </p:sp>
        <p:sp>
          <p:nvSpPr>
            <p:cNvPr name="TextBox 73" id="73"/>
            <p:cNvSpPr txBox="true"/>
            <p:nvPr/>
          </p:nvSpPr>
          <p:spPr>
            <a:xfrm>
              <a:off x="0" y="-19050"/>
              <a:ext cx="8534400" cy="1604010"/>
            </a:xfrm>
            <a:prstGeom prst="rect">
              <a:avLst/>
            </a:prstGeom>
          </p:spPr>
          <p:txBody>
            <a:bodyPr anchor="ctr" rtlCol="false" tIns="0" lIns="0" bIns="0" rIns="0"/>
            <a:lstStyle/>
            <a:p>
              <a:pPr algn="ctr">
                <a:lnSpc>
                  <a:spcPts val="2640"/>
                </a:lnSpc>
              </a:pPr>
              <a:r>
                <a:rPr lang="en-US" sz="2200" b="true">
                  <a:solidFill>
                    <a:srgbClr val="6AF7C4"/>
                  </a:solidFill>
                  <a:latin typeface="Arial Bold"/>
                  <a:ea typeface="Arial Bold"/>
                  <a:cs typeface="Arial Bold"/>
                  <a:sym typeface="Arial Bold"/>
                </a:rPr>
                <a:t>🌐  External APIs</a:t>
              </a:r>
            </a:p>
          </p:txBody>
        </p:sp>
      </p:grpSp>
      <p:grpSp>
        <p:nvGrpSpPr>
          <p:cNvPr name="Group 74" id="74"/>
          <p:cNvGrpSpPr/>
          <p:nvPr/>
        </p:nvGrpSpPr>
        <p:grpSpPr>
          <a:xfrm rot="0">
            <a:off x="11149327" y="7857487"/>
            <a:ext cx="1841497" cy="652777"/>
            <a:chOff x="0" y="0"/>
            <a:chExt cx="2455329" cy="870369"/>
          </a:xfrm>
        </p:grpSpPr>
        <p:sp>
          <p:nvSpPr>
            <p:cNvPr name="Freeform 75" id="75"/>
            <p:cNvSpPr/>
            <p:nvPr/>
          </p:nvSpPr>
          <p:spPr>
            <a:xfrm flipH="false" flipV="false" rot="0">
              <a:off x="8509" y="8509"/>
              <a:ext cx="2438400" cy="853440"/>
            </a:xfrm>
            <a:custGeom>
              <a:avLst/>
              <a:gdLst/>
              <a:ahLst/>
              <a:cxnLst/>
              <a:rect r="r" b="b" t="t" l="l"/>
              <a:pathLst>
                <a:path h="853440" w="2438400">
                  <a:moveTo>
                    <a:pt x="0" y="0"/>
                  </a:moveTo>
                  <a:lnTo>
                    <a:pt x="2438400" y="0"/>
                  </a:lnTo>
                  <a:lnTo>
                    <a:pt x="2438400" y="853440"/>
                  </a:lnTo>
                  <a:lnTo>
                    <a:pt x="0" y="853440"/>
                  </a:lnTo>
                  <a:close/>
                </a:path>
              </a:pathLst>
            </a:custGeom>
            <a:solidFill>
              <a:srgbClr val="6AF7C4">
                <a:alpha val="3922"/>
              </a:srgbClr>
            </a:solidFill>
          </p:spPr>
        </p:sp>
        <p:sp>
          <p:nvSpPr>
            <p:cNvPr name="Freeform 76" id="76"/>
            <p:cNvSpPr/>
            <p:nvPr/>
          </p:nvSpPr>
          <p:spPr>
            <a:xfrm flipH="false" flipV="false" rot="0">
              <a:off x="0" y="0"/>
              <a:ext cx="2455418" cy="870458"/>
            </a:xfrm>
            <a:custGeom>
              <a:avLst/>
              <a:gdLst/>
              <a:ahLst/>
              <a:cxnLst/>
              <a:rect r="r" b="b" t="t" l="l"/>
              <a:pathLst>
                <a:path h="870458" w="2455418">
                  <a:moveTo>
                    <a:pt x="8509" y="0"/>
                  </a:moveTo>
                  <a:lnTo>
                    <a:pt x="2446909" y="0"/>
                  </a:lnTo>
                  <a:cubicBezTo>
                    <a:pt x="2451608" y="0"/>
                    <a:pt x="2455418" y="3810"/>
                    <a:pt x="2455418" y="8509"/>
                  </a:cubicBezTo>
                  <a:lnTo>
                    <a:pt x="2455418" y="861949"/>
                  </a:lnTo>
                  <a:cubicBezTo>
                    <a:pt x="2455418" y="866648"/>
                    <a:pt x="2451608" y="870458"/>
                    <a:pt x="2446909" y="870458"/>
                  </a:cubicBezTo>
                  <a:lnTo>
                    <a:pt x="8509" y="870458"/>
                  </a:lnTo>
                  <a:cubicBezTo>
                    <a:pt x="3810" y="870458"/>
                    <a:pt x="0" y="866648"/>
                    <a:pt x="0" y="861949"/>
                  </a:cubicBezTo>
                  <a:lnTo>
                    <a:pt x="0" y="8509"/>
                  </a:lnTo>
                  <a:cubicBezTo>
                    <a:pt x="0" y="3810"/>
                    <a:pt x="3810" y="0"/>
                    <a:pt x="8509" y="0"/>
                  </a:cubicBezTo>
                  <a:moveTo>
                    <a:pt x="8509" y="16891"/>
                  </a:moveTo>
                  <a:lnTo>
                    <a:pt x="8509" y="8509"/>
                  </a:lnTo>
                  <a:lnTo>
                    <a:pt x="17018" y="8509"/>
                  </a:lnTo>
                  <a:lnTo>
                    <a:pt x="17018" y="861949"/>
                  </a:lnTo>
                  <a:lnTo>
                    <a:pt x="8509" y="861949"/>
                  </a:lnTo>
                  <a:lnTo>
                    <a:pt x="8509" y="853440"/>
                  </a:lnTo>
                  <a:lnTo>
                    <a:pt x="2446909" y="853440"/>
                  </a:lnTo>
                  <a:lnTo>
                    <a:pt x="2446909" y="861949"/>
                  </a:lnTo>
                  <a:lnTo>
                    <a:pt x="2438400" y="861949"/>
                  </a:lnTo>
                  <a:lnTo>
                    <a:pt x="2438400" y="8509"/>
                  </a:lnTo>
                  <a:lnTo>
                    <a:pt x="2446909" y="8509"/>
                  </a:lnTo>
                  <a:lnTo>
                    <a:pt x="2446909" y="17018"/>
                  </a:lnTo>
                  <a:lnTo>
                    <a:pt x="8509" y="17018"/>
                  </a:lnTo>
                  <a:close/>
                </a:path>
              </a:pathLst>
            </a:custGeom>
            <a:solidFill>
              <a:srgbClr val="6AF7C4"/>
            </a:solidFill>
          </p:spPr>
        </p:sp>
      </p:grpSp>
      <p:grpSp>
        <p:nvGrpSpPr>
          <p:cNvPr name="Group 77" id="77"/>
          <p:cNvGrpSpPr/>
          <p:nvPr/>
        </p:nvGrpSpPr>
        <p:grpSpPr>
          <a:xfrm rot="0">
            <a:off x="11155680" y="7863840"/>
            <a:ext cx="1828800" cy="640080"/>
            <a:chOff x="0" y="0"/>
            <a:chExt cx="2438400" cy="853440"/>
          </a:xfrm>
        </p:grpSpPr>
        <p:sp>
          <p:nvSpPr>
            <p:cNvPr name="Freeform 78" id="78"/>
            <p:cNvSpPr/>
            <p:nvPr/>
          </p:nvSpPr>
          <p:spPr>
            <a:xfrm flipH="false" flipV="false" rot="0">
              <a:off x="0" y="0"/>
              <a:ext cx="2438400" cy="853440"/>
            </a:xfrm>
            <a:custGeom>
              <a:avLst/>
              <a:gdLst/>
              <a:ahLst/>
              <a:cxnLst/>
              <a:rect r="r" b="b" t="t" l="l"/>
              <a:pathLst>
                <a:path h="853440" w="2438400">
                  <a:moveTo>
                    <a:pt x="0" y="0"/>
                  </a:moveTo>
                  <a:lnTo>
                    <a:pt x="2438400" y="0"/>
                  </a:lnTo>
                  <a:lnTo>
                    <a:pt x="2438400" y="853440"/>
                  </a:lnTo>
                  <a:lnTo>
                    <a:pt x="0" y="853440"/>
                  </a:lnTo>
                  <a:close/>
                </a:path>
              </a:pathLst>
            </a:custGeom>
            <a:blipFill>
              <a:blip r:embed="rId2">
                <a:alphaModFix amt="0"/>
              </a:blip>
              <a:stretch>
                <a:fillRect l="0" t="-5671" r="0" b="-5671"/>
              </a:stretch>
            </a:blipFill>
          </p:spPr>
        </p:sp>
        <p:sp>
          <p:nvSpPr>
            <p:cNvPr name="TextBox 79" id="79"/>
            <p:cNvSpPr txBox="true"/>
            <p:nvPr/>
          </p:nvSpPr>
          <p:spPr>
            <a:xfrm>
              <a:off x="0" y="-28575"/>
              <a:ext cx="2438400" cy="882015"/>
            </a:xfrm>
            <a:prstGeom prst="rect">
              <a:avLst/>
            </a:prstGeom>
          </p:spPr>
          <p:txBody>
            <a:bodyPr anchor="ctr" rtlCol="false" tIns="0" lIns="0" bIns="0" rIns="0"/>
            <a:lstStyle/>
            <a:p>
              <a:pPr algn="ctr">
                <a:lnSpc>
                  <a:spcPts val="1920"/>
                </a:lnSpc>
              </a:pPr>
              <a:r>
                <a:rPr lang="en-US" sz="1600">
                  <a:solidFill>
                    <a:srgbClr val="6AF7C4"/>
                  </a:solidFill>
                  <a:latin typeface="Calibri (MS)"/>
                  <a:ea typeface="Calibri (MS)"/>
                  <a:cs typeface="Calibri (MS)"/>
                  <a:sym typeface="Calibri (MS)"/>
                </a:rPr>
                <a:t>TMDB</a:t>
              </a:r>
            </a:p>
          </p:txBody>
        </p:sp>
      </p:grpSp>
      <p:grpSp>
        <p:nvGrpSpPr>
          <p:cNvPr name="Group 80" id="80"/>
          <p:cNvGrpSpPr/>
          <p:nvPr/>
        </p:nvGrpSpPr>
        <p:grpSpPr>
          <a:xfrm rot="0">
            <a:off x="13161007" y="7857487"/>
            <a:ext cx="1841497" cy="652777"/>
            <a:chOff x="0" y="0"/>
            <a:chExt cx="2455329" cy="870369"/>
          </a:xfrm>
        </p:grpSpPr>
        <p:sp>
          <p:nvSpPr>
            <p:cNvPr name="Freeform 81" id="81"/>
            <p:cNvSpPr/>
            <p:nvPr/>
          </p:nvSpPr>
          <p:spPr>
            <a:xfrm flipH="false" flipV="false" rot="0">
              <a:off x="8509" y="8509"/>
              <a:ext cx="2438400" cy="853440"/>
            </a:xfrm>
            <a:custGeom>
              <a:avLst/>
              <a:gdLst/>
              <a:ahLst/>
              <a:cxnLst/>
              <a:rect r="r" b="b" t="t" l="l"/>
              <a:pathLst>
                <a:path h="853440" w="2438400">
                  <a:moveTo>
                    <a:pt x="0" y="0"/>
                  </a:moveTo>
                  <a:lnTo>
                    <a:pt x="2438400" y="0"/>
                  </a:lnTo>
                  <a:lnTo>
                    <a:pt x="2438400" y="853440"/>
                  </a:lnTo>
                  <a:lnTo>
                    <a:pt x="0" y="853440"/>
                  </a:lnTo>
                  <a:close/>
                </a:path>
              </a:pathLst>
            </a:custGeom>
            <a:solidFill>
              <a:srgbClr val="6AF7C4">
                <a:alpha val="3922"/>
              </a:srgbClr>
            </a:solidFill>
          </p:spPr>
        </p:sp>
        <p:sp>
          <p:nvSpPr>
            <p:cNvPr name="Freeform 82" id="82"/>
            <p:cNvSpPr/>
            <p:nvPr/>
          </p:nvSpPr>
          <p:spPr>
            <a:xfrm flipH="false" flipV="false" rot="0">
              <a:off x="0" y="0"/>
              <a:ext cx="2455418" cy="870458"/>
            </a:xfrm>
            <a:custGeom>
              <a:avLst/>
              <a:gdLst/>
              <a:ahLst/>
              <a:cxnLst/>
              <a:rect r="r" b="b" t="t" l="l"/>
              <a:pathLst>
                <a:path h="870458" w="2455418">
                  <a:moveTo>
                    <a:pt x="8509" y="0"/>
                  </a:moveTo>
                  <a:lnTo>
                    <a:pt x="2446909" y="0"/>
                  </a:lnTo>
                  <a:cubicBezTo>
                    <a:pt x="2451608" y="0"/>
                    <a:pt x="2455418" y="3810"/>
                    <a:pt x="2455418" y="8509"/>
                  </a:cubicBezTo>
                  <a:lnTo>
                    <a:pt x="2455418" y="861949"/>
                  </a:lnTo>
                  <a:cubicBezTo>
                    <a:pt x="2455418" y="866648"/>
                    <a:pt x="2451608" y="870458"/>
                    <a:pt x="2446909" y="870458"/>
                  </a:cubicBezTo>
                  <a:lnTo>
                    <a:pt x="8509" y="870458"/>
                  </a:lnTo>
                  <a:cubicBezTo>
                    <a:pt x="3810" y="870458"/>
                    <a:pt x="0" y="866648"/>
                    <a:pt x="0" y="861949"/>
                  </a:cubicBezTo>
                  <a:lnTo>
                    <a:pt x="0" y="8509"/>
                  </a:lnTo>
                  <a:cubicBezTo>
                    <a:pt x="0" y="3810"/>
                    <a:pt x="3810" y="0"/>
                    <a:pt x="8509" y="0"/>
                  </a:cubicBezTo>
                  <a:moveTo>
                    <a:pt x="8509" y="16891"/>
                  </a:moveTo>
                  <a:lnTo>
                    <a:pt x="8509" y="8509"/>
                  </a:lnTo>
                  <a:lnTo>
                    <a:pt x="17018" y="8509"/>
                  </a:lnTo>
                  <a:lnTo>
                    <a:pt x="17018" y="861949"/>
                  </a:lnTo>
                  <a:lnTo>
                    <a:pt x="8509" y="861949"/>
                  </a:lnTo>
                  <a:lnTo>
                    <a:pt x="8509" y="853440"/>
                  </a:lnTo>
                  <a:lnTo>
                    <a:pt x="2446909" y="853440"/>
                  </a:lnTo>
                  <a:lnTo>
                    <a:pt x="2446909" y="861949"/>
                  </a:lnTo>
                  <a:lnTo>
                    <a:pt x="2438400" y="861949"/>
                  </a:lnTo>
                  <a:lnTo>
                    <a:pt x="2438400" y="8509"/>
                  </a:lnTo>
                  <a:lnTo>
                    <a:pt x="2446909" y="8509"/>
                  </a:lnTo>
                  <a:lnTo>
                    <a:pt x="2446909" y="17018"/>
                  </a:lnTo>
                  <a:lnTo>
                    <a:pt x="8509" y="17018"/>
                  </a:lnTo>
                  <a:close/>
                </a:path>
              </a:pathLst>
            </a:custGeom>
            <a:solidFill>
              <a:srgbClr val="6AF7C4"/>
            </a:solidFill>
          </p:spPr>
        </p:sp>
      </p:grpSp>
      <p:grpSp>
        <p:nvGrpSpPr>
          <p:cNvPr name="Group 83" id="83"/>
          <p:cNvGrpSpPr/>
          <p:nvPr/>
        </p:nvGrpSpPr>
        <p:grpSpPr>
          <a:xfrm rot="0">
            <a:off x="13167360" y="7863840"/>
            <a:ext cx="1828800" cy="640080"/>
            <a:chOff x="0" y="0"/>
            <a:chExt cx="2438400" cy="853440"/>
          </a:xfrm>
        </p:grpSpPr>
        <p:sp>
          <p:nvSpPr>
            <p:cNvPr name="Freeform 84" id="84"/>
            <p:cNvSpPr/>
            <p:nvPr/>
          </p:nvSpPr>
          <p:spPr>
            <a:xfrm flipH="false" flipV="false" rot="0">
              <a:off x="0" y="0"/>
              <a:ext cx="2438400" cy="853440"/>
            </a:xfrm>
            <a:custGeom>
              <a:avLst/>
              <a:gdLst/>
              <a:ahLst/>
              <a:cxnLst/>
              <a:rect r="r" b="b" t="t" l="l"/>
              <a:pathLst>
                <a:path h="853440" w="2438400">
                  <a:moveTo>
                    <a:pt x="0" y="0"/>
                  </a:moveTo>
                  <a:lnTo>
                    <a:pt x="2438400" y="0"/>
                  </a:lnTo>
                  <a:lnTo>
                    <a:pt x="2438400" y="853440"/>
                  </a:lnTo>
                  <a:lnTo>
                    <a:pt x="0" y="853440"/>
                  </a:lnTo>
                  <a:close/>
                </a:path>
              </a:pathLst>
            </a:custGeom>
            <a:blipFill>
              <a:blip r:embed="rId2">
                <a:alphaModFix amt="0"/>
              </a:blip>
              <a:stretch>
                <a:fillRect l="0" t="-5671" r="0" b="-5671"/>
              </a:stretch>
            </a:blipFill>
          </p:spPr>
        </p:sp>
        <p:sp>
          <p:nvSpPr>
            <p:cNvPr name="TextBox 85" id="85"/>
            <p:cNvSpPr txBox="true"/>
            <p:nvPr/>
          </p:nvSpPr>
          <p:spPr>
            <a:xfrm>
              <a:off x="0" y="-28575"/>
              <a:ext cx="2438400" cy="882015"/>
            </a:xfrm>
            <a:prstGeom prst="rect">
              <a:avLst/>
            </a:prstGeom>
          </p:spPr>
          <p:txBody>
            <a:bodyPr anchor="ctr" rtlCol="false" tIns="0" lIns="0" bIns="0" rIns="0"/>
            <a:lstStyle/>
            <a:p>
              <a:pPr algn="ctr">
                <a:lnSpc>
                  <a:spcPts val="1920"/>
                </a:lnSpc>
              </a:pPr>
              <a:r>
                <a:rPr lang="en-US" sz="1600">
                  <a:solidFill>
                    <a:srgbClr val="6AF7C4"/>
                  </a:solidFill>
                  <a:latin typeface="Calibri (MS)"/>
                  <a:ea typeface="Calibri (MS)"/>
                  <a:cs typeface="Calibri (MS)"/>
                  <a:sym typeface="Calibri (MS)"/>
                </a:rPr>
                <a:t>Jikan</a:t>
              </a:r>
            </a:p>
          </p:txBody>
        </p:sp>
      </p:grpSp>
      <p:grpSp>
        <p:nvGrpSpPr>
          <p:cNvPr name="Group 86" id="86"/>
          <p:cNvGrpSpPr/>
          <p:nvPr/>
        </p:nvGrpSpPr>
        <p:grpSpPr>
          <a:xfrm rot="0">
            <a:off x="15172687" y="7857487"/>
            <a:ext cx="1841497" cy="652777"/>
            <a:chOff x="0" y="0"/>
            <a:chExt cx="2455329" cy="870369"/>
          </a:xfrm>
        </p:grpSpPr>
        <p:sp>
          <p:nvSpPr>
            <p:cNvPr name="Freeform 87" id="87"/>
            <p:cNvSpPr/>
            <p:nvPr/>
          </p:nvSpPr>
          <p:spPr>
            <a:xfrm flipH="false" flipV="false" rot="0">
              <a:off x="8509" y="8509"/>
              <a:ext cx="2438400" cy="853440"/>
            </a:xfrm>
            <a:custGeom>
              <a:avLst/>
              <a:gdLst/>
              <a:ahLst/>
              <a:cxnLst/>
              <a:rect r="r" b="b" t="t" l="l"/>
              <a:pathLst>
                <a:path h="853440" w="2438400">
                  <a:moveTo>
                    <a:pt x="0" y="0"/>
                  </a:moveTo>
                  <a:lnTo>
                    <a:pt x="2438400" y="0"/>
                  </a:lnTo>
                  <a:lnTo>
                    <a:pt x="2438400" y="853440"/>
                  </a:lnTo>
                  <a:lnTo>
                    <a:pt x="0" y="853440"/>
                  </a:lnTo>
                  <a:close/>
                </a:path>
              </a:pathLst>
            </a:custGeom>
            <a:solidFill>
              <a:srgbClr val="6AF7C4">
                <a:alpha val="3922"/>
              </a:srgbClr>
            </a:solidFill>
          </p:spPr>
        </p:sp>
        <p:sp>
          <p:nvSpPr>
            <p:cNvPr name="Freeform 88" id="88"/>
            <p:cNvSpPr/>
            <p:nvPr/>
          </p:nvSpPr>
          <p:spPr>
            <a:xfrm flipH="false" flipV="false" rot="0">
              <a:off x="0" y="0"/>
              <a:ext cx="2455418" cy="870458"/>
            </a:xfrm>
            <a:custGeom>
              <a:avLst/>
              <a:gdLst/>
              <a:ahLst/>
              <a:cxnLst/>
              <a:rect r="r" b="b" t="t" l="l"/>
              <a:pathLst>
                <a:path h="870458" w="2455418">
                  <a:moveTo>
                    <a:pt x="8509" y="0"/>
                  </a:moveTo>
                  <a:lnTo>
                    <a:pt x="2446909" y="0"/>
                  </a:lnTo>
                  <a:cubicBezTo>
                    <a:pt x="2451608" y="0"/>
                    <a:pt x="2455418" y="3810"/>
                    <a:pt x="2455418" y="8509"/>
                  </a:cubicBezTo>
                  <a:lnTo>
                    <a:pt x="2455418" y="861949"/>
                  </a:lnTo>
                  <a:cubicBezTo>
                    <a:pt x="2455418" y="866648"/>
                    <a:pt x="2451608" y="870458"/>
                    <a:pt x="2446909" y="870458"/>
                  </a:cubicBezTo>
                  <a:lnTo>
                    <a:pt x="8509" y="870458"/>
                  </a:lnTo>
                  <a:cubicBezTo>
                    <a:pt x="3810" y="870458"/>
                    <a:pt x="0" y="866648"/>
                    <a:pt x="0" y="861949"/>
                  </a:cubicBezTo>
                  <a:lnTo>
                    <a:pt x="0" y="8509"/>
                  </a:lnTo>
                  <a:cubicBezTo>
                    <a:pt x="0" y="3810"/>
                    <a:pt x="3810" y="0"/>
                    <a:pt x="8509" y="0"/>
                  </a:cubicBezTo>
                  <a:moveTo>
                    <a:pt x="8509" y="16891"/>
                  </a:moveTo>
                  <a:lnTo>
                    <a:pt x="8509" y="8509"/>
                  </a:lnTo>
                  <a:lnTo>
                    <a:pt x="17018" y="8509"/>
                  </a:lnTo>
                  <a:lnTo>
                    <a:pt x="17018" y="861949"/>
                  </a:lnTo>
                  <a:lnTo>
                    <a:pt x="8509" y="861949"/>
                  </a:lnTo>
                  <a:lnTo>
                    <a:pt x="8509" y="853440"/>
                  </a:lnTo>
                  <a:lnTo>
                    <a:pt x="2446909" y="853440"/>
                  </a:lnTo>
                  <a:lnTo>
                    <a:pt x="2446909" y="861949"/>
                  </a:lnTo>
                  <a:lnTo>
                    <a:pt x="2438400" y="861949"/>
                  </a:lnTo>
                  <a:lnTo>
                    <a:pt x="2438400" y="8509"/>
                  </a:lnTo>
                  <a:lnTo>
                    <a:pt x="2446909" y="8509"/>
                  </a:lnTo>
                  <a:lnTo>
                    <a:pt x="2446909" y="17018"/>
                  </a:lnTo>
                  <a:lnTo>
                    <a:pt x="8509" y="17018"/>
                  </a:lnTo>
                  <a:close/>
                </a:path>
              </a:pathLst>
            </a:custGeom>
            <a:solidFill>
              <a:srgbClr val="6AF7C4"/>
            </a:solidFill>
          </p:spPr>
        </p:sp>
      </p:grpSp>
      <p:grpSp>
        <p:nvGrpSpPr>
          <p:cNvPr name="Group 89" id="89"/>
          <p:cNvGrpSpPr/>
          <p:nvPr/>
        </p:nvGrpSpPr>
        <p:grpSpPr>
          <a:xfrm rot="0">
            <a:off x="15179040" y="7863840"/>
            <a:ext cx="1828800" cy="640080"/>
            <a:chOff x="0" y="0"/>
            <a:chExt cx="2438400" cy="853440"/>
          </a:xfrm>
        </p:grpSpPr>
        <p:sp>
          <p:nvSpPr>
            <p:cNvPr name="Freeform 90" id="90"/>
            <p:cNvSpPr/>
            <p:nvPr/>
          </p:nvSpPr>
          <p:spPr>
            <a:xfrm flipH="false" flipV="false" rot="0">
              <a:off x="0" y="0"/>
              <a:ext cx="2438400" cy="853440"/>
            </a:xfrm>
            <a:custGeom>
              <a:avLst/>
              <a:gdLst/>
              <a:ahLst/>
              <a:cxnLst/>
              <a:rect r="r" b="b" t="t" l="l"/>
              <a:pathLst>
                <a:path h="853440" w="2438400">
                  <a:moveTo>
                    <a:pt x="0" y="0"/>
                  </a:moveTo>
                  <a:lnTo>
                    <a:pt x="2438400" y="0"/>
                  </a:lnTo>
                  <a:lnTo>
                    <a:pt x="2438400" y="853440"/>
                  </a:lnTo>
                  <a:lnTo>
                    <a:pt x="0" y="853440"/>
                  </a:lnTo>
                  <a:close/>
                </a:path>
              </a:pathLst>
            </a:custGeom>
            <a:blipFill>
              <a:blip r:embed="rId2">
                <a:alphaModFix amt="0"/>
              </a:blip>
              <a:stretch>
                <a:fillRect l="0" t="-5671" r="0" b="-5671"/>
              </a:stretch>
            </a:blipFill>
          </p:spPr>
        </p:sp>
        <p:sp>
          <p:nvSpPr>
            <p:cNvPr name="TextBox 91" id="91"/>
            <p:cNvSpPr txBox="true"/>
            <p:nvPr/>
          </p:nvSpPr>
          <p:spPr>
            <a:xfrm>
              <a:off x="0" y="-28575"/>
              <a:ext cx="2438400" cy="882015"/>
            </a:xfrm>
            <a:prstGeom prst="rect">
              <a:avLst/>
            </a:prstGeom>
          </p:spPr>
          <p:txBody>
            <a:bodyPr anchor="ctr" rtlCol="false" tIns="0" lIns="0" bIns="0" rIns="0"/>
            <a:lstStyle/>
            <a:p>
              <a:pPr algn="ctr">
                <a:lnSpc>
                  <a:spcPts val="1920"/>
                </a:lnSpc>
              </a:pPr>
              <a:r>
                <a:rPr lang="en-US" sz="1600">
                  <a:solidFill>
                    <a:srgbClr val="6AF7C4"/>
                  </a:solidFill>
                  <a:latin typeface="Calibri (MS)"/>
                  <a:ea typeface="Calibri (MS)"/>
                  <a:cs typeface="Calibri (MS)"/>
                  <a:sym typeface="Calibri (MS)"/>
                </a:rPr>
                <a:t>OpenLibrary</a:t>
              </a:r>
            </a:p>
          </p:txBody>
        </p:sp>
      </p:grpSp>
      <p:grpSp>
        <p:nvGrpSpPr>
          <p:cNvPr name="Group 92" id="92"/>
          <p:cNvGrpSpPr/>
          <p:nvPr/>
        </p:nvGrpSpPr>
        <p:grpSpPr>
          <a:xfrm rot="0">
            <a:off x="9235440" y="7680960"/>
            <a:ext cx="2743200" cy="457200"/>
            <a:chOff x="0" y="0"/>
            <a:chExt cx="3657600" cy="609600"/>
          </a:xfrm>
        </p:grpSpPr>
        <p:sp>
          <p:nvSpPr>
            <p:cNvPr name="Freeform 93" id="93"/>
            <p:cNvSpPr/>
            <p:nvPr/>
          </p:nvSpPr>
          <p:spPr>
            <a:xfrm flipH="false" flipV="false" rot="0">
              <a:off x="0" y="0"/>
              <a:ext cx="3657600" cy="609600"/>
            </a:xfrm>
            <a:custGeom>
              <a:avLst/>
              <a:gdLst/>
              <a:ahLst/>
              <a:cxnLst/>
              <a:rect r="r" b="b" t="t" l="l"/>
              <a:pathLst>
                <a:path h="609600" w="3657600">
                  <a:moveTo>
                    <a:pt x="0" y="0"/>
                  </a:moveTo>
                  <a:lnTo>
                    <a:pt x="3657600" y="0"/>
                  </a:lnTo>
                  <a:lnTo>
                    <a:pt x="3657600" y="609600"/>
                  </a:lnTo>
                  <a:lnTo>
                    <a:pt x="0" y="609600"/>
                  </a:lnTo>
                  <a:close/>
                </a:path>
              </a:pathLst>
            </a:custGeom>
            <a:blipFill>
              <a:blip r:embed="rId2">
                <a:alphaModFix amt="0"/>
              </a:blip>
              <a:stretch>
                <a:fillRect l="0" t="-66910" r="0" b="-66910"/>
              </a:stretch>
            </a:blipFill>
          </p:spPr>
        </p:sp>
        <p:sp>
          <p:nvSpPr>
            <p:cNvPr name="TextBox 94" id="94"/>
            <p:cNvSpPr txBox="true"/>
            <p:nvPr/>
          </p:nvSpPr>
          <p:spPr>
            <a:xfrm>
              <a:off x="0" y="-28575"/>
              <a:ext cx="3657600" cy="638175"/>
            </a:xfrm>
            <a:prstGeom prst="rect">
              <a:avLst/>
            </a:prstGeom>
          </p:spPr>
          <p:txBody>
            <a:bodyPr anchor="ctr" rtlCol="false" tIns="0" lIns="0" bIns="0" rIns="0"/>
            <a:lstStyle/>
            <a:p>
              <a:pPr algn="l">
                <a:lnSpc>
                  <a:spcPts val="1920"/>
                </a:lnSpc>
              </a:pPr>
              <a:r>
                <a:rPr lang="en-US" sz="1600">
                  <a:solidFill>
                    <a:srgbClr val="8888A8"/>
                  </a:solidFill>
                  <a:latin typeface="Calibri (MS)"/>
                  <a:ea typeface="Calibri (MS)"/>
                  <a:cs typeface="Calibri (MS)"/>
                  <a:sym typeface="Calibri (MS)"/>
                </a:rPr>
                <a:t>HTML Response</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16891" y="16891"/>
              <a:ext cx="292608" cy="13715999"/>
            </a:xfrm>
            <a:custGeom>
              <a:avLst/>
              <a:gdLst/>
              <a:ahLst/>
              <a:cxnLst/>
              <a:rect r="r" b="b" t="t" l="l"/>
              <a:pathLst>
                <a:path h="13715999" w="292608">
                  <a:moveTo>
                    <a:pt x="0" y="0"/>
                  </a:moveTo>
                  <a:lnTo>
                    <a:pt x="292608" y="0"/>
                  </a:lnTo>
                  <a:lnTo>
                    <a:pt x="292608" y="13715999"/>
                  </a:lnTo>
                  <a:lnTo>
                    <a:pt x="0" y="13715999"/>
                  </a:lnTo>
                  <a:close/>
                </a:path>
              </a:pathLst>
            </a:custGeom>
            <a:solidFill>
              <a:srgbClr val="6AF7C4"/>
            </a:solidFill>
          </p:spPr>
        </p:sp>
        <p:sp>
          <p:nvSpPr>
            <p:cNvPr name="Freeform 4" id="4"/>
            <p:cNvSpPr/>
            <p:nvPr/>
          </p:nvSpPr>
          <p:spPr>
            <a:xfrm flipH="false" flipV="false" rot="0">
              <a:off x="0" y="0"/>
              <a:ext cx="326390" cy="13749782"/>
            </a:xfrm>
            <a:custGeom>
              <a:avLst/>
              <a:gdLst/>
              <a:ahLst/>
              <a:cxnLst/>
              <a:rect r="r" b="b" t="t" l="l"/>
              <a:pathLst>
                <a:path h="13749782" w="326390">
                  <a:moveTo>
                    <a:pt x="16891" y="0"/>
                  </a:moveTo>
                  <a:lnTo>
                    <a:pt x="309499" y="0"/>
                  </a:lnTo>
                  <a:cubicBezTo>
                    <a:pt x="318897" y="0"/>
                    <a:pt x="326390" y="7620"/>
                    <a:pt x="326390" y="16891"/>
                  </a:cubicBezTo>
                  <a:lnTo>
                    <a:pt x="326390" y="13732890"/>
                  </a:lnTo>
                  <a:cubicBezTo>
                    <a:pt x="326390" y="13742290"/>
                    <a:pt x="318770" y="13749782"/>
                    <a:pt x="309499"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09499" y="13716000"/>
                  </a:lnTo>
                  <a:lnTo>
                    <a:pt x="309499" y="13732890"/>
                  </a:lnTo>
                  <a:lnTo>
                    <a:pt x="292608" y="13732890"/>
                  </a:lnTo>
                  <a:lnTo>
                    <a:pt x="292608" y="16891"/>
                  </a:lnTo>
                  <a:lnTo>
                    <a:pt x="309499" y="16891"/>
                  </a:lnTo>
                  <a:lnTo>
                    <a:pt x="309499" y="33909"/>
                  </a:lnTo>
                  <a:lnTo>
                    <a:pt x="16891" y="33909"/>
                  </a:lnTo>
                  <a:close/>
                </a:path>
              </a:pathLst>
            </a:custGeom>
            <a:solidFill>
              <a:srgbClr val="6AF7C4"/>
            </a:solidFill>
          </p:spPr>
        </p:sp>
      </p:grpSp>
      <p:grpSp>
        <p:nvGrpSpPr>
          <p:cNvPr name="Group 5" id="5"/>
          <p:cNvGrpSpPr/>
          <p:nvPr/>
        </p:nvGrpSpPr>
        <p:grpSpPr>
          <a:xfrm rot="0">
            <a:off x="529590" y="252472"/>
            <a:ext cx="2194560" cy="1648718"/>
            <a:chOff x="0" y="0"/>
            <a:chExt cx="2926080" cy="2198291"/>
          </a:xfrm>
        </p:grpSpPr>
        <p:sp>
          <p:nvSpPr>
            <p:cNvPr name="Freeform 6" id="6"/>
            <p:cNvSpPr/>
            <p:nvPr/>
          </p:nvSpPr>
          <p:spPr>
            <a:xfrm flipH="false" flipV="false" rot="0">
              <a:off x="0" y="0"/>
              <a:ext cx="2926080" cy="2198291"/>
            </a:xfrm>
            <a:custGeom>
              <a:avLst/>
              <a:gdLst/>
              <a:ahLst/>
              <a:cxnLst/>
              <a:rect r="r" b="b" t="t" l="l"/>
              <a:pathLst>
                <a:path h="2198291" w="2926080">
                  <a:moveTo>
                    <a:pt x="0" y="0"/>
                  </a:moveTo>
                  <a:lnTo>
                    <a:pt x="2926080" y="0"/>
                  </a:lnTo>
                  <a:lnTo>
                    <a:pt x="2926080" y="2198291"/>
                  </a:lnTo>
                  <a:lnTo>
                    <a:pt x="0" y="2198291"/>
                  </a:lnTo>
                  <a:close/>
                </a:path>
              </a:pathLst>
            </a:custGeom>
            <a:blipFill>
              <a:blip r:embed="rId2">
                <a:alphaModFix amt="0"/>
              </a:blip>
              <a:stretch>
                <a:fillRect l="-24843" t="0" r="-24843" b="22354"/>
              </a:stretch>
            </a:blipFill>
          </p:spPr>
        </p:sp>
        <p:sp>
          <p:nvSpPr>
            <p:cNvPr name="TextBox 7" id="7"/>
            <p:cNvSpPr txBox="true"/>
            <p:nvPr/>
          </p:nvSpPr>
          <p:spPr>
            <a:xfrm>
              <a:off x="0" y="-38100"/>
              <a:ext cx="2926080" cy="2236391"/>
            </a:xfrm>
            <a:prstGeom prst="rect">
              <a:avLst/>
            </a:prstGeom>
          </p:spPr>
          <p:txBody>
            <a:bodyPr anchor="ctr" rtlCol="false" tIns="0" lIns="0" bIns="0" rIns="0"/>
            <a:lstStyle/>
            <a:p>
              <a:pPr algn="l">
                <a:lnSpc>
                  <a:spcPts val="9600"/>
                </a:lnSpc>
              </a:pPr>
              <a:r>
                <a:rPr lang="en-US" sz="8000" b="true">
                  <a:solidFill>
                    <a:srgbClr val="6AF7C4"/>
                  </a:solidFill>
                  <a:latin typeface="Arial Bold"/>
                  <a:ea typeface="Arial Bold"/>
                  <a:cs typeface="Arial Bold"/>
                  <a:sym typeface="Arial Bold"/>
                </a:rPr>
                <a:t>11</a:t>
              </a:r>
            </a:p>
          </p:txBody>
        </p:sp>
      </p:grpSp>
      <p:grpSp>
        <p:nvGrpSpPr>
          <p:cNvPr name="Group 8" id="8"/>
          <p:cNvGrpSpPr/>
          <p:nvPr/>
        </p:nvGrpSpPr>
        <p:grpSpPr>
          <a:xfrm rot="0">
            <a:off x="548640" y="1463040"/>
            <a:ext cx="16459200" cy="1005840"/>
            <a:chOff x="0" y="0"/>
            <a:chExt cx="21945600" cy="1341120"/>
          </a:xfrm>
        </p:grpSpPr>
        <p:sp>
          <p:nvSpPr>
            <p:cNvPr name="Freeform 9" id="9"/>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0" id="10"/>
            <p:cNvSpPr txBox="true"/>
            <p:nvPr/>
          </p:nvSpPr>
          <p:spPr>
            <a:xfrm>
              <a:off x="0" y="-28575"/>
              <a:ext cx="21945600" cy="1369695"/>
            </a:xfrm>
            <a:prstGeom prst="rect">
              <a:avLst/>
            </a:prstGeom>
          </p:spPr>
          <p:txBody>
            <a:bodyPr anchor="ctr" rtlCol="false" tIns="0" lIns="0" bIns="0" rIns="0"/>
            <a:lstStyle/>
            <a:p>
              <a:pPr algn="l">
                <a:lnSpc>
                  <a:spcPts val="7200"/>
                </a:lnSpc>
              </a:pPr>
              <a:r>
                <a:rPr lang="en-US" sz="6000" b="true">
                  <a:solidFill>
                    <a:srgbClr val="FFFFFF"/>
                  </a:solidFill>
                  <a:latin typeface="Arial Bold"/>
                  <a:ea typeface="Arial Bold"/>
                  <a:cs typeface="Arial Bold"/>
                  <a:sym typeface="Arial Bold"/>
                </a:rPr>
                <a:t>API Integration</a:t>
              </a:r>
            </a:p>
          </p:txBody>
        </p:sp>
      </p:grpSp>
      <p:grpSp>
        <p:nvGrpSpPr>
          <p:cNvPr name="Group 11" id="11"/>
          <p:cNvGrpSpPr/>
          <p:nvPr/>
        </p:nvGrpSpPr>
        <p:grpSpPr>
          <a:xfrm rot="0">
            <a:off x="529590" y="2815590"/>
            <a:ext cx="5524500" cy="7078980"/>
            <a:chOff x="0" y="0"/>
            <a:chExt cx="7366000" cy="9438640"/>
          </a:xfrm>
        </p:grpSpPr>
        <p:sp>
          <p:nvSpPr>
            <p:cNvPr name="Freeform 12" id="12"/>
            <p:cNvSpPr/>
            <p:nvPr/>
          </p:nvSpPr>
          <p:spPr>
            <a:xfrm flipH="false" flipV="false" rot="0">
              <a:off x="25400" y="25400"/>
              <a:ext cx="7315200" cy="9387840"/>
            </a:xfrm>
            <a:custGeom>
              <a:avLst/>
              <a:gdLst/>
              <a:ahLst/>
              <a:cxnLst/>
              <a:rect r="r" b="b" t="t" l="l"/>
              <a:pathLst>
                <a:path h="9387840" w="7315200">
                  <a:moveTo>
                    <a:pt x="0" y="0"/>
                  </a:moveTo>
                  <a:lnTo>
                    <a:pt x="7315200" y="0"/>
                  </a:lnTo>
                  <a:lnTo>
                    <a:pt x="7315200" y="9387840"/>
                  </a:lnTo>
                  <a:lnTo>
                    <a:pt x="0" y="9387840"/>
                  </a:lnTo>
                  <a:close/>
                </a:path>
              </a:pathLst>
            </a:custGeom>
            <a:solidFill>
              <a:srgbClr val="1A1A35"/>
            </a:solidFill>
          </p:spPr>
        </p:sp>
        <p:sp>
          <p:nvSpPr>
            <p:cNvPr name="Freeform 13" id="13"/>
            <p:cNvSpPr/>
            <p:nvPr/>
          </p:nvSpPr>
          <p:spPr>
            <a:xfrm flipH="false" flipV="false" rot="0">
              <a:off x="0" y="0"/>
              <a:ext cx="7366000" cy="9438640"/>
            </a:xfrm>
            <a:custGeom>
              <a:avLst/>
              <a:gdLst/>
              <a:ahLst/>
              <a:cxnLst/>
              <a:rect r="r" b="b" t="t" l="l"/>
              <a:pathLst>
                <a:path h="9438640" w="7366000">
                  <a:moveTo>
                    <a:pt x="25400" y="0"/>
                  </a:moveTo>
                  <a:lnTo>
                    <a:pt x="7340600" y="0"/>
                  </a:lnTo>
                  <a:cubicBezTo>
                    <a:pt x="7354570" y="0"/>
                    <a:pt x="7366000" y="11430"/>
                    <a:pt x="7366000" y="25400"/>
                  </a:cubicBezTo>
                  <a:lnTo>
                    <a:pt x="7366000" y="9413240"/>
                  </a:lnTo>
                  <a:cubicBezTo>
                    <a:pt x="7366000" y="9427210"/>
                    <a:pt x="7354570" y="9438640"/>
                    <a:pt x="7340600" y="9438640"/>
                  </a:cubicBezTo>
                  <a:lnTo>
                    <a:pt x="25400" y="9438640"/>
                  </a:lnTo>
                  <a:cubicBezTo>
                    <a:pt x="11430" y="9438640"/>
                    <a:pt x="0" y="9427210"/>
                    <a:pt x="0" y="9413240"/>
                  </a:cubicBezTo>
                  <a:lnTo>
                    <a:pt x="0" y="25400"/>
                  </a:lnTo>
                  <a:cubicBezTo>
                    <a:pt x="0" y="11430"/>
                    <a:pt x="11430" y="0"/>
                    <a:pt x="25400" y="0"/>
                  </a:cubicBezTo>
                  <a:moveTo>
                    <a:pt x="25400" y="50800"/>
                  </a:moveTo>
                  <a:lnTo>
                    <a:pt x="25400" y="25400"/>
                  </a:lnTo>
                  <a:lnTo>
                    <a:pt x="50800" y="25400"/>
                  </a:lnTo>
                  <a:lnTo>
                    <a:pt x="50800" y="9413240"/>
                  </a:lnTo>
                  <a:lnTo>
                    <a:pt x="25400" y="9413240"/>
                  </a:lnTo>
                  <a:lnTo>
                    <a:pt x="25400" y="9387840"/>
                  </a:lnTo>
                  <a:lnTo>
                    <a:pt x="7340600" y="9387840"/>
                  </a:lnTo>
                  <a:lnTo>
                    <a:pt x="7340600" y="9413240"/>
                  </a:lnTo>
                  <a:lnTo>
                    <a:pt x="7315200" y="9413240"/>
                  </a:lnTo>
                  <a:lnTo>
                    <a:pt x="7315200" y="25400"/>
                  </a:lnTo>
                  <a:lnTo>
                    <a:pt x="7340600" y="25400"/>
                  </a:lnTo>
                  <a:lnTo>
                    <a:pt x="7340600" y="50800"/>
                  </a:lnTo>
                  <a:lnTo>
                    <a:pt x="25400" y="50800"/>
                  </a:lnTo>
                  <a:close/>
                </a:path>
              </a:pathLst>
            </a:custGeom>
            <a:solidFill>
              <a:srgbClr val="7C6AF7"/>
            </a:solidFill>
          </p:spPr>
        </p:sp>
      </p:grpSp>
      <p:grpSp>
        <p:nvGrpSpPr>
          <p:cNvPr name="Group 14" id="14"/>
          <p:cNvGrpSpPr/>
          <p:nvPr/>
        </p:nvGrpSpPr>
        <p:grpSpPr>
          <a:xfrm rot="0">
            <a:off x="535943" y="2821943"/>
            <a:ext cx="5511803" cy="1031243"/>
            <a:chOff x="0" y="0"/>
            <a:chExt cx="7349071" cy="1374991"/>
          </a:xfrm>
        </p:grpSpPr>
        <p:sp>
          <p:nvSpPr>
            <p:cNvPr name="Freeform 15" id="15"/>
            <p:cNvSpPr/>
            <p:nvPr/>
          </p:nvSpPr>
          <p:spPr>
            <a:xfrm flipH="false" flipV="false" rot="0">
              <a:off x="16891" y="16891"/>
              <a:ext cx="7315200" cy="1341120"/>
            </a:xfrm>
            <a:custGeom>
              <a:avLst/>
              <a:gdLst/>
              <a:ahLst/>
              <a:cxnLst/>
              <a:rect r="r" b="b" t="t" l="l"/>
              <a:pathLst>
                <a:path h="1341120" w="7315200">
                  <a:moveTo>
                    <a:pt x="0" y="0"/>
                  </a:moveTo>
                  <a:lnTo>
                    <a:pt x="7315200" y="0"/>
                  </a:lnTo>
                  <a:lnTo>
                    <a:pt x="7315200" y="1341120"/>
                  </a:lnTo>
                  <a:lnTo>
                    <a:pt x="0" y="1341120"/>
                  </a:lnTo>
                  <a:close/>
                </a:path>
              </a:pathLst>
            </a:custGeom>
            <a:solidFill>
              <a:srgbClr val="7C6AF7">
                <a:alpha val="72157"/>
              </a:srgbClr>
            </a:solidFill>
          </p:spPr>
        </p:sp>
        <p:sp>
          <p:nvSpPr>
            <p:cNvPr name="Freeform 16" id="16"/>
            <p:cNvSpPr/>
            <p:nvPr/>
          </p:nvSpPr>
          <p:spPr>
            <a:xfrm flipH="false" flipV="false" rot="0">
              <a:off x="0" y="0"/>
              <a:ext cx="7348982" cy="1374902"/>
            </a:xfrm>
            <a:custGeom>
              <a:avLst/>
              <a:gdLst/>
              <a:ahLst/>
              <a:cxnLst/>
              <a:rect r="r" b="b" t="t" l="l"/>
              <a:pathLst>
                <a:path h="1374902" w="7348982">
                  <a:moveTo>
                    <a:pt x="16891" y="0"/>
                  </a:moveTo>
                  <a:lnTo>
                    <a:pt x="7332091" y="0"/>
                  </a:lnTo>
                  <a:cubicBezTo>
                    <a:pt x="7341489" y="0"/>
                    <a:pt x="7348982" y="7620"/>
                    <a:pt x="7348982" y="16891"/>
                  </a:cubicBezTo>
                  <a:lnTo>
                    <a:pt x="7348982" y="1358011"/>
                  </a:lnTo>
                  <a:cubicBezTo>
                    <a:pt x="7348982" y="1367409"/>
                    <a:pt x="7341362" y="1374902"/>
                    <a:pt x="733209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7332091" y="1341120"/>
                  </a:lnTo>
                  <a:lnTo>
                    <a:pt x="7332091" y="1358011"/>
                  </a:lnTo>
                  <a:lnTo>
                    <a:pt x="7315200" y="1358011"/>
                  </a:lnTo>
                  <a:lnTo>
                    <a:pt x="7315200" y="16891"/>
                  </a:lnTo>
                  <a:lnTo>
                    <a:pt x="7332091" y="16891"/>
                  </a:lnTo>
                  <a:lnTo>
                    <a:pt x="7332091" y="33909"/>
                  </a:lnTo>
                  <a:lnTo>
                    <a:pt x="16891" y="33909"/>
                  </a:lnTo>
                  <a:close/>
                </a:path>
              </a:pathLst>
            </a:custGeom>
            <a:solidFill>
              <a:srgbClr val="7C6AF7"/>
            </a:solidFill>
          </p:spPr>
        </p:sp>
      </p:grpSp>
      <p:grpSp>
        <p:nvGrpSpPr>
          <p:cNvPr name="Group 17" id="17"/>
          <p:cNvGrpSpPr/>
          <p:nvPr/>
        </p:nvGrpSpPr>
        <p:grpSpPr>
          <a:xfrm rot="0">
            <a:off x="731520" y="2834640"/>
            <a:ext cx="5120640" cy="640080"/>
            <a:chOff x="0" y="0"/>
            <a:chExt cx="6827520" cy="853440"/>
          </a:xfrm>
        </p:grpSpPr>
        <p:sp>
          <p:nvSpPr>
            <p:cNvPr name="Freeform 18" id="18"/>
            <p:cNvSpPr/>
            <p:nvPr/>
          </p:nvSpPr>
          <p:spPr>
            <a:xfrm flipH="false" flipV="false" rot="0">
              <a:off x="0" y="0"/>
              <a:ext cx="6827520" cy="853440"/>
            </a:xfrm>
            <a:custGeom>
              <a:avLst/>
              <a:gdLst/>
              <a:ahLst/>
              <a:cxnLst/>
              <a:rect r="r" b="b" t="t" l="l"/>
              <a:pathLst>
                <a:path h="853440" w="6827520">
                  <a:moveTo>
                    <a:pt x="0" y="0"/>
                  </a:moveTo>
                  <a:lnTo>
                    <a:pt x="6827520" y="0"/>
                  </a:lnTo>
                  <a:lnTo>
                    <a:pt x="6827520" y="853440"/>
                  </a:lnTo>
                  <a:lnTo>
                    <a:pt x="0" y="853440"/>
                  </a:lnTo>
                  <a:close/>
                </a:path>
              </a:pathLst>
            </a:custGeom>
            <a:blipFill>
              <a:blip r:embed="rId2">
                <a:alphaModFix amt="0"/>
              </a:blip>
              <a:stretch>
                <a:fillRect l="0" t="-105880" r="0" b="-105880"/>
              </a:stretch>
            </a:blipFill>
          </p:spPr>
        </p:sp>
        <p:sp>
          <p:nvSpPr>
            <p:cNvPr name="TextBox 19" id="19"/>
            <p:cNvSpPr txBox="true"/>
            <p:nvPr/>
          </p:nvSpPr>
          <p:spPr>
            <a:xfrm>
              <a:off x="0" y="-19050"/>
              <a:ext cx="6827520" cy="872490"/>
            </a:xfrm>
            <a:prstGeom prst="rect">
              <a:avLst/>
            </a:prstGeom>
          </p:spPr>
          <p:txBody>
            <a:bodyPr anchor="ctr" rtlCol="false" tIns="0" lIns="0" bIns="0" rIns="0"/>
            <a:lstStyle/>
            <a:p>
              <a:pPr algn="l">
                <a:lnSpc>
                  <a:spcPts val="3120"/>
                </a:lnSpc>
              </a:pPr>
              <a:r>
                <a:rPr lang="en-US" sz="2600" b="true">
                  <a:solidFill>
                    <a:srgbClr val="FFFFFF"/>
                  </a:solidFill>
                  <a:latin typeface="Arial Bold"/>
                  <a:ea typeface="Arial Bold"/>
                  <a:cs typeface="Arial Bold"/>
                  <a:sym typeface="Arial Bold"/>
                </a:rPr>
                <a:t>TMDB API</a:t>
              </a:r>
            </a:p>
          </p:txBody>
        </p:sp>
      </p:grpSp>
      <p:grpSp>
        <p:nvGrpSpPr>
          <p:cNvPr name="Group 20" id="20"/>
          <p:cNvGrpSpPr/>
          <p:nvPr/>
        </p:nvGrpSpPr>
        <p:grpSpPr>
          <a:xfrm rot="0">
            <a:off x="731520" y="3438144"/>
            <a:ext cx="5120640" cy="402336"/>
            <a:chOff x="0" y="0"/>
            <a:chExt cx="6827520" cy="536448"/>
          </a:xfrm>
        </p:grpSpPr>
        <p:sp>
          <p:nvSpPr>
            <p:cNvPr name="Freeform 21" id="21"/>
            <p:cNvSpPr/>
            <p:nvPr/>
          </p:nvSpPr>
          <p:spPr>
            <a:xfrm flipH="false" flipV="false" rot="0">
              <a:off x="0" y="0"/>
              <a:ext cx="6827520" cy="536448"/>
            </a:xfrm>
            <a:custGeom>
              <a:avLst/>
              <a:gdLst/>
              <a:ahLst/>
              <a:cxnLst/>
              <a:rect r="r" b="b" t="t" l="l"/>
              <a:pathLst>
                <a:path h="536448" w="6827520">
                  <a:moveTo>
                    <a:pt x="0" y="0"/>
                  </a:moveTo>
                  <a:lnTo>
                    <a:pt x="6827520" y="0"/>
                  </a:lnTo>
                  <a:lnTo>
                    <a:pt x="6827520" y="536448"/>
                  </a:lnTo>
                  <a:lnTo>
                    <a:pt x="0" y="536448"/>
                  </a:lnTo>
                  <a:close/>
                </a:path>
              </a:pathLst>
            </a:custGeom>
            <a:blipFill>
              <a:blip r:embed="rId2">
                <a:alphaModFix amt="0"/>
              </a:blip>
              <a:stretch>
                <a:fillRect l="0" t="-197991" r="0" b="-197991"/>
              </a:stretch>
            </a:blipFill>
          </p:spPr>
        </p:sp>
        <p:sp>
          <p:nvSpPr>
            <p:cNvPr name="TextBox 22" id="22"/>
            <p:cNvSpPr txBox="true"/>
            <p:nvPr/>
          </p:nvSpPr>
          <p:spPr>
            <a:xfrm>
              <a:off x="0" y="-28575"/>
              <a:ext cx="6827520" cy="565023"/>
            </a:xfrm>
            <a:prstGeom prst="rect">
              <a:avLst/>
            </a:prstGeom>
          </p:spPr>
          <p:txBody>
            <a:bodyPr anchor="ctr" rtlCol="false" tIns="0" lIns="0" bIns="0" rIns="0"/>
            <a:lstStyle/>
            <a:p>
              <a:pPr algn="l">
                <a:lnSpc>
                  <a:spcPts val="1920"/>
                </a:lnSpc>
              </a:pPr>
              <a:r>
                <a:rPr lang="en-US" sz="1600">
                  <a:solidFill>
                    <a:srgbClr val="FFFFFF"/>
                  </a:solidFill>
                  <a:latin typeface="Calibri (MS)"/>
                  <a:ea typeface="Calibri (MS)"/>
                  <a:cs typeface="Calibri (MS)"/>
                  <a:sym typeface="Calibri (MS)"/>
                </a:rPr>
                <a:t>The Movie Database</a:t>
              </a:r>
            </a:p>
          </p:txBody>
        </p:sp>
      </p:grpSp>
      <p:grpSp>
        <p:nvGrpSpPr>
          <p:cNvPr name="Group 23" id="23"/>
          <p:cNvGrpSpPr/>
          <p:nvPr/>
        </p:nvGrpSpPr>
        <p:grpSpPr>
          <a:xfrm rot="0">
            <a:off x="725167" y="4017007"/>
            <a:ext cx="2390137" cy="524761"/>
            <a:chOff x="0" y="0"/>
            <a:chExt cx="3186849" cy="699681"/>
          </a:xfrm>
        </p:grpSpPr>
        <p:sp>
          <p:nvSpPr>
            <p:cNvPr name="Freeform 24" id="24"/>
            <p:cNvSpPr/>
            <p:nvPr/>
          </p:nvSpPr>
          <p:spPr>
            <a:xfrm flipH="false" flipV="false" rot="0">
              <a:off x="8509" y="8509"/>
              <a:ext cx="3169920" cy="682752"/>
            </a:xfrm>
            <a:custGeom>
              <a:avLst/>
              <a:gdLst/>
              <a:ahLst/>
              <a:cxnLst/>
              <a:rect r="r" b="b" t="t" l="l"/>
              <a:pathLst>
                <a:path h="682752" w="3169920">
                  <a:moveTo>
                    <a:pt x="0" y="0"/>
                  </a:moveTo>
                  <a:lnTo>
                    <a:pt x="3169920" y="0"/>
                  </a:lnTo>
                  <a:lnTo>
                    <a:pt x="3169920" y="682752"/>
                  </a:lnTo>
                  <a:lnTo>
                    <a:pt x="0" y="682752"/>
                  </a:lnTo>
                  <a:close/>
                </a:path>
              </a:pathLst>
            </a:custGeom>
            <a:solidFill>
              <a:srgbClr val="7C6AF7">
                <a:alpha val="8627"/>
              </a:srgbClr>
            </a:solidFill>
          </p:spPr>
        </p:sp>
        <p:sp>
          <p:nvSpPr>
            <p:cNvPr name="Freeform 25" id="25"/>
            <p:cNvSpPr/>
            <p:nvPr/>
          </p:nvSpPr>
          <p:spPr>
            <a:xfrm flipH="false" flipV="false" rot="0">
              <a:off x="0" y="0"/>
              <a:ext cx="3186938" cy="699770"/>
            </a:xfrm>
            <a:custGeom>
              <a:avLst/>
              <a:gdLst/>
              <a:ahLst/>
              <a:cxnLst/>
              <a:rect r="r" b="b" t="t" l="l"/>
              <a:pathLst>
                <a:path h="699770" w="3186938">
                  <a:moveTo>
                    <a:pt x="8509" y="0"/>
                  </a:moveTo>
                  <a:lnTo>
                    <a:pt x="3178429" y="0"/>
                  </a:lnTo>
                  <a:cubicBezTo>
                    <a:pt x="3183128" y="0"/>
                    <a:pt x="3186938" y="3810"/>
                    <a:pt x="3186938" y="8509"/>
                  </a:cubicBezTo>
                  <a:lnTo>
                    <a:pt x="3186938" y="691261"/>
                  </a:lnTo>
                  <a:cubicBezTo>
                    <a:pt x="3186938" y="695960"/>
                    <a:pt x="3183128" y="699770"/>
                    <a:pt x="3178429" y="699770"/>
                  </a:cubicBezTo>
                  <a:lnTo>
                    <a:pt x="8509" y="699770"/>
                  </a:lnTo>
                  <a:cubicBezTo>
                    <a:pt x="3810" y="699770"/>
                    <a:pt x="0" y="695960"/>
                    <a:pt x="0" y="691261"/>
                  </a:cubicBezTo>
                  <a:lnTo>
                    <a:pt x="0" y="8509"/>
                  </a:lnTo>
                  <a:cubicBezTo>
                    <a:pt x="0" y="3810"/>
                    <a:pt x="3810" y="0"/>
                    <a:pt x="8509" y="0"/>
                  </a:cubicBezTo>
                  <a:moveTo>
                    <a:pt x="8509" y="16891"/>
                  </a:moveTo>
                  <a:lnTo>
                    <a:pt x="8509" y="8509"/>
                  </a:lnTo>
                  <a:lnTo>
                    <a:pt x="17018" y="8509"/>
                  </a:lnTo>
                  <a:lnTo>
                    <a:pt x="17018" y="691261"/>
                  </a:lnTo>
                  <a:lnTo>
                    <a:pt x="8509" y="691261"/>
                  </a:lnTo>
                  <a:lnTo>
                    <a:pt x="8509" y="682752"/>
                  </a:lnTo>
                  <a:lnTo>
                    <a:pt x="3178429" y="682752"/>
                  </a:lnTo>
                  <a:lnTo>
                    <a:pt x="3178429" y="691261"/>
                  </a:lnTo>
                  <a:lnTo>
                    <a:pt x="3169920" y="691261"/>
                  </a:lnTo>
                  <a:lnTo>
                    <a:pt x="3169920" y="8509"/>
                  </a:lnTo>
                  <a:lnTo>
                    <a:pt x="3178429" y="8509"/>
                  </a:lnTo>
                  <a:lnTo>
                    <a:pt x="3178429" y="17018"/>
                  </a:lnTo>
                  <a:lnTo>
                    <a:pt x="8509" y="17018"/>
                  </a:lnTo>
                  <a:close/>
                </a:path>
              </a:pathLst>
            </a:custGeom>
            <a:solidFill>
              <a:srgbClr val="7C6AF7"/>
            </a:solidFill>
          </p:spPr>
        </p:sp>
      </p:grpSp>
      <p:grpSp>
        <p:nvGrpSpPr>
          <p:cNvPr name="Group 26" id="26"/>
          <p:cNvGrpSpPr/>
          <p:nvPr/>
        </p:nvGrpSpPr>
        <p:grpSpPr>
          <a:xfrm rot="0">
            <a:off x="731520" y="4023360"/>
            <a:ext cx="2377440" cy="512064"/>
            <a:chOff x="0" y="0"/>
            <a:chExt cx="3169920" cy="682752"/>
          </a:xfrm>
        </p:grpSpPr>
        <p:sp>
          <p:nvSpPr>
            <p:cNvPr name="Freeform 27" id="27"/>
            <p:cNvSpPr/>
            <p:nvPr/>
          </p:nvSpPr>
          <p:spPr>
            <a:xfrm flipH="false" flipV="false" rot="0">
              <a:off x="0" y="0"/>
              <a:ext cx="3169920" cy="682752"/>
            </a:xfrm>
            <a:custGeom>
              <a:avLst/>
              <a:gdLst/>
              <a:ahLst/>
              <a:cxnLst/>
              <a:rect r="r" b="b" t="t" l="l"/>
              <a:pathLst>
                <a:path h="682752" w="3169920">
                  <a:moveTo>
                    <a:pt x="0" y="0"/>
                  </a:moveTo>
                  <a:lnTo>
                    <a:pt x="3169920" y="0"/>
                  </a:lnTo>
                  <a:lnTo>
                    <a:pt x="3169920" y="682752"/>
                  </a:lnTo>
                  <a:lnTo>
                    <a:pt x="0" y="682752"/>
                  </a:lnTo>
                  <a:close/>
                </a:path>
              </a:pathLst>
            </a:custGeom>
            <a:blipFill>
              <a:blip r:embed="rId2">
                <a:alphaModFix amt="0"/>
              </a:blip>
              <a:stretch>
                <a:fillRect l="0" t="-40466" r="0" b="-40466"/>
              </a:stretch>
            </a:blipFill>
          </p:spPr>
        </p:sp>
        <p:sp>
          <p:nvSpPr>
            <p:cNvPr name="TextBox 28" id="28"/>
            <p:cNvSpPr txBox="true"/>
            <p:nvPr/>
          </p:nvSpPr>
          <p:spPr>
            <a:xfrm>
              <a:off x="0" y="-28575"/>
              <a:ext cx="3169920" cy="711327"/>
            </a:xfrm>
            <a:prstGeom prst="rect">
              <a:avLst/>
            </a:prstGeom>
          </p:spPr>
          <p:txBody>
            <a:bodyPr anchor="ctr" rtlCol="false" tIns="0" lIns="0" bIns="0" rIns="0"/>
            <a:lstStyle/>
            <a:p>
              <a:pPr algn="ctr">
                <a:lnSpc>
                  <a:spcPts val="1920"/>
                </a:lnSpc>
              </a:pPr>
              <a:r>
                <a:rPr lang="en-US" sz="1600">
                  <a:solidFill>
                    <a:srgbClr val="FFFFFF"/>
                  </a:solidFill>
                  <a:latin typeface="Calibri (MS)"/>
                  <a:ea typeface="Calibri (MS)"/>
                  <a:cs typeface="Calibri (MS)"/>
                  <a:sym typeface="Calibri (MS)"/>
                </a:rPr>
                <a:t>Free with key</a:t>
              </a:r>
            </a:p>
          </p:txBody>
        </p:sp>
      </p:grpSp>
      <p:grpSp>
        <p:nvGrpSpPr>
          <p:cNvPr name="Group 29" id="29"/>
          <p:cNvGrpSpPr/>
          <p:nvPr/>
        </p:nvGrpSpPr>
        <p:grpSpPr>
          <a:xfrm rot="0">
            <a:off x="731520" y="4754880"/>
            <a:ext cx="5120640" cy="512064"/>
            <a:chOff x="0" y="0"/>
            <a:chExt cx="6827520" cy="682752"/>
          </a:xfrm>
        </p:grpSpPr>
        <p:sp>
          <p:nvSpPr>
            <p:cNvPr name="Freeform 30" id="30"/>
            <p:cNvSpPr/>
            <p:nvPr/>
          </p:nvSpPr>
          <p:spPr>
            <a:xfrm flipH="false" flipV="false" rot="0">
              <a:off x="0" y="0"/>
              <a:ext cx="6827520" cy="682752"/>
            </a:xfrm>
            <a:custGeom>
              <a:avLst/>
              <a:gdLst/>
              <a:ahLst/>
              <a:cxnLst/>
              <a:rect r="r" b="b" t="t" l="l"/>
              <a:pathLst>
                <a:path h="682752" w="6827520">
                  <a:moveTo>
                    <a:pt x="0" y="0"/>
                  </a:moveTo>
                  <a:lnTo>
                    <a:pt x="6827520" y="0"/>
                  </a:lnTo>
                  <a:lnTo>
                    <a:pt x="6827520" y="682752"/>
                  </a:lnTo>
                  <a:lnTo>
                    <a:pt x="0" y="682752"/>
                  </a:lnTo>
                  <a:close/>
                </a:path>
              </a:pathLst>
            </a:custGeom>
            <a:blipFill>
              <a:blip r:embed="rId2">
                <a:alphaModFix amt="0"/>
              </a:blip>
              <a:stretch>
                <a:fillRect l="0" t="-144850" r="0" b="-144850"/>
              </a:stretch>
            </a:blipFill>
          </p:spPr>
        </p:sp>
        <p:sp>
          <p:nvSpPr>
            <p:cNvPr name="TextBox 31" id="31"/>
            <p:cNvSpPr txBox="true"/>
            <p:nvPr/>
          </p:nvSpPr>
          <p:spPr>
            <a:xfrm>
              <a:off x="0" y="-19050"/>
              <a:ext cx="6827520" cy="701802"/>
            </a:xfrm>
            <a:prstGeom prst="rect">
              <a:avLst/>
            </a:prstGeom>
          </p:spPr>
          <p:txBody>
            <a:bodyPr anchor="ctr" rtlCol="false" tIns="0" lIns="0" bIns="0" rIns="0"/>
            <a:lstStyle/>
            <a:p>
              <a:pPr algn="l">
                <a:lnSpc>
                  <a:spcPts val="2160"/>
                </a:lnSpc>
              </a:pPr>
              <a:r>
                <a:rPr lang="en-US" sz="1800" b="true">
                  <a:solidFill>
                    <a:srgbClr val="7C6AF7"/>
                  </a:solidFill>
                  <a:latin typeface="Arial Bold"/>
                  <a:ea typeface="Arial Bold"/>
                  <a:cs typeface="Arial Bold"/>
                  <a:sym typeface="Arial Bold"/>
                </a:rPr>
                <a:t>Provides:</a:t>
              </a:r>
            </a:p>
          </p:txBody>
        </p:sp>
      </p:grpSp>
      <p:grpSp>
        <p:nvGrpSpPr>
          <p:cNvPr name="Group 32" id="32"/>
          <p:cNvGrpSpPr/>
          <p:nvPr/>
        </p:nvGrpSpPr>
        <p:grpSpPr>
          <a:xfrm rot="0">
            <a:off x="731520" y="5303520"/>
            <a:ext cx="5120640" cy="548640"/>
            <a:chOff x="0" y="0"/>
            <a:chExt cx="6827520" cy="731520"/>
          </a:xfrm>
        </p:grpSpPr>
        <p:sp>
          <p:nvSpPr>
            <p:cNvPr name="Freeform 33" id="33"/>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2">
                <a:alphaModFix amt="0"/>
              </a:blip>
              <a:stretch>
                <a:fillRect l="0" t="-131860" r="0" b="-131860"/>
              </a:stretch>
            </a:blipFill>
          </p:spPr>
        </p:sp>
        <p:sp>
          <p:nvSpPr>
            <p:cNvPr name="TextBox 34" id="34"/>
            <p:cNvSpPr txBox="true"/>
            <p:nvPr/>
          </p:nvSpPr>
          <p:spPr>
            <a:xfrm>
              <a:off x="0" y="-38100"/>
              <a:ext cx="6827520" cy="769620"/>
            </a:xfrm>
            <a:prstGeom prst="rect">
              <a:avLst/>
            </a:prstGeom>
          </p:spPr>
          <p:txBody>
            <a:bodyPr anchor="ctr" rtlCol="false" tIns="0" lIns="0" bIns="0" rIns="0"/>
            <a:lstStyle/>
            <a:p>
              <a:pPr algn="l">
                <a:lnSpc>
                  <a:spcPts val="2160"/>
                </a:lnSpc>
              </a:pPr>
              <a:r>
                <a:rPr lang="en-US" sz="1800">
                  <a:solidFill>
                    <a:srgbClr val="8888A8"/>
                  </a:solidFill>
                  <a:latin typeface="Calibri (MS)"/>
                  <a:ea typeface="Calibri (MS)"/>
                  <a:cs typeface="Calibri (MS)"/>
                  <a:sym typeface="Calibri (MS)"/>
                </a:rPr>
                <a:t>→  Movie posters &amp; titles</a:t>
              </a:r>
            </a:p>
          </p:txBody>
        </p:sp>
      </p:grpSp>
      <p:grpSp>
        <p:nvGrpSpPr>
          <p:cNvPr name="Group 35" id="35"/>
          <p:cNvGrpSpPr/>
          <p:nvPr/>
        </p:nvGrpSpPr>
        <p:grpSpPr>
          <a:xfrm rot="0">
            <a:off x="731520" y="5888736"/>
            <a:ext cx="5120640" cy="548640"/>
            <a:chOff x="0" y="0"/>
            <a:chExt cx="6827520" cy="731520"/>
          </a:xfrm>
        </p:grpSpPr>
        <p:sp>
          <p:nvSpPr>
            <p:cNvPr name="Freeform 36" id="36"/>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2">
                <a:alphaModFix amt="0"/>
              </a:blip>
              <a:stretch>
                <a:fillRect l="0" t="-131860" r="0" b="-131860"/>
              </a:stretch>
            </a:blipFill>
          </p:spPr>
        </p:sp>
        <p:sp>
          <p:nvSpPr>
            <p:cNvPr name="TextBox 37" id="37"/>
            <p:cNvSpPr txBox="true"/>
            <p:nvPr/>
          </p:nvSpPr>
          <p:spPr>
            <a:xfrm>
              <a:off x="0" y="-38100"/>
              <a:ext cx="6827520" cy="769620"/>
            </a:xfrm>
            <a:prstGeom prst="rect">
              <a:avLst/>
            </a:prstGeom>
          </p:spPr>
          <p:txBody>
            <a:bodyPr anchor="ctr" rtlCol="false" tIns="0" lIns="0" bIns="0" rIns="0"/>
            <a:lstStyle/>
            <a:p>
              <a:pPr algn="l">
                <a:lnSpc>
                  <a:spcPts val="2160"/>
                </a:lnSpc>
              </a:pPr>
              <a:r>
                <a:rPr lang="en-US" sz="1800">
                  <a:solidFill>
                    <a:srgbClr val="8888A8"/>
                  </a:solidFill>
                  <a:latin typeface="Calibri (MS)"/>
                  <a:ea typeface="Calibri (MS)"/>
                  <a:cs typeface="Calibri (MS)"/>
                  <a:sym typeface="Calibri (MS)"/>
                </a:rPr>
                <a:t>→  Series info &amp; ratings</a:t>
              </a:r>
            </a:p>
          </p:txBody>
        </p:sp>
      </p:grpSp>
      <p:grpSp>
        <p:nvGrpSpPr>
          <p:cNvPr name="Group 38" id="38"/>
          <p:cNvGrpSpPr/>
          <p:nvPr/>
        </p:nvGrpSpPr>
        <p:grpSpPr>
          <a:xfrm rot="0">
            <a:off x="731520" y="6473952"/>
            <a:ext cx="5120640" cy="548640"/>
            <a:chOff x="0" y="0"/>
            <a:chExt cx="6827520" cy="731520"/>
          </a:xfrm>
        </p:grpSpPr>
        <p:sp>
          <p:nvSpPr>
            <p:cNvPr name="Freeform 39" id="39"/>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2">
                <a:alphaModFix amt="0"/>
              </a:blip>
              <a:stretch>
                <a:fillRect l="0" t="-131860" r="0" b="-131860"/>
              </a:stretch>
            </a:blipFill>
          </p:spPr>
        </p:sp>
        <p:sp>
          <p:nvSpPr>
            <p:cNvPr name="TextBox 40" id="40"/>
            <p:cNvSpPr txBox="true"/>
            <p:nvPr/>
          </p:nvSpPr>
          <p:spPr>
            <a:xfrm>
              <a:off x="0" y="-38100"/>
              <a:ext cx="6827520" cy="769620"/>
            </a:xfrm>
            <a:prstGeom prst="rect">
              <a:avLst/>
            </a:prstGeom>
          </p:spPr>
          <p:txBody>
            <a:bodyPr anchor="ctr" rtlCol="false" tIns="0" lIns="0" bIns="0" rIns="0"/>
            <a:lstStyle/>
            <a:p>
              <a:pPr algn="l">
                <a:lnSpc>
                  <a:spcPts val="2160"/>
                </a:lnSpc>
              </a:pPr>
              <a:r>
                <a:rPr lang="en-US" sz="1800">
                  <a:solidFill>
                    <a:srgbClr val="8888A8"/>
                  </a:solidFill>
                  <a:latin typeface="Calibri (MS)"/>
                  <a:ea typeface="Calibri (MS)"/>
                  <a:cs typeface="Calibri (MS)"/>
                  <a:sym typeface="Calibri (MS)"/>
                </a:rPr>
                <a:t>→  Trending &amp; popular lists</a:t>
              </a:r>
            </a:p>
          </p:txBody>
        </p:sp>
      </p:grpSp>
      <p:grpSp>
        <p:nvGrpSpPr>
          <p:cNvPr name="Group 41" id="41"/>
          <p:cNvGrpSpPr/>
          <p:nvPr/>
        </p:nvGrpSpPr>
        <p:grpSpPr>
          <a:xfrm rot="0">
            <a:off x="731520" y="7059168"/>
            <a:ext cx="5120640" cy="548640"/>
            <a:chOff x="0" y="0"/>
            <a:chExt cx="6827520" cy="731520"/>
          </a:xfrm>
        </p:grpSpPr>
        <p:sp>
          <p:nvSpPr>
            <p:cNvPr name="Freeform 42" id="42"/>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2">
                <a:alphaModFix amt="0"/>
              </a:blip>
              <a:stretch>
                <a:fillRect l="0" t="-131860" r="0" b="-131860"/>
              </a:stretch>
            </a:blipFill>
          </p:spPr>
        </p:sp>
        <p:sp>
          <p:nvSpPr>
            <p:cNvPr name="TextBox 43" id="43"/>
            <p:cNvSpPr txBox="true"/>
            <p:nvPr/>
          </p:nvSpPr>
          <p:spPr>
            <a:xfrm>
              <a:off x="0" y="-38100"/>
              <a:ext cx="6827520" cy="769620"/>
            </a:xfrm>
            <a:prstGeom prst="rect">
              <a:avLst/>
            </a:prstGeom>
          </p:spPr>
          <p:txBody>
            <a:bodyPr anchor="ctr" rtlCol="false" tIns="0" lIns="0" bIns="0" rIns="0"/>
            <a:lstStyle/>
            <a:p>
              <a:pPr algn="l">
                <a:lnSpc>
                  <a:spcPts val="2160"/>
                </a:lnSpc>
              </a:pPr>
              <a:r>
                <a:rPr lang="en-US" sz="1800">
                  <a:solidFill>
                    <a:srgbClr val="8888A8"/>
                  </a:solidFill>
                  <a:latin typeface="Calibri (MS)"/>
                  <a:ea typeface="Calibri (MS)"/>
                  <a:cs typeface="Calibri (MS)"/>
                  <a:sym typeface="Calibri (MS)"/>
                </a:rPr>
                <a:t>→  Search by title</a:t>
              </a:r>
            </a:p>
          </p:txBody>
        </p:sp>
      </p:grpSp>
      <p:grpSp>
        <p:nvGrpSpPr>
          <p:cNvPr name="Group 44" id="44"/>
          <p:cNvGrpSpPr/>
          <p:nvPr/>
        </p:nvGrpSpPr>
        <p:grpSpPr>
          <a:xfrm rot="0">
            <a:off x="731520" y="7644384"/>
            <a:ext cx="5120640" cy="548640"/>
            <a:chOff x="0" y="0"/>
            <a:chExt cx="6827520" cy="731520"/>
          </a:xfrm>
        </p:grpSpPr>
        <p:sp>
          <p:nvSpPr>
            <p:cNvPr name="Freeform 45" id="45"/>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2">
                <a:alphaModFix amt="0"/>
              </a:blip>
              <a:stretch>
                <a:fillRect l="0" t="-131860" r="0" b="-131860"/>
              </a:stretch>
            </a:blipFill>
          </p:spPr>
        </p:sp>
        <p:sp>
          <p:nvSpPr>
            <p:cNvPr name="TextBox 46" id="46"/>
            <p:cNvSpPr txBox="true"/>
            <p:nvPr/>
          </p:nvSpPr>
          <p:spPr>
            <a:xfrm>
              <a:off x="0" y="-38100"/>
              <a:ext cx="6827520" cy="769620"/>
            </a:xfrm>
            <a:prstGeom prst="rect">
              <a:avLst/>
            </a:prstGeom>
          </p:spPr>
          <p:txBody>
            <a:bodyPr anchor="ctr" rtlCol="false" tIns="0" lIns="0" bIns="0" rIns="0"/>
            <a:lstStyle/>
            <a:p>
              <a:pPr algn="l">
                <a:lnSpc>
                  <a:spcPts val="2160"/>
                </a:lnSpc>
              </a:pPr>
              <a:r>
                <a:rPr lang="en-US" sz="1800">
                  <a:solidFill>
                    <a:srgbClr val="8888A8"/>
                  </a:solidFill>
                  <a:latin typeface="Calibri (MS)"/>
                  <a:ea typeface="Calibri (MS)"/>
                  <a:cs typeface="Calibri (MS)"/>
                  <a:sym typeface="Calibri (MS)"/>
                </a:rPr>
                <a:t>→  Discover by genre &amp; mood</a:t>
              </a:r>
            </a:p>
          </p:txBody>
        </p:sp>
      </p:grpSp>
      <p:grpSp>
        <p:nvGrpSpPr>
          <p:cNvPr name="Group 47" id="47"/>
          <p:cNvGrpSpPr/>
          <p:nvPr/>
        </p:nvGrpSpPr>
        <p:grpSpPr>
          <a:xfrm rot="0">
            <a:off x="718823" y="9222743"/>
            <a:ext cx="5146043" cy="482603"/>
            <a:chOff x="0" y="0"/>
            <a:chExt cx="6861391" cy="643471"/>
          </a:xfrm>
        </p:grpSpPr>
        <p:sp>
          <p:nvSpPr>
            <p:cNvPr name="Freeform 48" id="48"/>
            <p:cNvSpPr/>
            <p:nvPr/>
          </p:nvSpPr>
          <p:spPr>
            <a:xfrm flipH="false" flipV="false" rot="0">
              <a:off x="16891" y="16891"/>
              <a:ext cx="6827520" cy="609600"/>
            </a:xfrm>
            <a:custGeom>
              <a:avLst/>
              <a:gdLst/>
              <a:ahLst/>
              <a:cxnLst/>
              <a:rect r="r" b="b" t="t" l="l"/>
              <a:pathLst>
                <a:path h="609600" w="6827520">
                  <a:moveTo>
                    <a:pt x="0" y="0"/>
                  </a:moveTo>
                  <a:lnTo>
                    <a:pt x="6827520" y="0"/>
                  </a:lnTo>
                  <a:lnTo>
                    <a:pt x="6827520" y="609600"/>
                  </a:lnTo>
                  <a:lnTo>
                    <a:pt x="0" y="609600"/>
                  </a:lnTo>
                  <a:close/>
                </a:path>
              </a:pathLst>
            </a:custGeom>
            <a:solidFill>
              <a:srgbClr val="7C6AF7">
                <a:alpha val="1961"/>
              </a:srgbClr>
            </a:solidFill>
          </p:spPr>
        </p:sp>
        <p:sp>
          <p:nvSpPr>
            <p:cNvPr name="Freeform 49" id="49"/>
            <p:cNvSpPr/>
            <p:nvPr/>
          </p:nvSpPr>
          <p:spPr>
            <a:xfrm flipH="false" flipV="false" rot="0">
              <a:off x="0" y="0"/>
              <a:ext cx="6861301" cy="643384"/>
            </a:xfrm>
            <a:custGeom>
              <a:avLst/>
              <a:gdLst/>
              <a:ahLst/>
              <a:cxnLst/>
              <a:rect r="r" b="b" t="t" l="l"/>
              <a:pathLst>
                <a:path h="643384" w="6861301">
                  <a:moveTo>
                    <a:pt x="16891" y="0"/>
                  </a:moveTo>
                  <a:lnTo>
                    <a:pt x="6844411" y="0"/>
                  </a:lnTo>
                  <a:cubicBezTo>
                    <a:pt x="6853809" y="0"/>
                    <a:pt x="6861301" y="7620"/>
                    <a:pt x="6861301" y="16891"/>
                  </a:cubicBezTo>
                  <a:lnTo>
                    <a:pt x="6861301" y="626491"/>
                  </a:lnTo>
                  <a:cubicBezTo>
                    <a:pt x="6861301" y="635889"/>
                    <a:pt x="6853682" y="643382"/>
                    <a:pt x="6844411"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6844411" y="609600"/>
                  </a:lnTo>
                  <a:lnTo>
                    <a:pt x="6844411" y="626491"/>
                  </a:lnTo>
                  <a:lnTo>
                    <a:pt x="6827520" y="626491"/>
                  </a:lnTo>
                  <a:lnTo>
                    <a:pt x="6827520" y="16891"/>
                  </a:lnTo>
                  <a:lnTo>
                    <a:pt x="6844411" y="16891"/>
                  </a:lnTo>
                  <a:lnTo>
                    <a:pt x="6844411" y="33909"/>
                  </a:lnTo>
                  <a:lnTo>
                    <a:pt x="16891" y="33909"/>
                  </a:lnTo>
                  <a:close/>
                </a:path>
              </a:pathLst>
            </a:custGeom>
            <a:solidFill>
              <a:srgbClr val="7C6AF7"/>
            </a:solidFill>
          </p:spPr>
        </p:sp>
      </p:grpSp>
      <p:grpSp>
        <p:nvGrpSpPr>
          <p:cNvPr name="Group 50" id="50"/>
          <p:cNvGrpSpPr/>
          <p:nvPr/>
        </p:nvGrpSpPr>
        <p:grpSpPr>
          <a:xfrm rot="0">
            <a:off x="731520" y="9235440"/>
            <a:ext cx="5120640" cy="457200"/>
            <a:chOff x="0" y="0"/>
            <a:chExt cx="6827520" cy="609600"/>
          </a:xfrm>
        </p:grpSpPr>
        <p:sp>
          <p:nvSpPr>
            <p:cNvPr name="Freeform 51" id="51"/>
            <p:cNvSpPr/>
            <p:nvPr/>
          </p:nvSpPr>
          <p:spPr>
            <a:xfrm flipH="false" flipV="false" rot="0">
              <a:off x="0" y="0"/>
              <a:ext cx="6827520" cy="609600"/>
            </a:xfrm>
            <a:custGeom>
              <a:avLst/>
              <a:gdLst/>
              <a:ahLst/>
              <a:cxnLst/>
              <a:rect r="r" b="b" t="t" l="l"/>
              <a:pathLst>
                <a:path h="609600" w="6827520">
                  <a:moveTo>
                    <a:pt x="0" y="0"/>
                  </a:moveTo>
                  <a:lnTo>
                    <a:pt x="6827520" y="0"/>
                  </a:lnTo>
                  <a:lnTo>
                    <a:pt x="6827520" y="609600"/>
                  </a:lnTo>
                  <a:lnTo>
                    <a:pt x="0" y="609600"/>
                  </a:lnTo>
                  <a:close/>
                </a:path>
              </a:pathLst>
            </a:custGeom>
            <a:blipFill>
              <a:blip r:embed="rId2">
                <a:alphaModFix amt="0"/>
              </a:blip>
              <a:stretch>
                <a:fillRect l="0" t="-168232" r="0" b="-168232"/>
              </a:stretch>
            </a:blipFill>
          </p:spPr>
        </p:sp>
        <p:sp>
          <p:nvSpPr>
            <p:cNvPr name="TextBox 52" id="52"/>
            <p:cNvSpPr txBox="true"/>
            <p:nvPr/>
          </p:nvSpPr>
          <p:spPr>
            <a:xfrm>
              <a:off x="0" y="-38100"/>
              <a:ext cx="6827520" cy="647700"/>
            </a:xfrm>
            <a:prstGeom prst="rect">
              <a:avLst/>
            </a:prstGeom>
          </p:spPr>
          <p:txBody>
            <a:bodyPr anchor="ctr" rtlCol="false" tIns="0" lIns="0" bIns="0" rIns="0"/>
            <a:lstStyle/>
            <a:p>
              <a:pPr algn="ctr">
                <a:lnSpc>
                  <a:spcPts val="1800"/>
                </a:lnSpc>
              </a:pPr>
              <a:r>
                <a:rPr lang="en-US" sz="1500">
                  <a:solidFill>
                    <a:srgbClr val="7C6AF7"/>
                  </a:solidFill>
                  <a:latin typeface="Calibri (MS)"/>
                  <a:ea typeface="Calibri (MS)"/>
                  <a:cs typeface="Calibri (MS)"/>
                  <a:sym typeface="Calibri (MS)"/>
                </a:rPr>
                <a:t>Used in: Movies, Series, Browse, Recommendations, Mood Pick</a:t>
              </a:r>
            </a:p>
          </p:txBody>
        </p:sp>
      </p:grpSp>
      <p:grpSp>
        <p:nvGrpSpPr>
          <p:cNvPr name="Group 53" id="53"/>
          <p:cNvGrpSpPr/>
          <p:nvPr/>
        </p:nvGrpSpPr>
        <p:grpSpPr>
          <a:xfrm rot="0">
            <a:off x="6381750" y="2815590"/>
            <a:ext cx="5524500" cy="7078980"/>
            <a:chOff x="0" y="0"/>
            <a:chExt cx="7366000" cy="9438640"/>
          </a:xfrm>
        </p:grpSpPr>
        <p:sp>
          <p:nvSpPr>
            <p:cNvPr name="Freeform 54" id="54"/>
            <p:cNvSpPr/>
            <p:nvPr/>
          </p:nvSpPr>
          <p:spPr>
            <a:xfrm flipH="false" flipV="false" rot="0">
              <a:off x="25400" y="25400"/>
              <a:ext cx="7315200" cy="9387840"/>
            </a:xfrm>
            <a:custGeom>
              <a:avLst/>
              <a:gdLst/>
              <a:ahLst/>
              <a:cxnLst/>
              <a:rect r="r" b="b" t="t" l="l"/>
              <a:pathLst>
                <a:path h="9387840" w="7315200">
                  <a:moveTo>
                    <a:pt x="0" y="0"/>
                  </a:moveTo>
                  <a:lnTo>
                    <a:pt x="7315200" y="0"/>
                  </a:lnTo>
                  <a:lnTo>
                    <a:pt x="7315200" y="9387840"/>
                  </a:lnTo>
                  <a:lnTo>
                    <a:pt x="0" y="9387840"/>
                  </a:lnTo>
                  <a:close/>
                </a:path>
              </a:pathLst>
            </a:custGeom>
            <a:solidFill>
              <a:srgbClr val="1A1A35"/>
            </a:solidFill>
          </p:spPr>
        </p:sp>
        <p:sp>
          <p:nvSpPr>
            <p:cNvPr name="Freeform 55" id="55"/>
            <p:cNvSpPr/>
            <p:nvPr/>
          </p:nvSpPr>
          <p:spPr>
            <a:xfrm flipH="false" flipV="false" rot="0">
              <a:off x="0" y="0"/>
              <a:ext cx="7366000" cy="9438640"/>
            </a:xfrm>
            <a:custGeom>
              <a:avLst/>
              <a:gdLst/>
              <a:ahLst/>
              <a:cxnLst/>
              <a:rect r="r" b="b" t="t" l="l"/>
              <a:pathLst>
                <a:path h="9438640" w="7366000">
                  <a:moveTo>
                    <a:pt x="25400" y="0"/>
                  </a:moveTo>
                  <a:lnTo>
                    <a:pt x="7340600" y="0"/>
                  </a:lnTo>
                  <a:cubicBezTo>
                    <a:pt x="7354570" y="0"/>
                    <a:pt x="7366000" y="11430"/>
                    <a:pt x="7366000" y="25400"/>
                  </a:cubicBezTo>
                  <a:lnTo>
                    <a:pt x="7366000" y="9413240"/>
                  </a:lnTo>
                  <a:cubicBezTo>
                    <a:pt x="7366000" y="9427210"/>
                    <a:pt x="7354570" y="9438640"/>
                    <a:pt x="7340600" y="9438640"/>
                  </a:cubicBezTo>
                  <a:lnTo>
                    <a:pt x="25400" y="9438640"/>
                  </a:lnTo>
                  <a:cubicBezTo>
                    <a:pt x="11430" y="9438640"/>
                    <a:pt x="0" y="9427210"/>
                    <a:pt x="0" y="9413240"/>
                  </a:cubicBezTo>
                  <a:lnTo>
                    <a:pt x="0" y="25400"/>
                  </a:lnTo>
                  <a:cubicBezTo>
                    <a:pt x="0" y="11430"/>
                    <a:pt x="11430" y="0"/>
                    <a:pt x="25400" y="0"/>
                  </a:cubicBezTo>
                  <a:moveTo>
                    <a:pt x="25400" y="50800"/>
                  </a:moveTo>
                  <a:lnTo>
                    <a:pt x="25400" y="25400"/>
                  </a:lnTo>
                  <a:lnTo>
                    <a:pt x="50800" y="25400"/>
                  </a:lnTo>
                  <a:lnTo>
                    <a:pt x="50800" y="9413240"/>
                  </a:lnTo>
                  <a:lnTo>
                    <a:pt x="25400" y="9413240"/>
                  </a:lnTo>
                  <a:lnTo>
                    <a:pt x="25400" y="9387840"/>
                  </a:lnTo>
                  <a:lnTo>
                    <a:pt x="7340600" y="9387840"/>
                  </a:lnTo>
                  <a:lnTo>
                    <a:pt x="7340600" y="9413240"/>
                  </a:lnTo>
                  <a:lnTo>
                    <a:pt x="7315200" y="9413240"/>
                  </a:lnTo>
                  <a:lnTo>
                    <a:pt x="7315200" y="25400"/>
                  </a:lnTo>
                  <a:lnTo>
                    <a:pt x="7340600" y="25400"/>
                  </a:lnTo>
                  <a:lnTo>
                    <a:pt x="7340600" y="50800"/>
                  </a:lnTo>
                  <a:lnTo>
                    <a:pt x="25400" y="50800"/>
                  </a:lnTo>
                  <a:close/>
                </a:path>
              </a:pathLst>
            </a:custGeom>
            <a:solidFill>
              <a:srgbClr val="F76A6A"/>
            </a:solidFill>
          </p:spPr>
        </p:sp>
      </p:grpSp>
      <p:grpSp>
        <p:nvGrpSpPr>
          <p:cNvPr name="Group 56" id="56"/>
          <p:cNvGrpSpPr/>
          <p:nvPr/>
        </p:nvGrpSpPr>
        <p:grpSpPr>
          <a:xfrm rot="0">
            <a:off x="6388103" y="2821943"/>
            <a:ext cx="5511803" cy="1031243"/>
            <a:chOff x="0" y="0"/>
            <a:chExt cx="7349071" cy="1374991"/>
          </a:xfrm>
        </p:grpSpPr>
        <p:sp>
          <p:nvSpPr>
            <p:cNvPr name="Freeform 57" id="57"/>
            <p:cNvSpPr/>
            <p:nvPr/>
          </p:nvSpPr>
          <p:spPr>
            <a:xfrm flipH="false" flipV="false" rot="0">
              <a:off x="16891" y="16891"/>
              <a:ext cx="7315200" cy="1341120"/>
            </a:xfrm>
            <a:custGeom>
              <a:avLst/>
              <a:gdLst/>
              <a:ahLst/>
              <a:cxnLst/>
              <a:rect r="r" b="b" t="t" l="l"/>
              <a:pathLst>
                <a:path h="1341120" w="7315200">
                  <a:moveTo>
                    <a:pt x="0" y="0"/>
                  </a:moveTo>
                  <a:lnTo>
                    <a:pt x="7315200" y="0"/>
                  </a:lnTo>
                  <a:lnTo>
                    <a:pt x="7315200" y="1341120"/>
                  </a:lnTo>
                  <a:lnTo>
                    <a:pt x="0" y="1341120"/>
                  </a:lnTo>
                  <a:close/>
                </a:path>
              </a:pathLst>
            </a:custGeom>
            <a:solidFill>
              <a:srgbClr val="F76A6A">
                <a:alpha val="72157"/>
              </a:srgbClr>
            </a:solidFill>
          </p:spPr>
        </p:sp>
        <p:sp>
          <p:nvSpPr>
            <p:cNvPr name="Freeform 58" id="58"/>
            <p:cNvSpPr/>
            <p:nvPr/>
          </p:nvSpPr>
          <p:spPr>
            <a:xfrm flipH="false" flipV="false" rot="0">
              <a:off x="0" y="0"/>
              <a:ext cx="7348982" cy="1374902"/>
            </a:xfrm>
            <a:custGeom>
              <a:avLst/>
              <a:gdLst/>
              <a:ahLst/>
              <a:cxnLst/>
              <a:rect r="r" b="b" t="t" l="l"/>
              <a:pathLst>
                <a:path h="1374902" w="7348982">
                  <a:moveTo>
                    <a:pt x="16891" y="0"/>
                  </a:moveTo>
                  <a:lnTo>
                    <a:pt x="7332091" y="0"/>
                  </a:lnTo>
                  <a:cubicBezTo>
                    <a:pt x="7341489" y="0"/>
                    <a:pt x="7348982" y="7620"/>
                    <a:pt x="7348982" y="16891"/>
                  </a:cubicBezTo>
                  <a:lnTo>
                    <a:pt x="7348982" y="1358011"/>
                  </a:lnTo>
                  <a:cubicBezTo>
                    <a:pt x="7348982" y="1367409"/>
                    <a:pt x="7341362" y="1374902"/>
                    <a:pt x="733209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7332091" y="1341120"/>
                  </a:lnTo>
                  <a:lnTo>
                    <a:pt x="7332091" y="1358011"/>
                  </a:lnTo>
                  <a:lnTo>
                    <a:pt x="7315200" y="1358011"/>
                  </a:lnTo>
                  <a:lnTo>
                    <a:pt x="7315200" y="16891"/>
                  </a:lnTo>
                  <a:lnTo>
                    <a:pt x="7332091" y="16891"/>
                  </a:lnTo>
                  <a:lnTo>
                    <a:pt x="7332091" y="33909"/>
                  </a:lnTo>
                  <a:lnTo>
                    <a:pt x="16891" y="33909"/>
                  </a:lnTo>
                  <a:close/>
                </a:path>
              </a:pathLst>
            </a:custGeom>
            <a:solidFill>
              <a:srgbClr val="F76A6A"/>
            </a:solidFill>
          </p:spPr>
        </p:sp>
      </p:grpSp>
      <p:grpSp>
        <p:nvGrpSpPr>
          <p:cNvPr name="Group 59" id="59"/>
          <p:cNvGrpSpPr/>
          <p:nvPr/>
        </p:nvGrpSpPr>
        <p:grpSpPr>
          <a:xfrm rot="0">
            <a:off x="6583680" y="2834640"/>
            <a:ext cx="5120640" cy="640080"/>
            <a:chOff x="0" y="0"/>
            <a:chExt cx="6827520" cy="853440"/>
          </a:xfrm>
        </p:grpSpPr>
        <p:sp>
          <p:nvSpPr>
            <p:cNvPr name="Freeform 60" id="60"/>
            <p:cNvSpPr/>
            <p:nvPr/>
          </p:nvSpPr>
          <p:spPr>
            <a:xfrm flipH="false" flipV="false" rot="0">
              <a:off x="0" y="0"/>
              <a:ext cx="6827520" cy="853440"/>
            </a:xfrm>
            <a:custGeom>
              <a:avLst/>
              <a:gdLst/>
              <a:ahLst/>
              <a:cxnLst/>
              <a:rect r="r" b="b" t="t" l="l"/>
              <a:pathLst>
                <a:path h="853440" w="6827520">
                  <a:moveTo>
                    <a:pt x="0" y="0"/>
                  </a:moveTo>
                  <a:lnTo>
                    <a:pt x="6827520" y="0"/>
                  </a:lnTo>
                  <a:lnTo>
                    <a:pt x="6827520" y="853440"/>
                  </a:lnTo>
                  <a:lnTo>
                    <a:pt x="0" y="853440"/>
                  </a:lnTo>
                  <a:close/>
                </a:path>
              </a:pathLst>
            </a:custGeom>
            <a:blipFill>
              <a:blip r:embed="rId2">
                <a:alphaModFix amt="0"/>
              </a:blip>
              <a:stretch>
                <a:fillRect l="0" t="-105880" r="0" b="-105880"/>
              </a:stretch>
            </a:blipFill>
          </p:spPr>
        </p:sp>
        <p:sp>
          <p:nvSpPr>
            <p:cNvPr name="TextBox 61" id="61"/>
            <p:cNvSpPr txBox="true"/>
            <p:nvPr/>
          </p:nvSpPr>
          <p:spPr>
            <a:xfrm>
              <a:off x="0" y="-19050"/>
              <a:ext cx="6827520" cy="872490"/>
            </a:xfrm>
            <a:prstGeom prst="rect">
              <a:avLst/>
            </a:prstGeom>
          </p:spPr>
          <p:txBody>
            <a:bodyPr anchor="ctr" rtlCol="false" tIns="0" lIns="0" bIns="0" rIns="0"/>
            <a:lstStyle/>
            <a:p>
              <a:pPr algn="l">
                <a:lnSpc>
                  <a:spcPts val="3120"/>
                </a:lnSpc>
              </a:pPr>
              <a:r>
                <a:rPr lang="en-US" sz="2600" b="true">
                  <a:solidFill>
                    <a:srgbClr val="FFFFFF"/>
                  </a:solidFill>
                  <a:latin typeface="Arial Bold"/>
                  <a:ea typeface="Arial Bold"/>
                  <a:cs typeface="Arial Bold"/>
                  <a:sym typeface="Arial Bold"/>
                </a:rPr>
                <a:t>Jikan API</a:t>
              </a:r>
            </a:p>
          </p:txBody>
        </p:sp>
      </p:grpSp>
      <p:grpSp>
        <p:nvGrpSpPr>
          <p:cNvPr name="Group 62" id="62"/>
          <p:cNvGrpSpPr/>
          <p:nvPr/>
        </p:nvGrpSpPr>
        <p:grpSpPr>
          <a:xfrm rot="0">
            <a:off x="6583680" y="3438144"/>
            <a:ext cx="5120640" cy="402336"/>
            <a:chOff x="0" y="0"/>
            <a:chExt cx="6827520" cy="536448"/>
          </a:xfrm>
        </p:grpSpPr>
        <p:sp>
          <p:nvSpPr>
            <p:cNvPr name="Freeform 63" id="63"/>
            <p:cNvSpPr/>
            <p:nvPr/>
          </p:nvSpPr>
          <p:spPr>
            <a:xfrm flipH="false" flipV="false" rot="0">
              <a:off x="0" y="0"/>
              <a:ext cx="6827520" cy="536448"/>
            </a:xfrm>
            <a:custGeom>
              <a:avLst/>
              <a:gdLst/>
              <a:ahLst/>
              <a:cxnLst/>
              <a:rect r="r" b="b" t="t" l="l"/>
              <a:pathLst>
                <a:path h="536448" w="6827520">
                  <a:moveTo>
                    <a:pt x="0" y="0"/>
                  </a:moveTo>
                  <a:lnTo>
                    <a:pt x="6827520" y="0"/>
                  </a:lnTo>
                  <a:lnTo>
                    <a:pt x="6827520" y="536448"/>
                  </a:lnTo>
                  <a:lnTo>
                    <a:pt x="0" y="536448"/>
                  </a:lnTo>
                  <a:close/>
                </a:path>
              </a:pathLst>
            </a:custGeom>
            <a:blipFill>
              <a:blip r:embed="rId2">
                <a:alphaModFix amt="0"/>
              </a:blip>
              <a:stretch>
                <a:fillRect l="0" t="-197991" r="0" b="-197991"/>
              </a:stretch>
            </a:blipFill>
          </p:spPr>
        </p:sp>
        <p:sp>
          <p:nvSpPr>
            <p:cNvPr name="TextBox 64" id="64"/>
            <p:cNvSpPr txBox="true"/>
            <p:nvPr/>
          </p:nvSpPr>
          <p:spPr>
            <a:xfrm>
              <a:off x="0" y="-28575"/>
              <a:ext cx="6827520" cy="565023"/>
            </a:xfrm>
            <a:prstGeom prst="rect">
              <a:avLst/>
            </a:prstGeom>
          </p:spPr>
          <p:txBody>
            <a:bodyPr anchor="ctr" rtlCol="false" tIns="0" lIns="0" bIns="0" rIns="0"/>
            <a:lstStyle/>
            <a:p>
              <a:pPr algn="l">
                <a:lnSpc>
                  <a:spcPts val="1920"/>
                </a:lnSpc>
              </a:pPr>
              <a:r>
                <a:rPr lang="en-US" sz="1600">
                  <a:solidFill>
                    <a:srgbClr val="FFFFFF"/>
                  </a:solidFill>
                  <a:latin typeface="Calibri (MS)"/>
                  <a:ea typeface="Calibri (MS)"/>
                  <a:cs typeface="Calibri (MS)"/>
                  <a:sym typeface="Calibri (MS)"/>
                </a:rPr>
                <a:t>MyAnimeList Unofficial</a:t>
              </a:r>
            </a:p>
          </p:txBody>
        </p:sp>
      </p:grpSp>
      <p:grpSp>
        <p:nvGrpSpPr>
          <p:cNvPr name="Group 65" id="65"/>
          <p:cNvGrpSpPr/>
          <p:nvPr/>
        </p:nvGrpSpPr>
        <p:grpSpPr>
          <a:xfrm rot="0">
            <a:off x="6577327" y="4017007"/>
            <a:ext cx="2390137" cy="524761"/>
            <a:chOff x="0" y="0"/>
            <a:chExt cx="3186849" cy="699681"/>
          </a:xfrm>
        </p:grpSpPr>
        <p:sp>
          <p:nvSpPr>
            <p:cNvPr name="Freeform 66" id="66"/>
            <p:cNvSpPr/>
            <p:nvPr/>
          </p:nvSpPr>
          <p:spPr>
            <a:xfrm flipH="false" flipV="false" rot="0">
              <a:off x="8509" y="8509"/>
              <a:ext cx="3169920" cy="682752"/>
            </a:xfrm>
            <a:custGeom>
              <a:avLst/>
              <a:gdLst/>
              <a:ahLst/>
              <a:cxnLst/>
              <a:rect r="r" b="b" t="t" l="l"/>
              <a:pathLst>
                <a:path h="682752" w="3169920">
                  <a:moveTo>
                    <a:pt x="0" y="0"/>
                  </a:moveTo>
                  <a:lnTo>
                    <a:pt x="3169920" y="0"/>
                  </a:lnTo>
                  <a:lnTo>
                    <a:pt x="3169920" y="682752"/>
                  </a:lnTo>
                  <a:lnTo>
                    <a:pt x="0" y="682752"/>
                  </a:lnTo>
                  <a:close/>
                </a:path>
              </a:pathLst>
            </a:custGeom>
            <a:solidFill>
              <a:srgbClr val="F76A6A">
                <a:alpha val="8627"/>
              </a:srgbClr>
            </a:solidFill>
          </p:spPr>
        </p:sp>
        <p:sp>
          <p:nvSpPr>
            <p:cNvPr name="Freeform 67" id="67"/>
            <p:cNvSpPr/>
            <p:nvPr/>
          </p:nvSpPr>
          <p:spPr>
            <a:xfrm flipH="false" flipV="false" rot="0">
              <a:off x="0" y="0"/>
              <a:ext cx="3186938" cy="699770"/>
            </a:xfrm>
            <a:custGeom>
              <a:avLst/>
              <a:gdLst/>
              <a:ahLst/>
              <a:cxnLst/>
              <a:rect r="r" b="b" t="t" l="l"/>
              <a:pathLst>
                <a:path h="699770" w="3186938">
                  <a:moveTo>
                    <a:pt x="8509" y="0"/>
                  </a:moveTo>
                  <a:lnTo>
                    <a:pt x="3178429" y="0"/>
                  </a:lnTo>
                  <a:cubicBezTo>
                    <a:pt x="3183128" y="0"/>
                    <a:pt x="3186938" y="3810"/>
                    <a:pt x="3186938" y="8509"/>
                  </a:cubicBezTo>
                  <a:lnTo>
                    <a:pt x="3186938" y="691261"/>
                  </a:lnTo>
                  <a:cubicBezTo>
                    <a:pt x="3186938" y="695960"/>
                    <a:pt x="3183128" y="699770"/>
                    <a:pt x="3178429" y="699770"/>
                  </a:cubicBezTo>
                  <a:lnTo>
                    <a:pt x="8509" y="699770"/>
                  </a:lnTo>
                  <a:cubicBezTo>
                    <a:pt x="3810" y="699770"/>
                    <a:pt x="0" y="695960"/>
                    <a:pt x="0" y="691261"/>
                  </a:cubicBezTo>
                  <a:lnTo>
                    <a:pt x="0" y="8509"/>
                  </a:lnTo>
                  <a:cubicBezTo>
                    <a:pt x="0" y="3810"/>
                    <a:pt x="3810" y="0"/>
                    <a:pt x="8509" y="0"/>
                  </a:cubicBezTo>
                  <a:moveTo>
                    <a:pt x="8509" y="16891"/>
                  </a:moveTo>
                  <a:lnTo>
                    <a:pt x="8509" y="8509"/>
                  </a:lnTo>
                  <a:lnTo>
                    <a:pt x="17018" y="8509"/>
                  </a:lnTo>
                  <a:lnTo>
                    <a:pt x="17018" y="691261"/>
                  </a:lnTo>
                  <a:lnTo>
                    <a:pt x="8509" y="691261"/>
                  </a:lnTo>
                  <a:lnTo>
                    <a:pt x="8509" y="682752"/>
                  </a:lnTo>
                  <a:lnTo>
                    <a:pt x="3178429" y="682752"/>
                  </a:lnTo>
                  <a:lnTo>
                    <a:pt x="3178429" y="691261"/>
                  </a:lnTo>
                  <a:lnTo>
                    <a:pt x="3169920" y="691261"/>
                  </a:lnTo>
                  <a:lnTo>
                    <a:pt x="3169920" y="8509"/>
                  </a:lnTo>
                  <a:lnTo>
                    <a:pt x="3178429" y="8509"/>
                  </a:lnTo>
                  <a:lnTo>
                    <a:pt x="3178429" y="17018"/>
                  </a:lnTo>
                  <a:lnTo>
                    <a:pt x="8509" y="17018"/>
                  </a:lnTo>
                  <a:close/>
                </a:path>
              </a:pathLst>
            </a:custGeom>
            <a:solidFill>
              <a:srgbClr val="F76A6A"/>
            </a:solidFill>
          </p:spPr>
        </p:sp>
      </p:grpSp>
      <p:grpSp>
        <p:nvGrpSpPr>
          <p:cNvPr name="Group 68" id="68"/>
          <p:cNvGrpSpPr/>
          <p:nvPr/>
        </p:nvGrpSpPr>
        <p:grpSpPr>
          <a:xfrm rot="0">
            <a:off x="6583680" y="4023360"/>
            <a:ext cx="2377440" cy="512064"/>
            <a:chOff x="0" y="0"/>
            <a:chExt cx="3169920" cy="682752"/>
          </a:xfrm>
        </p:grpSpPr>
        <p:sp>
          <p:nvSpPr>
            <p:cNvPr name="Freeform 69" id="69"/>
            <p:cNvSpPr/>
            <p:nvPr/>
          </p:nvSpPr>
          <p:spPr>
            <a:xfrm flipH="false" flipV="false" rot="0">
              <a:off x="0" y="0"/>
              <a:ext cx="3169920" cy="682752"/>
            </a:xfrm>
            <a:custGeom>
              <a:avLst/>
              <a:gdLst/>
              <a:ahLst/>
              <a:cxnLst/>
              <a:rect r="r" b="b" t="t" l="l"/>
              <a:pathLst>
                <a:path h="682752" w="3169920">
                  <a:moveTo>
                    <a:pt x="0" y="0"/>
                  </a:moveTo>
                  <a:lnTo>
                    <a:pt x="3169920" y="0"/>
                  </a:lnTo>
                  <a:lnTo>
                    <a:pt x="3169920" y="682752"/>
                  </a:lnTo>
                  <a:lnTo>
                    <a:pt x="0" y="682752"/>
                  </a:lnTo>
                  <a:close/>
                </a:path>
              </a:pathLst>
            </a:custGeom>
            <a:blipFill>
              <a:blip r:embed="rId2">
                <a:alphaModFix amt="0"/>
              </a:blip>
              <a:stretch>
                <a:fillRect l="0" t="-40466" r="0" b="-40466"/>
              </a:stretch>
            </a:blipFill>
          </p:spPr>
        </p:sp>
        <p:sp>
          <p:nvSpPr>
            <p:cNvPr name="TextBox 70" id="70"/>
            <p:cNvSpPr txBox="true"/>
            <p:nvPr/>
          </p:nvSpPr>
          <p:spPr>
            <a:xfrm>
              <a:off x="0" y="-28575"/>
              <a:ext cx="3169920" cy="711327"/>
            </a:xfrm>
            <a:prstGeom prst="rect">
              <a:avLst/>
            </a:prstGeom>
          </p:spPr>
          <p:txBody>
            <a:bodyPr anchor="ctr" rtlCol="false" tIns="0" lIns="0" bIns="0" rIns="0"/>
            <a:lstStyle/>
            <a:p>
              <a:pPr algn="ctr">
                <a:lnSpc>
                  <a:spcPts val="1920"/>
                </a:lnSpc>
              </a:pPr>
              <a:r>
                <a:rPr lang="en-US" sz="1600">
                  <a:solidFill>
                    <a:srgbClr val="FFFFFF"/>
                  </a:solidFill>
                  <a:latin typeface="Calibri (MS)"/>
                  <a:ea typeface="Calibri (MS)"/>
                  <a:cs typeface="Calibri (MS)"/>
                  <a:sym typeface="Calibri (MS)"/>
                </a:rPr>
                <a:t>100% Free — No key</a:t>
              </a:r>
            </a:p>
          </p:txBody>
        </p:sp>
      </p:grpSp>
      <p:grpSp>
        <p:nvGrpSpPr>
          <p:cNvPr name="Group 71" id="71"/>
          <p:cNvGrpSpPr/>
          <p:nvPr/>
        </p:nvGrpSpPr>
        <p:grpSpPr>
          <a:xfrm rot="0">
            <a:off x="6583680" y="4754880"/>
            <a:ext cx="5120640" cy="512064"/>
            <a:chOff x="0" y="0"/>
            <a:chExt cx="6827520" cy="682752"/>
          </a:xfrm>
        </p:grpSpPr>
        <p:sp>
          <p:nvSpPr>
            <p:cNvPr name="Freeform 72" id="72"/>
            <p:cNvSpPr/>
            <p:nvPr/>
          </p:nvSpPr>
          <p:spPr>
            <a:xfrm flipH="false" flipV="false" rot="0">
              <a:off x="0" y="0"/>
              <a:ext cx="6827520" cy="682752"/>
            </a:xfrm>
            <a:custGeom>
              <a:avLst/>
              <a:gdLst/>
              <a:ahLst/>
              <a:cxnLst/>
              <a:rect r="r" b="b" t="t" l="l"/>
              <a:pathLst>
                <a:path h="682752" w="6827520">
                  <a:moveTo>
                    <a:pt x="0" y="0"/>
                  </a:moveTo>
                  <a:lnTo>
                    <a:pt x="6827520" y="0"/>
                  </a:lnTo>
                  <a:lnTo>
                    <a:pt x="6827520" y="682752"/>
                  </a:lnTo>
                  <a:lnTo>
                    <a:pt x="0" y="682752"/>
                  </a:lnTo>
                  <a:close/>
                </a:path>
              </a:pathLst>
            </a:custGeom>
            <a:blipFill>
              <a:blip r:embed="rId2">
                <a:alphaModFix amt="0"/>
              </a:blip>
              <a:stretch>
                <a:fillRect l="0" t="-144850" r="0" b="-144850"/>
              </a:stretch>
            </a:blipFill>
          </p:spPr>
        </p:sp>
        <p:sp>
          <p:nvSpPr>
            <p:cNvPr name="TextBox 73" id="73"/>
            <p:cNvSpPr txBox="true"/>
            <p:nvPr/>
          </p:nvSpPr>
          <p:spPr>
            <a:xfrm>
              <a:off x="0" y="-19050"/>
              <a:ext cx="6827520" cy="701802"/>
            </a:xfrm>
            <a:prstGeom prst="rect">
              <a:avLst/>
            </a:prstGeom>
          </p:spPr>
          <p:txBody>
            <a:bodyPr anchor="ctr" rtlCol="false" tIns="0" lIns="0" bIns="0" rIns="0"/>
            <a:lstStyle/>
            <a:p>
              <a:pPr algn="l">
                <a:lnSpc>
                  <a:spcPts val="2160"/>
                </a:lnSpc>
              </a:pPr>
              <a:r>
                <a:rPr lang="en-US" sz="1800" b="true">
                  <a:solidFill>
                    <a:srgbClr val="F76A6A"/>
                  </a:solidFill>
                  <a:latin typeface="Arial Bold"/>
                  <a:ea typeface="Arial Bold"/>
                  <a:cs typeface="Arial Bold"/>
                  <a:sym typeface="Arial Bold"/>
                </a:rPr>
                <a:t>Provides:</a:t>
              </a:r>
            </a:p>
          </p:txBody>
        </p:sp>
      </p:grpSp>
      <p:grpSp>
        <p:nvGrpSpPr>
          <p:cNvPr name="Group 74" id="74"/>
          <p:cNvGrpSpPr/>
          <p:nvPr/>
        </p:nvGrpSpPr>
        <p:grpSpPr>
          <a:xfrm rot="0">
            <a:off x="6583680" y="5303520"/>
            <a:ext cx="5120640" cy="548640"/>
            <a:chOff x="0" y="0"/>
            <a:chExt cx="6827520" cy="731520"/>
          </a:xfrm>
        </p:grpSpPr>
        <p:sp>
          <p:nvSpPr>
            <p:cNvPr name="Freeform 75" id="75"/>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2">
                <a:alphaModFix amt="0"/>
              </a:blip>
              <a:stretch>
                <a:fillRect l="0" t="-131860" r="0" b="-131860"/>
              </a:stretch>
            </a:blipFill>
          </p:spPr>
        </p:sp>
        <p:sp>
          <p:nvSpPr>
            <p:cNvPr name="TextBox 76" id="76"/>
            <p:cNvSpPr txBox="true"/>
            <p:nvPr/>
          </p:nvSpPr>
          <p:spPr>
            <a:xfrm>
              <a:off x="0" y="-38100"/>
              <a:ext cx="6827520" cy="769620"/>
            </a:xfrm>
            <a:prstGeom prst="rect">
              <a:avLst/>
            </a:prstGeom>
          </p:spPr>
          <p:txBody>
            <a:bodyPr anchor="ctr" rtlCol="false" tIns="0" lIns="0" bIns="0" rIns="0"/>
            <a:lstStyle/>
            <a:p>
              <a:pPr algn="l">
                <a:lnSpc>
                  <a:spcPts val="2160"/>
                </a:lnSpc>
              </a:pPr>
              <a:r>
                <a:rPr lang="en-US" sz="1800">
                  <a:solidFill>
                    <a:srgbClr val="8888A8"/>
                  </a:solidFill>
                  <a:latin typeface="Calibri (MS)"/>
                  <a:ea typeface="Calibri (MS)"/>
                  <a:cs typeface="Calibri (MS)"/>
                  <a:sym typeface="Calibri (MS)"/>
                </a:rPr>
                <a:t>→  Anime titles &amp; posters</a:t>
              </a:r>
            </a:p>
          </p:txBody>
        </p:sp>
      </p:grpSp>
      <p:grpSp>
        <p:nvGrpSpPr>
          <p:cNvPr name="Group 77" id="77"/>
          <p:cNvGrpSpPr/>
          <p:nvPr/>
        </p:nvGrpSpPr>
        <p:grpSpPr>
          <a:xfrm rot="0">
            <a:off x="6583680" y="5888736"/>
            <a:ext cx="5120640" cy="548640"/>
            <a:chOff x="0" y="0"/>
            <a:chExt cx="6827520" cy="731520"/>
          </a:xfrm>
        </p:grpSpPr>
        <p:sp>
          <p:nvSpPr>
            <p:cNvPr name="Freeform 78" id="78"/>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2">
                <a:alphaModFix amt="0"/>
              </a:blip>
              <a:stretch>
                <a:fillRect l="0" t="-131860" r="0" b="-131860"/>
              </a:stretch>
            </a:blipFill>
          </p:spPr>
        </p:sp>
        <p:sp>
          <p:nvSpPr>
            <p:cNvPr name="TextBox 79" id="79"/>
            <p:cNvSpPr txBox="true"/>
            <p:nvPr/>
          </p:nvSpPr>
          <p:spPr>
            <a:xfrm>
              <a:off x="0" y="-38100"/>
              <a:ext cx="6827520" cy="769620"/>
            </a:xfrm>
            <a:prstGeom prst="rect">
              <a:avLst/>
            </a:prstGeom>
          </p:spPr>
          <p:txBody>
            <a:bodyPr anchor="ctr" rtlCol="false" tIns="0" lIns="0" bIns="0" rIns="0"/>
            <a:lstStyle/>
            <a:p>
              <a:pPr algn="l">
                <a:lnSpc>
                  <a:spcPts val="2160"/>
                </a:lnSpc>
              </a:pPr>
              <a:r>
                <a:rPr lang="en-US" sz="1800">
                  <a:solidFill>
                    <a:srgbClr val="8888A8"/>
                  </a:solidFill>
                  <a:latin typeface="Calibri (MS)"/>
                  <a:ea typeface="Calibri (MS)"/>
                  <a:cs typeface="Calibri (MS)"/>
                  <a:sym typeface="Calibri (MS)"/>
                </a:rPr>
                <a:t>→  Episode count &amp; ratings</a:t>
              </a:r>
            </a:p>
          </p:txBody>
        </p:sp>
      </p:grpSp>
      <p:grpSp>
        <p:nvGrpSpPr>
          <p:cNvPr name="Group 80" id="80"/>
          <p:cNvGrpSpPr/>
          <p:nvPr/>
        </p:nvGrpSpPr>
        <p:grpSpPr>
          <a:xfrm rot="0">
            <a:off x="6583680" y="6473952"/>
            <a:ext cx="5120640" cy="548640"/>
            <a:chOff x="0" y="0"/>
            <a:chExt cx="6827520" cy="731520"/>
          </a:xfrm>
        </p:grpSpPr>
        <p:sp>
          <p:nvSpPr>
            <p:cNvPr name="Freeform 81" id="81"/>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2">
                <a:alphaModFix amt="0"/>
              </a:blip>
              <a:stretch>
                <a:fillRect l="0" t="-131860" r="0" b="-131860"/>
              </a:stretch>
            </a:blipFill>
          </p:spPr>
        </p:sp>
        <p:sp>
          <p:nvSpPr>
            <p:cNvPr name="TextBox 82" id="82"/>
            <p:cNvSpPr txBox="true"/>
            <p:nvPr/>
          </p:nvSpPr>
          <p:spPr>
            <a:xfrm>
              <a:off x="0" y="-38100"/>
              <a:ext cx="6827520" cy="769620"/>
            </a:xfrm>
            <a:prstGeom prst="rect">
              <a:avLst/>
            </a:prstGeom>
          </p:spPr>
          <p:txBody>
            <a:bodyPr anchor="ctr" rtlCol="false" tIns="0" lIns="0" bIns="0" rIns="0"/>
            <a:lstStyle/>
            <a:p>
              <a:pPr algn="l">
                <a:lnSpc>
                  <a:spcPts val="2160"/>
                </a:lnSpc>
              </a:pPr>
              <a:r>
                <a:rPr lang="en-US" sz="1800">
                  <a:solidFill>
                    <a:srgbClr val="8888A8"/>
                  </a:solidFill>
                  <a:latin typeface="Calibri (MS)"/>
                  <a:ea typeface="Calibri (MS)"/>
                  <a:cs typeface="Calibri (MS)"/>
                  <a:sym typeface="Calibri (MS)"/>
                </a:rPr>
                <a:t>→  Top &amp; popular anime</a:t>
              </a:r>
            </a:p>
          </p:txBody>
        </p:sp>
      </p:grpSp>
      <p:grpSp>
        <p:nvGrpSpPr>
          <p:cNvPr name="Group 83" id="83"/>
          <p:cNvGrpSpPr/>
          <p:nvPr/>
        </p:nvGrpSpPr>
        <p:grpSpPr>
          <a:xfrm rot="0">
            <a:off x="6583680" y="7059168"/>
            <a:ext cx="5120640" cy="548640"/>
            <a:chOff x="0" y="0"/>
            <a:chExt cx="6827520" cy="731520"/>
          </a:xfrm>
        </p:grpSpPr>
        <p:sp>
          <p:nvSpPr>
            <p:cNvPr name="Freeform 84" id="84"/>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2">
                <a:alphaModFix amt="0"/>
              </a:blip>
              <a:stretch>
                <a:fillRect l="0" t="-131860" r="0" b="-131860"/>
              </a:stretch>
            </a:blipFill>
          </p:spPr>
        </p:sp>
        <p:sp>
          <p:nvSpPr>
            <p:cNvPr name="TextBox 85" id="85"/>
            <p:cNvSpPr txBox="true"/>
            <p:nvPr/>
          </p:nvSpPr>
          <p:spPr>
            <a:xfrm>
              <a:off x="0" y="-38100"/>
              <a:ext cx="6827520" cy="769620"/>
            </a:xfrm>
            <a:prstGeom prst="rect">
              <a:avLst/>
            </a:prstGeom>
          </p:spPr>
          <p:txBody>
            <a:bodyPr anchor="ctr" rtlCol="false" tIns="0" lIns="0" bIns="0" rIns="0"/>
            <a:lstStyle/>
            <a:p>
              <a:pPr algn="l">
                <a:lnSpc>
                  <a:spcPts val="2160"/>
                </a:lnSpc>
              </a:pPr>
              <a:r>
                <a:rPr lang="en-US" sz="1800">
                  <a:solidFill>
                    <a:srgbClr val="8888A8"/>
                  </a:solidFill>
                  <a:latin typeface="Calibri (MS)"/>
                  <a:ea typeface="Calibri (MS)"/>
                  <a:cs typeface="Calibri (MS)"/>
                  <a:sym typeface="Calibri (MS)"/>
                </a:rPr>
                <a:t>→  Search by title</a:t>
              </a:r>
            </a:p>
          </p:txBody>
        </p:sp>
      </p:grpSp>
      <p:grpSp>
        <p:nvGrpSpPr>
          <p:cNvPr name="Group 86" id="86"/>
          <p:cNvGrpSpPr/>
          <p:nvPr/>
        </p:nvGrpSpPr>
        <p:grpSpPr>
          <a:xfrm rot="0">
            <a:off x="6583680" y="7644384"/>
            <a:ext cx="5120640" cy="548640"/>
            <a:chOff x="0" y="0"/>
            <a:chExt cx="6827520" cy="731520"/>
          </a:xfrm>
        </p:grpSpPr>
        <p:sp>
          <p:nvSpPr>
            <p:cNvPr name="Freeform 87" id="87"/>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2">
                <a:alphaModFix amt="0"/>
              </a:blip>
              <a:stretch>
                <a:fillRect l="0" t="-131860" r="0" b="-131860"/>
              </a:stretch>
            </a:blipFill>
          </p:spPr>
        </p:sp>
        <p:sp>
          <p:nvSpPr>
            <p:cNvPr name="TextBox 88" id="88"/>
            <p:cNvSpPr txBox="true"/>
            <p:nvPr/>
          </p:nvSpPr>
          <p:spPr>
            <a:xfrm>
              <a:off x="0" y="-38100"/>
              <a:ext cx="6827520" cy="769620"/>
            </a:xfrm>
            <a:prstGeom prst="rect">
              <a:avLst/>
            </a:prstGeom>
          </p:spPr>
          <p:txBody>
            <a:bodyPr anchor="ctr" rtlCol="false" tIns="0" lIns="0" bIns="0" rIns="0"/>
            <a:lstStyle/>
            <a:p>
              <a:pPr algn="l">
                <a:lnSpc>
                  <a:spcPts val="2160"/>
                </a:lnSpc>
              </a:pPr>
              <a:r>
                <a:rPr lang="en-US" sz="1800">
                  <a:solidFill>
                    <a:srgbClr val="8888A8"/>
                  </a:solidFill>
                  <a:latin typeface="Calibri (MS)"/>
                  <a:ea typeface="Calibri (MS)"/>
                  <a:cs typeface="Calibri (MS)"/>
                  <a:sym typeface="Calibri (MS)"/>
                </a:rPr>
                <a:t>→  Airing &amp; upcoming anime</a:t>
              </a:r>
            </a:p>
          </p:txBody>
        </p:sp>
      </p:grpSp>
      <p:grpSp>
        <p:nvGrpSpPr>
          <p:cNvPr name="Group 89" id="89"/>
          <p:cNvGrpSpPr/>
          <p:nvPr/>
        </p:nvGrpSpPr>
        <p:grpSpPr>
          <a:xfrm rot="0">
            <a:off x="6570983" y="9222743"/>
            <a:ext cx="5146043" cy="482603"/>
            <a:chOff x="0" y="0"/>
            <a:chExt cx="6861391" cy="643471"/>
          </a:xfrm>
        </p:grpSpPr>
        <p:sp>
          <p:nvSpPr>
            <p:cNvPr name="Freeform 90" id="90"/>
            <p:cNvSpPr/>
            <p:nvPr/>
          </p:nvSpPr>
          <p:spPr>
            <a:xfrm flipH="false" flipV="false" rot="0">
              <a:off x="16891" y="16891"/>
              <a:ext cx="6827520" cy="609600"/>
            </a:xfrm>
            <a:custGeom>
              <a:avLst/>
              <a:gdLst/>
              <a:ahLst/>
              <a:cxnLst/>
              <a:rect r="r" b="b" t="t" l="l"/>
              <a:pathLst>
                <a:path h="609600" w="6827520">
                  <a:moveTo>
                    <a:pt x="0" y="0"/>
                  </a:moveTo>
                  <a:lnTo>
                    <a:pt x="6827520" y="0"/>
                  </a:lnTo>
                  <a:lnTo>
                    <a:pt x="6827520" y="609600"/>
                  </a:lnTo>
                  <a:lnTo>
                    <a:pt x="0" y="609600"/>
                  </a:lnTo>
                  <a:close/>
                </a:path>
              </a:pathLst>
            </a:custGeom>
            <a:solidFill>
              <a:srgbClr val="F76A6A">
                <a:alpha val="1961"/>
              </a:srgbClr>
            </a:solidFill>
          </p:spPr>
        </p:sp>
        <p:sp>
          <p:nvSpPr>
            <p:cNvPr name="Freeform 91" id="91"/>
            <p:cNvSpPr/>
            <p:nvPr/>
          </p:nvSpPr>
          <p:spPr>
            <a:xfrm flipH="false" flipV="false" rot="0">
              <a:off x="0" y="0"/>
              <a:ext cx="6861301" cy="643384"/>
            </a:xfrm>
            <a:custGeom>
              <a:avLst/>
              <a:gdLst/>
              <a:ahLst/>
              <a:cxnLst/>
              <a:rect r="r" b="b" t="t" l="l"/>
              <a:pathLst>
                <a:path h="643384" w="6861301">
                  <a:moveTo>
                    <a:pt x="16891" y="0"/>
                  </a:moveTo>
                  <a:lnTo>
                    <a:pt x="6844411" y="0"/>
                  </a:lnTo>
                  <a:cubicBezTo>
                    <a:pt x="6853809" y="0"/>
                    <a:pt x="6861301" y="7620"/>
                    <a:pt x="6861301" y="16891"/>
                  </a:cubicBezTo>
                  <a:lnTo>
                    <a:pt x="6861301" y="626491"/>
                  </a:lnTo>
                  <a:cubicBezTo>
                    <a:pt x="6861301" y="635889"/>
                    <a:pt x="6853682" y="643382"/>
                    <a:pt x="6844411"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6844411" y="609600"/>
                  </a:lnTo>
                  <a:lnTo>
                    <a:pt x="6844411" y="626491"/>
                  </a:lnTo>
                  <a:lnTo>
                    <a:pt x="6827520" y="626491"/>
                  </a:lnTo>
                  <a:lnTo>
                    <a:pt x="6827520" y="16891"/>
                  </a:lnTo>
                  <a:lnTo>
                    <a:pt x="6844411" y="16891"/>
                  </a:lnTo>
                  <a:lnTo>
                    <a:pt x="6844411" y="33909"/>
                  </a:lnTo>
                  <a:lnTo>
                    <a:pt x="16891" y="33909"/>
                  </a:lnTo>
                  <a:close/>
                </a:path>
              </a:pathLst>
            </a:custGeom>
            <a:solidFill>
              <a:srgbClr val="F76A6A"/>
            </a:solidFill>
          </p:spPr>
        </p:sp>
      </p:grpSp>
      <p:grpSp>
        <p:nvGrpSpPr>
          <p:cNvPr name="Group 92" id="92"/>
          <p:cNvGrpSpPr/>
          <p:nvPr/>
        </p:nvGrpSpPr>
        <p:grpSpPr>
          <a:xfrm rot="0">
            <a:off x="6583680" y="9235440"/>
            <a:ext cx="5120640" cy="457200"/>
            <a:chOff x="0" y="0"/>
            <a:chExt cx="6827520" cy="609600"/>
          </a:xfrm>
        </p:grpSpPr>
        <p:sp>
          <p:nvSpPr>
            <p:cNvPr name="Freeform 93" id="93"/>
            <p:cNvSpPr/>
            <p:nvPr/>
          </p:nvSpPr>
          <p:spPr>
            <a:xfrm flipH="false" flipV="false" rot="0">
              <a:off x="0" y="0"/>
              <a:ext cx="6827520" cy="609600"/>
            </a:xfrm>
            <a:custGeom>
              <a:avLst/>
              <a:gdLst/>
              <a:ahLst/>
              <a:cxnLst/>
              <a:rect r="r" b="b" t="t" l="l"/>
              <a:pathLst>
                <a:path h="609600" w="6827520">
                  <a:moveTo>
                    <a:pt x="0" y="0"/>
                  </a:moveTo>
                  <a:lnTo>
                    <a:pt x="6827520" y="0"/>
                  </a:lnTo>
                  <a:lnTo>
                    <a:pt x="6827520" y="609600"/>
                  </a:lnTo>
                  <a:lnTo>
                    <a:pt x="0" y="609600"/>
                  </a:lnTo>
                  <a:close/>
                </a:path>
              </a:pathLst>
            </a:custGeom>
            <a:blipFill>
              <a:blip r:embed="rId2">
                <a:alphaModFix amt="0"/>
              </a:blip>
              <a:stretch>
                <a:fillRect l="0" t="-168232" r="0" b="-168232"/>
              </a:stretch>
            </a:blipFill>
          </p:spPr>
        </p:sp>
        <p:sp>
          <p:nvSpPr>
            <p:cNvPr name="TextBox 94" id="94"/>
            <p:cNvSpPr txBox="true"/>
            <p:nvPr/>
          </p:nvSpPr>
          <p:spPr>
            <a:xfrm>
              <a:off x="0" y="-38100"/>
              <a:ext cx="6827520" cy="647700"/>
            </a:xfrm>
            <a:prstGeom prst="rect">
              <a:avLst/>
            </a:prstGeom>
          </p:spPr>
          <p:txBody>
            <a:bodyPr anchor="ctr" rtlCol="false" tIns="0" lIns="0" bIns="0" rIns="0"/>
            <a:lstStyle/>
            <a:p>
              <a:pPr algn="ctr">
                <a:lnSpc>
                  <a:spcPts val="1800"/>
                </a:lnSpc>
              </a:pPr>
              <a:r>
                <a:rPr lang="en-US" sz="1500">
                  <a:solidFill>
                    <a:srgbClr val="F76A6A"/>
                  </a:solidFill>
                  <a:latin typeface="Calibri (MS)"/>
                  <a:ea typeface="Calibri (MS)"/>
                  <a:cs typeface="Calibri (MS)"/>
                  <a:sym typeface="Calibri (MS)"/>
                </a:rPr>
                <a:t>Used in: Anime Browse, Recommendations, Mood Pick</a:t>
              </a:r>
            </a:p>
          </p:txBody>
        </p:sp>
      </p:grpSp>
      <p:grpSp>
        <p:nvGrpSpPr>
          <p:cNvPr name="Group 95" id="95"/>
          <p:cNvGrpSpPr/>
          <p:nvPr/>
        </p:nvGrpSpPr>
        <p:grpSpPr>
          <a:xfrm rot="0">
            <a:off x="12233910" y="2815590"/>
            <a:ext cx="5524500" cy="7078980"/>
            <a:chOff x="0" y="0"/>
            <a:chExt cx="7366000" cy="9438640"/>
          </a:xfrm>
        </p:grpSpPr>
        <p:sp>
          <p:nvSpPr>
            <p:cNvPr name="Freeform 96" id="96"/>
            <p:cNvSpPr/>
            <p:nvPr/>
          </p:nvSpPr>
          <p:spPr>
            <a:xfrm flipH="false" flipV="false" rot="0">
              <a:off x="25400" y="25400"/>
              <a:ext cx="7315200" cy="9387840"/>
            </a:xfrm>
            <a:custGeom>
              <a:avLst/>
              <a:gdLst/>
              <a:ahLst/>
              <a:cxnLst/>
              <a:rect r="r" b="b" t="t" l="l"/>
              <a:pathLst>
                <a:path h="9387840" w="7315200">
                  <a:moveTo>
                    <a:pt x="0" y="0"/>
                  </a:moveTo>
                  <a:lnTo>
                    <a:pt x="7315200" y="0"/>
                  </a:lnTo>
                  <a:lnTo>
                    <a:pt x="7315200" y="9387840"/>
                  </a:lnTo>
                  <a:lnTo>
                    <a:pt x="0" y="9387840"/>
                  </a:lnTo>
                  <a:close/>
                </a:path>
              </a:pathLst>
            </a:custGeom>
            <a:solidFill>
              <a:srgbClr val="1A1A35"/>
            </a:solidFill>
          </p:spPr>
        </p:sp>
        <p:sp>
          <p:nvSpPr>
            <p:cNvPr name="Freeform 97" id="97"/>
            <p:cNvSpPr/>
            <p:nvPr/>
          </p:nvSpPr>
          <p:spPr>
            <a:xfrm flipH="false" flipV="false" rot="0">
              <a:off x="0" y="0"/>
              <a:ext cx="7366000" cy="9438640"/>
            </a:xfrm>
            <a:custGeom>
              <a:avLst/>
              <a:gdLst/>
              <a:ahLst/>
              <a:cxnLst/>
              <a:rect r="r" b="b" t="t" l="l"/>
              <a:pathLst>
                <a:path h="9438640" w="7366000">
                  <a:moveTo>
                    <a:pt x="25400" y="0"/>
                  </a:moveTo>
                  <a:lnTo>
                    <a:pt x="7340600" y="0"/>
                  </a:lnTo>
                  <a:cubicBezTo>
                    <a:pt x="7354570" y="0"/>
                    <a:pt x="7366000" y="11430"/>
                    <a:pt x="7366000" y="25400"/>
                  </a:cubicBezTo>
                  <a:lnTo>
                    <a:pt x="7366000" y="9413240"/>
                  </a:lnTo>
                  <a:cubicBezTo>
                    <a:pt x="7366000" y="9427210"/>
                    <a:pt x="7354570" y="9438640"/>
                    <a:pt x="7340600" y="9438640"/>
                  </a:cubicBezTo>
                  <a:lnTo>
                    <a:pt x="25400" y="9438640"/>
                  </a:lnTo>
                  <a:cubicBezTo>
                    <a:pt x="11430" y="9438640"/>
                    <a:pt x="0" y="9427210"/>
                    <a:pt x="0" y="9413240"/>
                  </a:cubicBezTo>
                  <a:lnTo>
                    <a:pt x="0" y="25400"/>
                  </a:lnTo>
                  <a:cubicBezTo>
                    <a:pt x="0" y="11430"/>
                    <a:pt x="11430" y="0"/>
                    <a:pt x="25400" y="0"/>
                  </a:cubicBezTo>
                  <a:moveTo>
                    <a:pt x="25400" y="50800"/>
                  </a:moveTo>
                  <a:lnTo>
                    <a:pt x="25400" y="25400"/>
                  </a:lnTo>
                  <a:lnTo>
                    <a:pt x="50800" y="25400"/>
                  </a:lnTo>
                  <a:lnTo>
                    <a:pt x="50800" y="9413240"/>
                  </a:lnTo>
                  <a:lnTo>
                    <a:pt x="25400" y="9413240"/>
                  </a:lnTo>
                  <a:lnTo>
                    <a:pt x="25400" y="9387840"/>
                  </a:lnTo>
                  <a:lnTo>
                    <a:pt x="7340600" y="9387840"/>
                  </a:lnTo>
                  <a:lnTo>
                    <a:pt x="7340600" y="9413240"/>
                  </a:lnTo>
                  <a:lnTo>
                    <a:pt x="7315200" y="9413240"/>
                  </a:lnTo>
                  <a:lnTo>
                    <a:pt x="7315200" y="25400"/>
                  </a:lnTo>
                  <a:lnTo>
                    <a:pt x="7340600" y="25400"/>
                  </a:lnTo>
                  <a:lnTo>
                    <a:pt x="7340600" y="50800"/>
                  </a:lnTo>
                  <a:lnTo>
                    <a:pt x="25400" y="50800"/>
                  </a:lnTo>
                  <a:close/>
                </a:path>
              </a:pathLst>
            </a:custGeom>
            <a:solidFill>
              <a:srgbClr val="6AF7C4"/>
            </a:solidFill>
          </p:spPr>
        </p:sp>
      </p:grpSp>
      <p:grpSp>
        <p:nvGrpSpPr>
          <p:cNvPr name="Group 98" id="98"/>
          <p:cNvGrpSpPr/>
          <p:nvPr/>
        </p:nvGrpSpPr>
        <p:grpSpPr>
          <a:xfrm rot="0">
            <a:off x="12240263" y="2821943"/>
            <a:ext cx="5511803" cy="1031243"/>
            <a:chOff x="0" y="0"/>
            <a:chExt cx="7349071" cy="1374991"/>
          </a:xfrm>
        </p:grpSpPr>
        <p:sp>
          <p:nvSpPr>
            <p:cNvPr name="Freeform 99" id="99"/>
            <p:cNvSpPr/>
            <p:nvPr/>
          </p:nvSpPr>
          <p:spPr>
            <a:xfrm flipH="false" flipV="false" rot="0">
              <a:off x="16891" y="16891"/>
              <a:ext cx="7315200" cy="1341120"/>
            </a:xfrm>
            <a:custGeom>
              <a:avLst/>
              <a:gdLst/>
              <a:ahLst/>
              <a:cxnLst/>
              <a:rect r="r" b="b" t="t" l="l"/>
              <a:pathLst>
                <a:path h="1341120" w="7315200">
                  <a:moveTo>
                    <a:pt x="0" y="0"/>
                  </a:moveTo>
                  <a:lnTo>
                    <a:pt x="7315200" y="0"/>
                  </a:lnTo>
                  <a:lnTo>
                    <a:pt x="7315200" y="1341120"/>
                  </a:lnTo>
                  <a:lnTo>
                    <a:pt x="0" y="1341120"/>
                  </a:lnTo>
                  <a:close/>
                </a:path>
              </a:pathLst>
            </a:custGeom>
            <a:solidFill>
              <a:srgbClr val="6AF7C4">
                <a:alpha val="72157"/>
              </a:srgbClr>
            </a:solidFill>
          </p:spPr>
        </p:sp>
        <p:sp>
          <p:nvSpPr>
            <p:cNvPr name="Freeform 100" id="100"/>
            <p:cNvSpPr/>
            <p:nvPr/>
          </p:nvSpPr>
          <p:spPr>
            <a:xfrm flipH="false" flipV="false" rot="0">
              <a:off x="0" y="0"/>
              <a:ext cx="7348982" cy="1374902"/>
            </a:xfrm>
            <a:custGeom>
              <a:avLst/>
              <a:gdLst/>
              <a:ahLst/>
              <a:cxnLst/>
              <a:rect r="r" b="b" t="t" l="l"/>
              <a:pathLst>
                <a:path h="1374902" w="7348982">
                  <a:moveTo>
                    <a:pt x="16891" y="0"/>
                  </a:moveTo>
                  <a:lnTo>
                    <a:pt x="7332091" y="0"/>
                  </a:lnTo>
                  <a:cubicBezTo>
                    <a:pt x="7341489" y="0"/>
                    <a:pt x="7348982" y="7620"/>
                    <a:pt x="7348982" y="16891"/>
                  </a:cubicBezTo>
                  <a:lnTo>
                    <a:pt x="7348982" y="1358011"/>
                  </a:lnTo>
                  <a:cubicBezTo>
                    <a:pt x="7348982" y="1367409"/>
                    <a:pt x="7341362" y="1374902"/>
                    <a:pt x="733209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7332091" y="1341120"/>
                  </a:lnTo>
                  <a:lnTo>
                    <a:pt x="7332091" y="1358011"/>
                  </a:lnTo>
                  <a:lnTo>
                    <a:pt x="7315200" y="1358011"/>
                  </a:lnTo>
                  <a:lnTo>
                    <a:pt x="7315200" y="16891"/>
                  </a:lnTo>
                  <a:lnTo>
                    <a:pt x="7332091" y="16891"/>
                  </a:lnTo>
                  <a:lnTo>
                    <a:pt x="7332091" y="33909"/>
                  </a:lnTo>
                  <a:lnTo>
                    <a:pt x="16891" y="33909"/>
                  </a:lnTo>
                  <a:close/>
                </a:path>
              </a:pathLst>
            </a:custGeom>
            <a:solidFill>
              <a:srgbClr val="6AF7C4"/>
            </a:solidFill>
          </p:spPr>
        </p:sp>
      </p:grpSp>
      <p:grpSp>
        <p:nvGrpSpPr>
          <p:cNvPr name="Group 101" id="101"/>
          <p:cNvGrpSpPr/>
          <p:nvPr/>
        </p:nvGrpSpPr>
        <p:grpSpPr>
          <a:xfrm rot="0">
            <a:off x="12435840" y="2834640"/>
            <a:ext cx="5120640" cy="640080"/>
            <a:chOff x="0" y="0"/>
            <a:chExt cx="6827520" cy="853440"/>
          </a:xfrm>
        </p:grpSpPr>
        <p:sp>
          <p:nvSpPr>
            <p:cNvPr name="Freeform 102" id="102"/>
            <p:cNvSpPr/>
            <p:nvPr/>
          </p:nvSpPr>
          <p:spPr>
            <a:xfrm flipH="false" flipV="false" rot="0">
              <a:off x="0" y="0"/>
              <a:ext cx="6827520" cy="853440"/>
            </a:xfrm>
            <a:custGeom>
              <a:avLst/>
              <a:gdLst/>
              <a:ahLst/>
              <a:cxnLst/>
              <a:rect r="r" b="b" t="t" l="l"/>
              <a:pathLst>
                <a:path h="853440" w="6827520">
                  <a:moveTo>
                    <a:pt x="0" y="0"/>
                  </a:moveTo>
                  <a:lnTo>
                    <a:pt x="6827520" y="0"/>
                  </a:lnTo>
                  <a:lnTo>
                    <a:pt x="6827520" y="853440"/>
                  </a:lnTo>
                  <a:lnTo>
                    <a:pt x="0" y="853440"/>
                  </a:lnTo>
                  <a:close/>
                </a:path>
              </a:pathLst>
            </a:custGeom>
            <a:blipFill>
              <a:blip r:embed="rId2">
                <a:alphaModFix amt="0"/>
              </a:blip>
              <a:stretch>
                <a:fillRect l="0" t="-105880" r="0" b="-105880"/>
              </a:stretch>
            </a:blipFill>
          </p:spPr>
        </p:sp>
        <p:sp>
          <p:nvSpPr>
            <p:cNvPr name="TextBox 103" id="103"/>
            <p:cNvSpPr txBox="true"/>
            <p:nvPr/>
          </p:nvSpPr>
          <p:spPr>
            <a:xfrm>
              <a:off x="0" y="-19050"/>
              <a:ext cx="6827520" cy="872490"/>
            </a:xfrm>
            <a:prstGeom prst="rect">
              <a:avLst/>
            </a:prstGeom>
          </p:spPr>
          <p:txBody>
            <a:bodyPr anchor="ctr" rtlCol="false" tIns="0" lIns="0" bIns="0" rIns="0"/>
            <a:lstStyle/>
            <a:p>
              <a:pPr algn="l">
                <a:lnSpc>
                  <a:spcPts val="3120"/>
                </a:lnSpc>
              </a:pPr>
              <a:r>
                <a:rPr lang="en-US" sz="2600" b="true">
                  <a:solidFill>
                    <a:srgbClr val="FFFFFF"/>
                  </a:solidFill>
                  <a:latin typeface="Arial Bold"/>
                  <a:ea typeface="Arial Bold"/>
                  <a:cs typeface="Arial Bold"/>
                  <a:sym typeface="Arial Bold"/>
                </a:rPr>
                <a:t>OpenLibrary</a:t>
              </a:r>
            </a:p>
          </p:txBody>
        </p:sp>
      </p:grpSp>
      <p:grpSp>
        <p:nvGrpSpPr>
          <p:cNvPr name="Group 104" id="104"/>
          <p:cNvGrpSpPr/>
          <p:nvPr/>
        </p:nvGrpSpPr>
        <p:grpSpPr>
          <a:xfrm rot="0">
            <a:off x="12435840" y="3438144"/>
            <a:ext cx="5120640" cy="402336"/>
            <a:chOff x="0" y="0"/>
            <a:chExt cx="6827520" cy="536448"/>
          </a:xfrm>
        </p:grpSpPr>
        <p:sp>
          <p:nvSpPr>
            <p:cNvPr name="Freeform 105" id="105"/>
            <p:cNvSpPr/>
            <p:nvPr/>
          </p:nvSpPr>
          <p:spPr>
            <a:xfrm flipH="false" flipV="false" rot="0">
              <a:off x="0" y="0"/>
              <a:ext cx="6827520" cy="536448"/>
            </a:xfrm>
            <a:custGeom>
              <a:avLst/>
              <a:gdLst/>
              <a:ahLst/>
              <a:cxnLst/>
              <a:rect r="r" b="b" t="t" l="l"/>
              <a:pathLst>
                <a:path h="536448" w="6827520">
                  <a:moveTo>
                    <a:pt x="0" y="0"/>
                  </a:moveTo>
                  <a:lnTo>
                    <a:pt x="6827520" y="0"/>
                  </a:lnTo>
                  <a:lnTo>
                    <a:pt x="6827520" y="536448"/>
                  </a:lnTo>
                  <a:lnTo>
                    <a:pt x="0" y="536448"/>
                  </a:lnTo>
                  <a:close/>
                </a:path>
              </a:pathLst>
            </a:custGeom>
            <a:blipFill>
              <a:blip r:embed="rId2">
                <a:alphaModFix amt="0"/>
              </a:blip>
              <a:stretch>
                <a:fillRect l="0" t="-197991" r="0" b="-197991"/>
              </a:stretch>
            </a:blipFill>
          </p:spPr>
        </p:sp>
        <p:sp>
          <p:nvSpPr>
            <p:cNvPr name="TextBox 106" id="106"/>
            <p:cNvSpPr txBox="true"/>
            <p:nvPr/>
          </p:nvSpPr>
          <p:spPr>
            <a:xfrm>
              <a:off x="0" y="-28575"/>
              <a:ext cx="6827520" cy="565023"/>
            </a:xfrm>
            <a:prstGeom prst="rect">
              <a:avLst/>
            </a:prstGeom>
          </p:spPr>
          <p:txBody>
            <a:bodyPr anchor="ctr" rtlCol="false" tIns="0" lIns="0" bIns="0" rIns="0"/>
            <a:lstStyle/>
            <a:p>
              <a:pPr algn="l">
                <a:lnSpc>
                  <a:spcPts val="1920"/>
                </a:lnSpc>
              </a:pPr>
              <a:r>
                <a:rPr lang="en-US" sz="1600">
                  <a:solidFill>
                    <a:srgbClr val="FFFFFF"/>
                  </a:solidFill>
                  <a:latin typeface="Calibri (MS)"/>
                  <a:ea typeface="Calibri (MS)"/>
                  <a:cs typeface="Calibri (MS)"/>
                  <a:sym typeface="Calibri (MS)"/>
                </a:rPr>
                <a:t>Internet Archive</a:t>
              </a:r>
            </a:p>
          </p:txBody>
        </p:sp>
      </p:grpSp>
      <p:grpSp>
        <p:nvGrpSpPr>
          <p:cNvPr name="Group 107" id="107"/>
          <p:cNvGrpSpPr/>
          <p:nvPr/>
        </p:nvGrpSpPr>
        <p:grpSpPr>
          <a:xfrm rot="0">
            <a:off x="12429487" y="4017007"/>
            <a:ext cx="2390137" cy="524761"/>
            <a:chOff x="0" y="0"/>
            <a:chExt cx="3186849" cy="699681"/>
          </a:xfrm>
        </p:grpSpPr>
        <p:sp>
          <p:nvSpPr>
            <p:cNvPr name="Freeform 108" id="108"/>
            <p:cNvSpPr/>
            <p:nvPr/>
          </p:nvSpPr>
          <p:spPr>
            <a:xfrm flipH="false" flipV="false" rot="0">
              <a:off x="8509" y="8509"/>
              <a:ext cx="3169920" cy="682752"/>
            </a:xfrm>
            <a:custGeom>
              <a:avLst/>
              <a:gdLst/>
              <a:ahLst/>
              <a:cxnLst/>
              <a:rect r="r" b="b" t="t" l="l"/>
              <a:pathLst>
                <a:path h="682752" w="3169920">
                  <a:moveTo>
                    <a:pt x="0" y="0"/>
                  </a:moveTo>
                  <a:lnTo>
                    <a:pt x="3169920" y="0"/>
                  </a:lnTo>
                  <a:lnTo>
                    <a:pt x="3169920" y="682752"/>
                  </a:lnTo>
                  <a:lnTo>
                    <a:pt x="0" y="682752"/>
                  </a:lnTo>
                  <a:close/>
                </a:path>
              </a:pathLst>
            </a:custGeom>
            <a:solidFill>
              <a:srgbClr val="6AF7C4">
                <a:alpha val="8627"/>
              </a:srgbClr>
            </a:solidFill>
          </p:spPr>
        </p:sp>
        <p:sp>
          <p:nvSpPr>
            <p:cNvPr name="Freeform 109" id="109"/>
            <p:cNvSpPr/>
            <p:nvPr/>
          </p:nvSpPr>
          <p:spPr>
            <a:xfrm flipH="false" flipV="false" rot="0">
              <a:off x="0" y="0"/>
              <a:ext cx="3186938" cy="699770"/>
            </a:xfrm>
            <a:custGeom>
              <a:avLst/>
              <a:gdLst/>
              <a:ahLst/>
              <a:cxnLst/>
              <a:rect r="r" b="b" t="t" l="l"/>
              <a:pathLst>
                <a:path h="699770" w="3186938">
                  <a:moveTo>
                    <a:pt x="8509" y="0"/>
                  </a:moveTo>
                  <a:lnTo>
                    <a:pt x="3178429" y="0"/>
                  </a:lnTo>
                  <a:cubicBezTo>
                    <a:pt x="3183128" y="0"/>
                    <a:pt x="3186938" y="3810"/>
                    <a:pt x="3186938" y="8509"/>
                  </a:cubicBezTo>
                  <a:lnTo>
                    <a:pt x="3186938" y="691261"/>
                  </a:lnTo>
                  <a:cubicBezTo>
                    <a:pt x="3186938" y="695960"/>
                    <a:pt x="3183128" y="699770"/>
                    <a:pt x="3178429" y="699770"/>
                  </a:cubicBezTo>
                  <a:lnTo>
                    <a:pt x="8509" y="699770"/>
                  </a:lnTo>
                  <a:cubicBezTo>
                    <a:pt x="3810" y="699770"/>
                    <a:pt x="0" y="695960"/>
                    <a:pt x="0" y="691261"/>
                  </a:cubicBezTo>
                  <a:lnTo>
                    <a:pt x="0" y="8509"/>
                  </a:lnTo>
                  <a:cubicBezTo>
                    <a:pt x="0" y="3810"/>
                    <a:pt x="3810" y="0"/>
                    <a:pt x="8509" y="0"/>
                  </a:cubicBezTo>
                  <a:moveTo>
                    <a:pt x="8509" y="16891"/>
                  </a:moveTo>
                  <a:lnTo>
                    <a:pt x="8509" y="8509"/>
                  </a:lnTo>
                  <a:lnTo>
                    <a:pt x="17018" y="8509"/>
                  </a:lnTo>
                  <a:lnTo>
                    <a:pt x="17018" y="691261"/>
                  </a:lnTo>
                  <a:lnTo>
                    <a:pt x="8509" y="691261"/>
                  </a:lnTo>
                  <a:lnTo>
                    <a:pt x="8509" y="682752"/>
                  </a:lnTo>
                  <a:lnTo>
                    <a:pt x="3178429" y="682752"/>
                  </a:lnTo>
                  <a:lnTo>
                    <a:pt x="3178429" y="691261"/>
                  </a:lnTo>
                  <a:lnTo>
                    <a:pt x="3169920" y="691261"/>
                  </a:lnTo>
                  <a:lnTo>
                    <a:pt x="3169920" y="8509"/>
                  </a:lnTo>
                  <a:lnTo>
                    <a:pt x="3178429" y="8509"/>
                  </a:lnTo>
                  <a:lnTo>
                    <a:pt x="3178429" y="17018"/>
                  </a:lnTo>
                  <a:lnTo>
                    <a:pt x="8509" y="17018"/>
                  </a:lnTo>
                  <a:close/>
                </a:path>
              </a:pathLst>
            </a:custGeom>
            <a:solidFill>
              <a:srgbClr val="6AF7C4"/>
            </a:solidFill>
          </p:spPr>
        </p:sp>
      </p:grpSp>
      <p:grpSp>
        <p:nvGrpSpPr>
          <p:cNvPr name="Group 110" id="110"/>
          <p:cNvGrpSpPr/>
          <p:nvPr/>
        </p:nvGrpSpPr>
        <p:grpSpPr>
          <a:xfrm rot="0">
            <a:off x="12435840" y="4023360"/>
            <a:ext cx="2377440" cy="512064"/>
            <a:chOff x="0" y="0"/>
            <a:chExt cx="3169920" cy="682752"/>
          </a:xfrm>
        </p:grpSpPr>
        <p:sp>
          <p:nvSpPr>
            <p:cNvPr name="Freeform 111" id="111"/>
            <p:cNvSpPr/>
            <p:nvPr/>
          </p:nvSpPr>
          <p:spPr>
            <a:xfrm flipH="false" flipV="false" rot="0">
              <a:off x="0" y="0"/>
              <a:ext cx="3169920" cy="682752"/>
            </a:xfrm>
            <a:custGeom>
              <a:avLst/>
              <a:gdLst/>
              <a:ahLst/>
              <a:cxnLst/>
              <a:rect r="r" b="b" t="t" l="l"/>
              <a:pathLst>
                <a:path h="682752" w="3169920">
                  <a:moveTo>
                    <a:pt x="0" y="0"/>
                  </a:moveTo>
                  <a:lnTo>
                    <a:pt x="3169920" y="0"/>
                  </a:lnTo>
                  <a:lnTo>
                    <a:pt x="3169920" y="682752"/>
                  </a:lnTo>
                  <a:lnTo>
                    <a:pt x="0" y="682752"/>
                  </a:lnTo>
                  <a:close/>
                </a:path>
              </a:pathLst>
            </a:custGeom>
            <a:blipFill>
              <a:blip r:embed="rId2">
                <a:alphaModFix amt="0"/>
              </a:blip>
              <a:stretch>
                <a:fillRect l="0" t="-40466" r="0" b="-40466"/>
              </a:stretch>
            </a:blipFill>
          </p:spPr>
        </p:sp>
        <p:sp>
          <p:nvSpPr>
            <p:cNvPr name="TextBox 112" id="112"/>
            <p:cNvSpPr txBox="true"/>
            <p:nvPr/>
          </p:nvSpPr>
          <p:spPr>
            <a:xfrm>
              <a:off x="0" y="-28575"/>
              <a:ext cx="3169920" cy="711327"/>
            </a:xfrm>
            <a:prstGeom prst="rect">
              <a:avLst/>
            </a:prstGeom>
          </p:spPr>
          <p:txBody>
            <a:bodyPr anchor="ctr" rtlCol="false" tIns="0" lIns="0" bIns="0" rIns="0"/>
            <a:lstStyle/>
            <a:p>
              <a:pPr algn="ctr">
                <a:lnSpc>
                  <a:spcPts val="1920"/>
                </a:lnSpc>
              </a:pPr>
              <a:r>
                <a:rPr lang="en-US" sz="1600">
                  <a:solidFill>
                    <a:srgbClr val="FFFFFF"/>
                  </a:solidFill>
                  <a:latin typeface="Calibri (MS)"/>
                  <a:ea typeface="Calibri (MS)"/>
                  <a:cs typeface="Calibri (MS)"/>
                  <a:sym typeface="Calibri (MS)"/>
                </a:rPr>
                <a:t>100% Free — No key</a:t>
              </a:r>
            </a:p>
          </p:txBody>
        </p:sp>
      </p:grpSp>
      <p:grpSp>
        <p:nvGrpSpPr>
          <p:cNvPr name="Group 113" id="113"/>
          <p:cNvGrpSpPr/>
          <p:nvPr/>
        </p:nvGrpSpPr>
        <p:grpSpPr>
          <a:xfrm rot="0">
            <a:off x="12435840" y="4754880"/>
            <a:ext cx="5120640" cy="512064"/>
            <a:chOff x="0" y="0"/>
            <a:chExt cx="6827520" cy="682752"/>
          </a:xfrm>
        </p:grpSpPr>
        <p:sp>
          <p:nvSpPr>
            <p:cNvPr name="Freeform 114" id="114"/>
            <p:cNvSpPr/>
            <p:nvPr/>
          </p:nvSpPr>
          <p:spPr>
            <a:xfrm flipH="false" flipV="false" rot="0">
              <a:off x="0" y="0"/>
              <a:ext cx="6827520" cy="682752"/>
            </a:xfrm>
            <a:custGeom>
              <a:avLst/>
              <a:gdLst/>
              <a:ahLst/>
              <a:cxnLst/>
              <a:rect r="r" b="b" t="t" l="l"/>
              <a:pathLst>
                <a:path h="682752" w="6827520">
                  <a:moveTo>
                    <a:pt x="0" y="0"/>
                  </a:moveTo>
                  <a:lnTo>
                    <a:pt x="6827520" y="0"/>
                  </a:lnTo>
                  <a:lnTo>
                    <a:pt x="6827520" y="682752"/>
                  </a:lnTo>
                  <a:lnTo>
                    <a:pt x="0" y="682752"/>
                  </a:lnTo>
                  <a:close/>
                </a:path>
              </a:pathLst>
            </a:custGeom>
            <a:blipFill>
              <a:blip r:embed="rId2">
                <a:alphaModFix amt="0"/>
              </a:blip>
              <a:stretch>
                <a:fillRect l="0" t="-144850" r="0" b="-144850"/>
              </a:stretch>
            </a:blipFill>
          </p:spPr>
        </p:sp>
        <p:sp>
          <p:nvSpPr>
            <p:cNvPr name="TextBox 115" id="115"/>
            <p:cNvSpPr txBox="true"/>
            <p:nvPr/>
          </p:nvSpPr>
          <p:spPr>
            <a:xfrm>
              <a:off x="0" y="-19050"/>
              <a:ext cx="6827520" cy="701802"/>
            </a:xfrm>
            <a:prstGeom prst="rect">
              <a:avLst/>
            </a:prstGeom>
          </p:spPr>
          <p:txBody>
            <a:bodyPr anchor="ctr" rtlCol="false" tIns="0" lIns="0" bIns="0" rIns="0"/>
            <a:lstStyle/>
            <a:p>
              <a:pPr algn="l">
                <a:lnSpc>
                  <a:spcPts val="2160"/>
                </a:lnSpc>
              </a:pPr>
              <a:r>
                <a:rPr lang="en-US" sz="1800" b="true">
                  <a:solidFill>
                    <a:srgbClr val="6AF7C4"/>
                  </a:solidFill>
                  <a:latin typeface="Arial Bold"/>
                  <a:ea typeface="Arial Bold"/>
                  <a:cs typeface="Arial Bold"/>
                  <a:sym typeface="Arial Bold"/>
                </a:rPr>
                <a:t>Provides:</a:t>
              </a:r>
            </a:p>
          </p:txBody>
        </p:sp>
      </p:grpSp>
      <p:grpSp>
        <p:nvGrpSpPr>
          <p:cNvPr name="Group 116" id="116"/>
          <p:cNvGrpSpPr/>
          <p:nvPr/>
        </p:nvGrpSpPr>
        <p:grpSpPr>
          <a:xfrm rot="0">
            <a:off x="12435840" y="5303520"/>
            <a:ext cx="5120640" cy="548640"/>
            <a:chOff x="0" y="0"/>
            <a:chExt cx="6827520" cy="731520"/>
          </a:xfrm>
        </p:grpSpPr>
        <p:sp>
          <p:nvSpPr>
            <p:cNvPr name="Freeform 117" id="117"/>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2">
                <a:alphaModFix amt="0"/>
              </a:blip>
              <a:stretch>
                <a:fillRect l="0" t="-131860" r="0" b="-131860"/>
              </a:stretch>
            </a:blipFill>
          </p:spPr>
        </p:sp>
        <p:sp>
          <p:nvSpPr>
            <p:cNvPr name="TextBox 118" id="118"/>
            <p:cNvSpPr txBox="true"/>
            <p:nvPr/>
          </p:nvSpPr>
          <p:spPr>
            <a:xfrm>
              <a:off x="0" y="-38100"/>
              <a:ext cx="6827520" cy="769620"/>
            </a:xfrm>
            <a:prstGeom prst="rect">
              <a:avLst/>
            </a:prstGeom>
          </p:spPr>
          <p:txBody>
            <a:bodyPr anchor="ctr" rtlCol="false" tIns="0" lIns="0" bIns="0" rIns="0"/>
            <a:lstStyle/>
            <a:p>
              <a:pPr algn="l">
                <a:lnSpc>
                  <a:spcPts val="2160"/>
                </a:lnSpc>
              </a:pPr>
              <a:r>
                <a:rPr lang="en-US" sz="1800">
                  <a:solidFill>
                    <a:srgbClr val="8888A8"/>
                  </a:solidFill>
                  <a:latin typeface="Calibri (MS)"/>
                  <a:ea typeface="Calibri (MS)"/>
                  <a:cs typeface="Calibri (MS)"/>
                  <a:sym typeface="Calibri (MS)"/>
                </a:rPr>
                <a:t>→  Book titles &amp; covers</a:t>
              </a:r>
            </a:p>
          </p:txBody>
        </p:sp>
      </p:grpSp>
      <p:grpSp>
        <p:nvGrpSpPr>
          <p:cNvPr name="Group 119" id="119"/>
          <p:cNvGrpSpPr/>
          <p:nvPr/>
        </p:nvGrpSpPr>
        <p:grpSpPr>
          <a:xfrm rot="0">
            <a:off x="12435840" y="5888736"/>
            <a:ext cx="5120640" cy="548640"/>
            <a:chOff x="0" y="0"/>
            <a:chExt cx="6827520" cy="731520"/>
          </a:xfrm>
        </p:grpSpPr>
        <p:sp>
          <p:nvSpPr>
            <p:cNvPr name="Freeform 120" id="120"/>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2">
                <a:alphaModFix amt="0"/>
              </a:blip>
              <a:stretch>
                <a:fillRect l="0" t="-131860" r="0" b="-131860"/>
              </a:stretch>
            </a:blipFill>
          </p:spPr>
        </p:sp>
        <p:sp>
          <p:nvSpPr>
            <p:cNvPr name="TextBox 121" id="121"/>
            <p:cNvSpPr txBox="true"/>
            <p:nvPr/>
          </p:nvSpPr>
          <p:spPr>
            <a:xfrm>
              <a:off x="0" y="-38100"/>
              <a:ext cx="6827520" cy="769620"/>
            </a:xfrm>
            <a:prstGeom prst="rect">
              <a:avLst/>
            </a:prstGeom>
          </p:spPr>
          <p:txBody>
            <a:bodyPr anchor="ctr" rtlCol="false" tIns="0" lIns="0" bIns="0" rIns="0"/>
            <a:lstStyle/>
            <a:p>
              <a:pPr algn="l">
                <a:lnSpc>
                  <a:spcPts val="2160"/>
                </a:lnSpc>
              </a:pPr>
              <a:r>
                <a:rPr lang="en-US" sz="1800">
                  <a:solidFill>
                    <a:srgbClr val="8888A8"/>
                  </a:solidFill>
                  <a:latin typeface="Calibri (MS)"/>
                  <a:ea typeface="Calibri (MS)"/>
                  <a:cs typeface="Calibri (MS)"/>
                  <a:sym typeface="Calibri (MS)"/>
                </a:rPr>
                <a:t>→  Author information</a:t>
              </a:r>
            </a:p>
          </p:txBody>
        </p:sp>
      </p:grpSp>
      <p:grpSp>
        <p:nvGrpSpPr>
          <p:cNvPr name="Group 122" id="122"/>
          <p:cNvGrpSpPr/>
          <p:nvPr/>
        </p:nvGrpSpPr>
        <p:grpSpPr>
          <a:xfrm rot="0">
            <a:off x="12435840" y="6473952"/>
            <a:ext cx="5120640" cy="548640"/>
            <a:chOff x="0" y="0"/>
            <a:chExt cx="6827520" cy="731520"/>
          </a:xfrm>
        </p:grpSpPr>
        <p:sp>
          <p:nvSpPr>
            <p:cNvPr name="Freeform 123" id="123"/>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2">
                <a:alphaModFix amt="0"/>
              </a:blip>
              <a:stretch>
                <a:fillRect l="0" t="-131860" r="0" b="-131860"/>
              </a:stretch>
            </a:blipFill>
          </p:spPr>
        </p:sp>
        <p:sp>
          <p:nvSpPr>
            <p:cNvPr name="TextBox 124" id="124"/>
            <p:cNvSpPr txBox="true"/>
            <p:nvPr/>
          </p:nvSpPr>
          <p:spPr>
            <a:xfrm>
              <a:off x="0" y="-38100"/>
              <a:ext cx="6827520" cy="769620"/>
            </a:xfrm>
            <a:prstGeom prst="rect">
              <a:avLst/>
            </a:prstGeom>
          </p:spPr>
          <p:txBody>
            <a:bodyPr anchor="ctr" rtlCol="false" tIns="0" lIns="0" bIns="0" rIns="0"/>
            <a:lstStyle/>
            <a:p>
              <a:pPr algn="l">
                <a:lnSpc>
                  <a:spcPts val="2160"/>
                </a:lnSpc>
              </a:pPr>
              <a:r>
                <a:rPr lang="en-US" sz="1800">
                  <a:solidFill>
                    <a:srgbClr val="8888A8"/>
                  </a:solidFill>
                  <a:latin typeface="Calibri (MS)"/>
                  <a:ea typeface="Calibri (MS)"/>
                  <a:cs typeface="Calibri (MS)"/>
                  <a:sym typeface="Calibri (MS)"/>
                </a:rPr>
                <a:t>→  Publication year</a:t>
              </a:r>
            </a:p>
          </p:txBody>
        </p:sp>
      </p:grpSp>
      <p:grpSp>
        <p:nvGrpSpPr>
          <p:cNvPr name="Group 125" id="125"/>
          <p:cNvGrpSpPr/>
          <p:nvPr/>
        </p:nvGrpSpPr>
        <p:grpSpPr>
          <a:xfrm rot="0">
            <a:off x="12435840" y="7059168"/>
            <a:ext cx="5120640" cy="548640"/>
            <a:chOff x="0" y="0"/>
            <a:chExt cx="6827520" cy="731520"/>
          </a:xfrm>
        </p:grpSpPr>
        <p:sp>
          <p:nvSpPr>
            <p:cNvPr name="Freeform 126" id="126"/>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2">
                <a:alphaModFix amt="0"/>
              </a:blip>
              <a:stretch>
                <a:fillRect l="0" t="-131860" r="0" b="-131860"/>
              </a:stretch>
            </a:blipFill>
          </p:spPr>
        </p:sp>
        <p:sp>
          <p:nvSpPr>
            <p:cNvPr name="TextBox 127" id="127"/>
            <p:cNvSpPr txBox="true"/>
            <p:nvPr/>
          </p:nvSpPr>
          <p:spPr>
            <a:xfrm>
              <a:off x="0" y="-38100"/>
              <a:ext cx="6827520" cy="769620"/>
            </a:xfrm>
            <a:prstGeom prst="rect">
              <a:avLst/>
            </a:prstGeom>
          </p:spPr>
          <p:txBody>
            <a:bodyPr anchor="ctr" rtlCol="false" tIns="0" lIns="0" bIns="0" rIns="0"/>
            <a:lstStyle/>
            <a:p>
              <a:pPr algn="l">
                <a:lnSpc>
                  <a:spcPts val="2160"/>
                </a:lnSpc>
              </a:pPr>
              <a:r>
                <a:rPr lang="en-US" sz="1800">
                  <a:solidFill>
                    <a:srgbClr val="8888A8"/>
                  </a:solidFill>
                  <a:latin typeface="Calibri (MS)"/>
                  <a:ea typeface="Calibri (MS)"/>
                  <a:cs typeface="Calibri (MS)"/>
                  <a:sym typeface="Calibri (MS)"/>
                </a:rPr>
                <a:t>→  Subject categories</a:t>
              </a:r>
            </a:p>
          </p:txBody>
        </p:sp>
      </p:grpSp>
      <p:grpSp>
        <p:nvGrpSpPr>
          <p:cNvPr name="Group 128" id="128"/>
          <p:cNvGrpSpPr/>
          <p:nvPr/>
        </p:nvGrpSpPr>
        <p:grpSpPr>
          <a:xfrm rot="0">
            <a:off x="12435840" y="7644384"/>
            <a:ext cx="5120640" cy="548640"/>
            <a:chOff x="0" y="0"/>
            <a:chExt cx="6827520" cy="731520"/>
          </a:xfrm>
        </p:grpSpPr>
        <p:sp>
          <p:nvSpPr>
            <p:cNvPr name="Freeform 129" id="129"/>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2">
                <a:alphaModFix amt="0"/>
              </a:blip>
              <a:stretch>
                <a:fillRect l="0" t="-131860" r="0" b="-131860"/>
              </a:stretch>
            </a:blipFill>
          </p:spPr>
        </p:sp>
        <p:sp>
          <p:nvSpPr>
            <p:cNvPr name="TextBox 130" id="130"/>
            <p:cNvSpPr txBox="true"/>
            <p:nvPr/>
          </p:nvSpPr>
          <p:spPr>
            <a:xfrm>
              <a:off x="0" y="-38100"/>
              <a:ext cx="6827520" cy="769620"/>
            </a:xfrm>
            <a:prstGeom prst="rect">
              <a:avLst/>
            </a:prstGeom>
          </p:spPr>
          <p:txBody>
            <a:bodyPr anchor="ctr" rtlCol="false" tIns="0" lIns="0" bIns="0" rIns="0"/>
            <a:lstStyle/>
            <a:p>
              <a:pPr algn="l">
                <a:lnSpc>
                  <a:spcPts val="2160"/>
                </a:lnSpc>
              </a:pPr>
              <a:r>
                <a:rPr lang="en-US" sz="1800">
                  <a:solidFill>
                    <a:srgbClr val="8888A8"/>
                  </a:solidFill>
                  <a:latin typeface="Calibri (MS)"/>
                  <a:ea typeface="Calibri (MS)"/>
                  <a:cs typeface="Calibri (MS)"/>
                  <a:sym typeface="Calibri (MS)"/>
                </a:rPr>
                <a:t>→  Search by title or genre</a:t>
              </a:r>
            </a:p>
          </p:txBody>
        </p:sp>
      </p:grpSp>
      <p:grpSp>
        <p:nvGrpSpPr>
          <p:cNvPr name="Group 131" id="131"/>
          <p:cNvGrpSpPr/>
          <p:nvPr/>
        </p:nvGrpSpPr>
        <p:grpSpPr>
          <a:xfrm rot="0">
            <a:off x="12423143" y="9222743"/>
            <a:ext cx="5146043" cy="482603"/>
            <a:chOff x="0" y="0"/>
            <a:chExt cx="6861391" cy="643471"/>
          </a:xfrm>
        </p:grpSpPr>
        <p:sp>
          <p:nvSpPr>
            <p:cNvPr name="Freeform 132" id="132"/>
            <p:cNvSpPr/>
            <p:nvPr/>
          </p:nvSpPr>
          <p:spPr>
            <a:xfrm flipH="false" flipV="false" rot="0">
              <a:off x="16891" y="16891"/>
              <a:ext cx="6827520" cy="609600"/>
            </a:xfrm>
            <a:custGeom>
              <a:avLst/>
              <a:gdLst/>
              <a:ahLst/>
              <a:cxnLst/>
              <a:rect r="r" b="b" t="t" l="l"/>
              <a:pathLst>
                <a:path h="609600" w="6827520">
                  <a:moveTo>
                    <a:pt x="0" y="0"/>
                  </a:moveTo>
                  <a:lnTo>
                    <a:pt x="6827520" y="0"/>
                  </a:lnTo>
                  <a:lnTo>
                    <a:pt x="6827520" y="609600"/>
                  </a:lnTo>
                  <a:lnTo>
                    <a:pt x="0" y="609600"/>
                  </a:lnTo>
                  <a:close/>
                </a:path>
              </a:pathLst>
            </a:custGeom>
            <a:solidFill>
              <a:srgbClr val="6AF7C4">
                <a:alpha val="1961"/>
              </a:srgbClr>
            </a:solidFill>
          </p:spPr>
        </p:sp>
        <p:sp>
          <p:nvSpPr>
            <p:cNvPr name="Freeform 133" id="133"/>
            <p:cNvSpPr/>
            <p:nvPr/>
          </p:nvSpPr>
          <p:spPr>
            <a:xfrm flipH="false" flipV="false" rot="0">
              <a:off x="0" y="0"/>
              <a:ext cx="6861301" cy="643384"/>
            </a:xfrm>
            <a:custGeom>
              <a:avLst/>
              <a:gdLst/>
              <a:ahLst/>
              <a:cxnLst/>
              <a:rect r="r" b="b" t="t" l="l"/>
              <a:pathLst>
                <a:path h="643384" w="6861301">
                  <a:moveTo>
                    <a:pt x="16891" y="0"/>
                  </a:moveTo>
                  <a:lnTo>
                    <a:pt x="6844411" y="0"/>
                  </a:lnTo>
                  <a:cubicBezTo>
                    <a:pt x="6853809" y="0"/>
                    <a:pt x="6861301" y="7620"/>
                    <a:pt x="6861301" y="16891"/>
                  </a:cubicBezTo>
                  <a:lnTo>
                    <a:pt x="6861301" y="626491"/>
                  </a:lnTo>
                  <a:cubicBezTo>
                    <a:pt x="6861301" y="635889"/>
                    <a:pt x="6853682" y="643382"/>
                    <a:pt x="6844411"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6844411" y="609600"/>
                  </a:lnTo>
                  <a:lnTo>
                    <a:pt x="6844411" y="626491"/>
                  </a:lnTo>
                  <a:lnTo>
                    <a:pt x="6827520" y="626491"/>
                  </a:lnTo>
                  <a:lnTo>
                    <a:pt x="6827520" y="16891"/>
                  </a:lnTo>
                  <a:lnTo>
                    <a:pt x="6844411" y="16891"/>
                  </a:lnTo>
                  <a:lnTo>
                    <a:pt x="6844411" y="33909"/>
                  </a:lnTo>
                  <a:lnTo>
                    <a:pt x="16891" y="33909"/>
                  </a:lnTo>
                  <a:close/>
                </a:path>
              </a:pathLst>
            </a:custGeom>
            <a:solidFill>
              <a:srgbClr val="6AF7C4"/>
            </a:solidFill>
          </p:spPr>
        </p:sp>
      </p:grpSp>
      <p:grpSp>
        <p:nvGrpSpPr>
          <p:cNvPr name="Group 134" id="134"/>
          <p:cNvGrpSpPr/>
          <p:nvPr/>
        </p:nvGrpSpPr>
        <p:grpSpPr>
          <a:xfrm rot="0">
            <a:off x="12435840" y="9235440"/>
            <a:ext cx="5120640" cy="457200"/>
            <a:chOff x="0" y="0"/>
            <a:chExt cx="6827520" cy="609600"/>
          </a:xfrm>
        </p:grpSpPr>
        <p:sp>
          <p:nvSpPr>
            <p:cNvPr name="Freeform 135" id="135"/>
            <p:cNvSpPr/>
            <p:nvPr/>
          </p:nvSpPr>
          <p:spPr>
            <a:xfrm flipH="false" flipV="false" rot="0">
              <a:off x="0" y="0"/>
              <a:ext cx="6827520" cy="609600"/>
            </a:xfrm>
            <a:custGeom>
              <a:avLst/>
              <a:gdLst/>
              <a:ahLst/>
              <a:cxnLst/>
              <a:rect r="r" b="b" t="t" l="l"/>
              <a:pathLst>
                <a:path h="609600" w="6827520">
                  <a:moveTo>
                    <a:pt x="0" y="0"/>
                  </a:moveTo>
                  <a:lnTo>
                    <a:pt x="6827520" y="0"/>
                  </a:lnTo>
                  <a:lnTo>
                    <a:pt x="6827520" y="609600"/>
                  </a:lnTo>
                  <a:lnTo>
                    <a:pt x="0" y="609600"/>
                  </a:lnTo>
                  <a:close/>
                </a:path>
              </a:pathLst>
            </a:custGeom>
            <a:blipFill>
              <a:blip r:embed="rId2">
                <a:alphaModFix amt="0"/>
              </a:blip>
              <a:stretch>
                <a:fillRect l="0" t="-168232" r="0" b="-168232"/>
              </a:stretch>
            </a:blipFill>
          </p:spPr>
        </p:sp>
        <p:sp>
          <p:nvSpPr>
            <p:cNvPr name="TextBox 136" id="136"/>
            <p:cNvSpPr txBox="true"/>
            <p:nvPr/>
          </p:nvSpPr>
          <p:spPr>
            <a:xfrm>
              <a:off x="0" y="-38100"/>
              <a:ext cx="6827520" cy="647700"/>
            </a:xfrm>
            <a:prstGeom prst="rect">
              <a:avLst/>
            </a:prstGeom>
          </p:spPr>
          <p:txBody>
            <a:bodyPr anchor="ctr" rtlCol="false" tIns="0" lIns="0" bIns="0" rIns="0"/>
            <a:lstStyle/>
            <a:p>
              <a:pPr algn="ctr">
                <a:lnSpc>
                  <a:spcPts val="1800"/>
                </a:lnSpc>
              </a:pPr>
              <a:r>
                <a:rPr lang="en-US" sz="1500">
                  <a:solidFill>
                    <a:srgbClr val="6AF7C4"/>
                  </a:solidFill>
                  <a:latin typeface="Calibri (MS)"/>
                  <a:ea typeface="Calibri (MS)"/>
                  <a:cs typeface="Calibri (MS)"/>
                  <a:sym typeface="Calibri (MS)"/>
                </a:rPr>
                <a:t>Used in: Books Browse, Recommendations</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16891" y="16891"/>
              <a:ext cx="292608" cy="13715999"/>
            </a:xfrm>
            <a:custGeom>
              <a:avLst/>
              <a:gdLst/>
              <a:ahLst/>
              <a:cxnLst/>
              <a:rect r="r" b="b" t="t" l="l"/>
              <a:pathLst>
                <a:path h="13715999" w="292608">
                  <a:moveTo>
                    <a:pt x="0" y="0"/>
                  </a:moveTo>
                  <a:lnTo>
                    <a:pt x="292608" y="0"/>
                  </a:lnTo>
                  <a:lnTo>
                    <a:pt x="292608" y="13715999"/>
                  </a:lnTo>
                  <a:lnTo>
                    <a:pt x="0" y="13715999"/>
                  </a:lnTo>
                  <a:close/>
                </a:path>
              </a:pathLst>
            </a:custGeom>
            <a:solidFill>
              <a:srgbClr val="F76A6A"/>
            </a:solidFill>
          </p:spPr>
        </p:sp>
        <p:sp>
          <p:nvSpPr>
            <p:cNvPr name="Freeform 4" id="4"/>
            <p:cNvSpPr/>
            <p:nvPr/>
          </p:nvSpPr>
          <p:spPr>
            <a:xfrm flipH="false" flipV="false" rot="0">
              <a:off x="0" y="0"/>
              <a:ext cx="326390" cy="13749782"/>
            </a:xfrm>
            <a:custGeom>
              <a:avLst/>
              <a:gdLst/>
              <a:ahLst/>
              <a:cxnLst/>
              <a:rect r="r" b="b" t="t" l="l"/>
              <a:pathLst>
                <a:path h="13749782" w="326390">
                  <a:moveTo>
                    <a:pt x="16891" y="0"/>
                  </a:moveTo>
                  <a:lnTo>
                    <a:pt x="309499" y="0"/>
                  </a:lnTo>
                  <a:cubicBezTo>
                    <a:pt x="318897" y="0"/>
                    <a:pt x="326390" y="7620"/>
                    <a:pt x="326390" y="16891"/>
                  </a:cubicBezTo>
                  <a:lnTo>
                    <a:pt x="326390" y="13732890"/>
                  </a:lnTo>
                  <a:cubicBezTo>
                    <a:pt x="326390" y="13742290"/>
                    <a:pt x="318770" y="13749782"/>
                    <a:pt x="309499"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09499" y="13716000"/>
                  </a:lnTo>
                  <a:lnTo>
                    <a:pt x="309499" y="13732890"/>
                  </a:lnTo>
                  <a:lnTo>
                    <a:pt x="292608" y="13732890"/>
                  </a:lnTo>
                  <a:lnTo>
                    <a:pt x="292608" y="16891"/>
                  </a:lnTo>
                  <a:lnTo>
                    <a:pt x="309499" y="16891"/>
                  </a:lnTo>
                  <a:lnTo>
                    <a:pt x="309499" y="33909"/>
                  </a:lnTo>
                  <a:lnTo>
                    <a:pt x="16891" y="33909"/>
                  </a:lnTo>
                  <a:close/>
                </a:path>
              </a:pathLst>
            </a:custGeom>
            <a:solidFill>
              <a:srgbClr val="F76A6A"/>
            </a:solidFill>
          </p:spPr>
        </p:sp>
      </p:grpSp>
      <p:grpSp>
        <p:nvGrpSpPr>
          <p:cNvPr name="Group 5" id="5"/>
          <p:cNvGrpSpPr/>
          <p:nvPr/>
        </p:nvGrpSpPr>
        <p:grpSpPr>
          <a:xfrm rot="0">
            <a:off x="408815" y="257451"/>
            <a:ext cx="2194560" cy="3441502"/>
            <a:chOff x="0" y="0"/>
            <a:chExt cx="2926080" cy="4588669"/>
          </a:xfrm>
        </p:grpSpPr>
        <p:sp>
          <p:nvSpPr>
            <p:cNvPr name="Freeform 6" id="6"/>
            <p:cNvSpPr/>
            <p:nvPr/>
          </p:nvSpPr>
          <p:spPr>
            <a:xfrm flipH="false" flipV="false" rot="0">
              <a:off x="0" y="0"/>
              <a:ext cx="2926080" cy="4588669"/>
            </a:xfrm>
            <a:custGeom>
              <a:avLst/>
              <a:gdLst/>
              <a:ahLst/>
              <a:cxnLst/>
              <a:rect r="r" b="b" t="t" l="l"/>
              <a:pathLst>
                <a:path h="4588669" w="2926080">
                  <a:moveTo>
                    <a:pt x="0" y="0"/>
                  </a:moveTo>
                  <a:lnTo>
                    <a:pt x="2926080" y="0"/>
                  </a:lnTo>
                  <a:lnTo>
                    <a:pt x="2926080" y="4588669"/>
                  </a:lnTo>
                  <a:lnTo>
                    <a:pt x="0" y="4588669"/>
                  </a:lnTo>
                  <a:close/>
                </a:path>
              </a:pathLst>
            </a:custGeom>
            <a:blipFill>
              <a:blip r:embed="rId2">
                <a:alphaModFix amt="0"/>
              </a:blip>
              <a:stretch>
                <a:fillRect l="-35535" t="0" r="-35535" b="57488"/>
              </a:stretch>
            </a:blipFill>
          </p:spPr>
        </p:sp>
        <p:sp>
          <p:nvSpPr>
            <p:cNvPr name="TextBox 7" id="7"/>
            <p:cNvSpPr txBox="true"/>
            <p:nvPr/>
          </p:nvSpPr>
          <p:spPr>
            <a:xfrm>
              <a:off x="0" y="-47625"/>
              <a:ext cx="2926080" cy="4636294"/>
            </a:xfrm>
            <a:prstGeom prst="rect">
              <a:avLst/>
            </a:prstGeom>
          </p:spPr>
          <p:txBody>
            <a:bodyPr anchor="ctr" rtlCol="false" tIns="0" lIns="0" bIns="0" rIns="0"/>
            <a:lstStyle/>
            <a:p>
              <a:pPr algn="l">
                <a:lnSpc>
                  <a:spcPts val="11519"/>
                </a:lnSpc>
              </a:pPr>
              <a:r>
                <a:rPr lang="en-US" sz="9600" b="true">
                  <a:solidFill>
                    <a:srgbClr val="F76A6A"/>
                  </a:solidFill>
                  <a:latin typeface="Arial Bold"/>
                  <a:ea typeface="Arial Bold"/>
                  <a:cs typeface="Arial Bold"/>
                  <a:sym typeface="Arial Bold"/>
                </a:rPr>
                <a:t>12</a:t>
              </a:r>
            </a:p>
            <a:p>
              <a:pPr algn="l">
                <a:lnSpc>
                  <a:spcPts val="11519"/>
                </a:lnSpc>
              </a:pPr>
            </a:p>
          </p:txBody>
        </p:sp>
      </p:grpSp>
      <p:grpSp>
        <p:nvGrpSpPr>
          <p:cNvPr name="Group 8" id="8"/>
          <p:cNvGrpSpPr/>
          <p:nvPr/>
        </p:nvGrpSpPr>
        <p:grpSpPr>
          <a:xfrm rot="0">
            <a:off x="548640" y="1645920"/>
            <a:ext cx="16459200" cy="1097280"/>
            <a:chOff x="0" y="0"/>
            <a:chExt cx="21945600" cy="1463040"/>
          </a:xfrm>
        </p:grpSpPr>
        <p:sp>
          <p:nvSpPr>
            <p:cNvPr name="Freeform 9" id="9"/>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2">
                <a:alphaModFix amt="0"/>
              </a:blip>
              <a:stretch>
                <a:fillRect l="0" t="-242275" r="0" b="-242275"/>
              </a:stretch>
            </a:blipFill>
          </p:spPr>
        </p:sp>
        <p:sp>
          <p:nvSpPr>
            <p:cNvPr name="TextBox 10" id="10"/>
            <p:cNvSpPr txBox="true"/>
            <p:nvPr/>
          </p:nvSpPr>
          <p:spPr>
            <a:xfrm>
              <a:off x="0" y="-28575"/>
              <a:ext cx="21945600" cy="1491615"/>
            </a:xfrm>
            <a:prstGeom prst="rect">
              <a:avLst/>
            </a:prstGeom>
          </p:spPr>
          <p:txBody>
            <a:bodyPr anchor="ctr" rtlCol="false" tIns="0" lIns="0" bIns="0" rIns="0"/>
            <a:lstStyle/>
            <a:p>
              <a:pPr algn="l">
                <a:lnSpc>
                  <a:spcPts val="7680"/>
                </a:lnSpc>
              </a:pPr>
              <a:r>
                <a:rPr lang="en-US" sz="6400" b="true">
                  <a:solidFill>
                    <a:srgbClr val="FFFFFF"/>
                  </a:solidFill>
                  <a:latin typeface="Arial Bold"/>
                  <a:ea typeface="Arial Bold"/>
                  <a:cs typeface="Arial Bold"/>
                  <a:sym typeface="Arial Bold"/>
                </a:rPr>
                <a:t>Database Schema</a:t>
              </a:r>
            </a:p>
          </p:txBody>
        </p:sp>
      </p:grpSp>
      <p:grpSp>
        <p:nvGrpSpPr>
          <p:cNvPr name="Group 11" id="11"/>
          <p:cNvGrpSpPr/>
          <p:nvPr/>
        </p:nvGrpSpPr>
        <p:grpSpPr>
          <a:xfrm rot="0">
            <a:off x="901703" y="3096263"/>
            <a:ext cx="6426203" cy="848363"/>
            <a:chOff x="0" y="0"/>
            <a:chExt cx="8568271" cy="1131151"/>
          </a:xfrm>
        </p:grpSpPr>
        <p:sp>
          <p:nvSpPr>
            <p:cNvPr name="Freeform 12" id="12"/>
            <p:cNvSpPr/>
            <p:nvPr/>
          </p:nvSpPr>
          <p:spPr>
            <a:xfrm flipH="false" flipV="false" rot="0">
              <a:off x="16891" y="16891"/>
              <a:ext cx="8534400" cy="1097280"/>
            </a:xfrm>
            <a:custGeom>
              <a:avLst/>
              <a:gdLst/>
              <a:ahLst/>
              <a:cxnLst/>
              <a:rect r="r" b="b" t="t" l="l"/>
              <a:pathLst>
                <a:path h="1097280" w="8534400">
                  <a:moveTo>
                    <a:pt x="0" y="0"/>
                  </a:moveTo>
                  <a:lnTo>
                    <a:pt x="8534400" y="0"/>
                  </a:lnTo>
                  <a:lnTo>
                    <a:pt x="8534400" y="1097280"/>
                  </a:lnTo>
                  <a:lnTo>
                    <a:pt x="0" y="1097280"/>
                  </a:lnTo>
                  <a:close/>
                </a:path>
              </a:pathLst>
            </a:custGeom>
            <a:solidFill>
              <a:srgbClr val="7C6AF7"/>
            </a:solidFill>
          </p:spPr>
        </p:sp>
        <p:sp>
          <p:nvSpPr>
            <p:cNvPr name="Freeform 13" id="13"/>
            <p:cNvSpPr/>
            <p:nvPr/>
          </p:nvSpPr>
          <p:spPr>
            <a:xfrm flipH="false" flipV="false" rot="0">
              <a:off x="0" y="0"/>
              <a:ext cx="8568182" cy="1131064"/>
            </a:xfrm>
            <a:custGeom>
              <a:avLst/>
              <a:gdLst/>
              <a:ahLst/>
              <a:cxnLst/>
              <a:rect r="r" b="b" t="t" l="l"/>
              <a:pathLst>
                <a:path h="1131064" w="8568182">
                  <a:moveTo>
                    <a:pt x="16891" y="0"/>
                  </a:moveTo>
                  <a:lnTo>
                    <a:pt x="8551291" y="0"/>
                  </a:lnTo>
                  <a:cubicBezTo>
                    <a:pt x="8560689" y="0"/>
                    <a:pt x="8568182" y="7620"/>
                    <a:pt x="8568182" y="16891"/>
                  </a:cubicBezTo>
                  <a:lnTo>
                    <a:pt x="8568182" y="1114171"/>
                  </a:lnTo>
                  <a:cubicBezTo>
                    <a:pt x="8568182" y="1123569"/>
                    <a:pt x="8560562" y="1131062"/>
                    <a:pt x="855129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8551291" y="1097280"/>
                  </a:lnTo>
                  <a:lnTo>
                    <a:pt x="8551291" y="1114171"/>
                  </a:lnTo>
                  <a:lnTo>
                    <a:pt x="8534400" y="1114171"/>
                  </a:lnTo>
                  <a:lnTo>
                    <a:pt x="8534400" y="16891"/>
                  </a:lnTo>
                  <a:lnTo>
                    <a:pt x="8551291" y="16891"/>
                  </a:lnTo>
                  <a:lnTo>
                    <a:pt x="8551291" y="33909"/>
                  </a:lnTo>
                  <a:lnTo>
                    <a:pt x="16891" y="33909"/>
                  </a:lnTo>
                  <a:close/>
                </a:path>
              </a:pathLst>
            </a:custGeom>
            <a:solidFill>
              <a:srgbClr val="7C6AF7"/>
            </a:solidFill>
          </p:spPr>
        </p:sp>
      </p:grpSp>
      <p:grpSp>
        <p:nvGrpSpPr>
          <p:cNvPr name="Group 14" id="14"/>
          <p:cNvGrpSpPr/>
          <p:nvPr/>
        </p:nvGrpSpPr>
        <p:grpSpPr>
          <a:xfrm rot="0">
            <a:off x="914400" y="3108960"/>
            <a:ext cx="6400800" cy="822960"/>
            <a:chOff x="0" y="0"/>
            <a:chExt cx="8534400" cy="1097280"/>
          </a:xfrm>
        </p:grpSpPr>
        <p:sp>
          <p:nvSpPr>
            <p:cNvPr name="Freeform 15" id="15"/>
            <p:cNvSpPr/>
            <p:nvPr/>
          </p:nvSpPr>
          <p:spPr>
            <a:xfrm flipH="false" flipV="false" rot="0">
              <a:off x="0" y="0"/>
              <a:ext cx="8534400" cy="1097280"/>
            </a:xfrm>
            <a:custGeom>
              <a:avLst/>
              <a:gdLst/>
              <a:ahLst/>
              <a:cxnLst/>
              <a:rect r="r" b="b" t="t" l="l"/>
              <a:pathLst>
                <a:path h="1097280" w="8534400">
                  <a:moveTo>
                    <a:pt x="0" y="0"/>
                  </a:moveTo>
                  <a:lnTo>
                    <a:pt x="8534400" y="0"/>
                  </a:lnTo>
                  <a:lnTo>
                    <a:pt x="8534400" y="1097280"/>
                  </a:lnTo>
                  <a:lnTo>
                    <a:pt x="0" y="1097280"/>
                  </a:lnTo>
                  <a:close/>
                </a:path>
              </a:pathLst>
            </a:custGeom>
            <a:blipFill>
              <a:blip r:embed="rId2">
                <a:alphaModFix amt="0"/>
              </a:blip>
              <a:stretch>
                <a:fillRect l="0" t="-101550" r="0" b="-101550"/>
              </a:stretch>
            </a:blipFill>
          </p:spPr>
        </p:sp>
        <p:sp>
          <p:nvSpPr>
            <p:cNvPr name="TextBox 16" id="16"/>
            <p:cNvSpPr txBox="true"/>
            <p:nvPr/>
          </p:nvSpPr>
          <p:spPr>
            <a:xfrm>
              <a:off x="0" y="-9525"/>
              <a:ext cx="8534400" cy="1106805"/>
            </a:xfrm>
            <a:prstGeom prst="rect">
              <a:avLst/>
            </a:prstGeom>
          </p:spPr>
          <p:txBody>
            <a:bodyPr anchor="ctr" rtlCol="false" tIns="0" lIns="0" bIns="0" rIns="0"/>
            <a:lstStyle/>
            <a:p>
              <a:pPr algn="ctr">
                <a:lnSpc>
                  <a:spcPts val="2879"/>
                </a:lnSpc>
              </a:pPr>
              <a:r>
                <a:rPr lang="en-US" sz="2400" b="true">
                  <a:solidFill>
                    <a:srgbClr val="FFFFFF"/>
                  </a:solidFill>
                  <a:latin typeface="Arial Bold"/>
                  <a:ea typeface="Arial Bold"/>
                  <a:cs typeface="Arial Bold"/>
                  <a:sym typeface="Arial Bold"/>
                </a:rPr>
                <a:t>USER (Django Built-in)</a:t>
              </a:r>
            </a:p>
          </p:txBody>
        </p:sp>
      </p:grpSp>
      <p:grpSp>
        <p:nvGrpSpPr>
          <p:cNvPr name="Group 17" id="17"/>
          <p:cNvGrpSpPr/>
          <p:nvPr/>
        </p:nvGrpSpPr>
        <p:grpSpPr>
          <a:xfrm rot="0">
            <a:off x="910590" y="3928110"/>
            <a:ext cx="6408420" cy="702564"/>
            <a:chOff x="0" y="0"/>
            <a:chExt cx="8544560" cy="936752"/>
          </a:xfrm>
        </p:grpSpPr>
        <p:sp>
          <p:nvSpPr>
            <p:cNvPr name="Freeform 18" id="18"/>
            <p:cNvSpPr/>
            <p:nvPr/>
          </p:nvSpPr>
          <p:spPr>
            <a:xfrm flipH="false" flipV="false" rot="0">
              <a:off x="5080" y="5080"/>
              <a:ext cx="8534400" cy="926592"/>
            </a:xfrm>
            <a:custGeom>
              <a:avLst/>
              <a:gdLst/>
              <a:ahLst/>
              <a:cxnLst/>
              <a:rect r="r" b="b" t="t" l="l"/>
              <a:pathLst>
                <a:path h="926592" w="8534400">
                  <a:moveTo>
                    <a:pt x="0" y="0"/>
                  </a:moveTo>
                  <a:lnTo>
                    <a:pt x="8534400" y="0"/>
                  </a:lnTo>
                  <a:lnTo>
                    <a:pt x="8534400" y="926592"/>
                  </a:lnTo>
                  <a:lnTo>
                    <a:pt x="0" y="926592"/>
                  </a:lnTo>
                  <a:close/>
                </a:path>
              </a:pathLst>
            </a:custGeom>
            <a:solidFill>
              <a:srgbClr val="1A1A35"/>
            </a:solidFill>
          </p:spPr>
        </p:sp>
        <p:sp>
          <p:nvSpPr>
            <p:cNvPr name="Freeform 19" id="19"/>
            <p:cNvSpPr/>
            <p:nvPr/>
          </p:nvSpPr>
          <p:spPr>
            <a:xfrm flipH="false" flipV="false" rot="0">
              <a:off x="0" y="0"/>
              <a:ext cx="8544560" cy="936752"/>
            </a:xfrm>
            <a:custGeom>
              <a:avLst/>
              <a:gdLst/>
              <a:ahLst/>
              <a:cxnLst/>
              <a:rect r="r" b="b" t="t" l="l"/>
              <a:pathLst>
                <a:path h="936752" w="8544560">
                  <a:moveTo>
                    <a:pt x="5080" y="0"/>
                  </a:moveTo>
                  <a:lnTo>
                    <a:pt x="8539480" y="0"/>
                  </a:lnTo>
                  <a:cubicBezTo>
                    <a:pt x="8542274" y="0"/>
                    <a:pt x="8544560" y="2286"/>
                    <a:pt x="8544560" y="5080"/>
                  </a:cubicBezTo>
                  <a:lnTo>
                    <a:pt x="8544560" y="931672"/>
                  </a:lnTo>
                  <a:cubicBezTo>
                    <a:pt x="8544560" y="934466"/>
                    <a:pt x="8542274" y="936752"/>
                    <a:pt x="8539480" y="936752"/>
                  </a:cubicBezTo>
                  <a:lnTo>
                    <a:pt x="5080" y="936752"/>
                  </a:lnTo>
                  <a:cubicBezTo>
                    <a:pt x="2286" y="936752"/>
                    <a:pt x="0" y="934466"/>
                    <a:pt x="0" y="931672"/>
                  </a:cubicBezTo>
                  <a:lnTo>
                    <a:pt x="0" y="5080"/>
                  </a:lnTo>
                  <a:cubicBezTo>
                    <a:pt x="0" y="2286"/>
                    <a:pt x="2286" y="0"/>
                    <a:pt x="5080" y="0"/>
                  </a:cubicBezTo>
                  <a:moveTo>
                    <a:pt x="5080" y="10160"/>
                  </a:moveTo>
                  <a:lnTo>
                    <a:pt x="5080" y="5080"/>
                  </a:lnTo>
                  <a:lnTo>
                    <a:pt x="10160" y="5080"/>
                  </a:lnTo>
                  <a:lnTo>
                    <a:pt x="10160" y="931672"/>
                  </a:lnTo>
                  <a:lnTo>
                    <a:pt x="5080" y="931672"/>
                  </a:lnTo>
                  <a:lnTo>
                    <a:pt x="5080" y="926592"/>
                  </a:lnTo>
                  <a:lnTo>
                    <a:pt x="8539480" y="926592"/>
                  </a:lnTo>
                  <a:lnTo>
                    <a:pt x="8539480" y="931672"/>
                  </a:lnTo>
                  <a:lnTo>
                    <a:pt x="8534400" y="931672"/>
                  </a:lnTo>
                  <a:lnTo>
                    <a:pt x="8534400" y="5080"/>
                  </a:lnTo>
                  <a:lnTo>
                    <a:pt x="8539480" y="5080"/>
                  </a:lnTo>
                  <a:lnTo>
                    <a:pt x="8539480" y="10160"/>
                  </a:lnTo>
                  <a:lnTo>
                    <a:pt x="5080" y="10160"/>
                  </a:lnTo>
                  <a:close/>
                </a:path>
              </a:pathLst>
            </a:custGeom>
            <a:solidFill>
              <a:srgbClr val="7C6AF7"/>
            </a:solidFill>
          </p:spPr>
        </p:sp>
      </p:grpSp>
      <p:grpSp>
        <p:nvGrpSpPr>
          <p:cNvPr name="Group 20" id="20"/>
          <p:cNvGrpSpPr/>
          <p:nvPr/>
        </p:nvGrpSpPr>
        <p:grpSpPr>
          <a:xfrm rot="0">
            <a:off x="1188720" y="3931920"/>
            <a:ext cx="5852160" cy="694944"/>
            <a:chOff x="0" y="0"/>
            <a:chExt cx="7802880" cy="926592"/>
          </a:xfrm>
        </p:grpSpPr>
        <p:sp>
          <p:nvSpPr>
            <p:cNvPr name="Freeform 21" id="21"/>
            <p:cNvSpPr/>
            <p:nvPr/>
          </p:nvSpPr>
          <p:spPr>
            <a:xfrm flipH="false" flipV="false" rot="0">
              <a:off x="0" y="0"/>
              <a:ext cx="7802880" cy="926592"/>
            </a:xfrm>
            <a:custGeom>
              <a:avLst/>
              <a:gdLst/>
              <a:ahLst/>
              <a:cxnLst/>
              <a:rect r="r" b="b" t="t" l="l"/>
              <a:pathLst>
                <a:path h="926592" w="7802880">
                  <a:moveTo>
                    <a:pt x="0" y="0"/>
                  </a:moveTo>
                  <a:lnTo>
                    <a:pt x="7802880" y="0"/>
                  </a:lnTo>
                  <a:lnTo>
                    <a:pt x="7802880" y="926592"/>
                  </a:lnTo>
                  <a:lnTo>
                    <a:pt x="0" y="926592"/>
                  </a:lnTo>
                  <a:close/>
                </a:path>
              </a:pathLst>
            </a:custGeom>
            <a:blipFill>
              <a:blip r:embed="rId2">
                <a:alphaModFix amt="0"/>
              </a:blip>
              <a:stretch>
                <a:fillRect l="0" t="-114084" r="0" b="-114084"/>
              </a:stretch>
            </a:blipFill>
          </p:spPr>
        </p:sp>
        <p:sp>
          <p:nvSpPr>
            <p:cNvPr name="TextBox 22" id="22"/>
            <p:cNvSpPr txBox="true"/>
            <p:nvPr/>
          </p:nvSpPr>
          <p:spPr>
            <a:xfrm>
              <a:off x="0" y="-47625"/>
              <a:ext cx="7802880" cy="974217"/>
            </a:xfrm>
            <a:prstGeom prst="rect">
              <a:avLst/>
            </a:prstGeom>
          </p:spPr>
          <p:txBody>
            <a:bodyPr anchor="ctr" rtlCol="false" tIns="0" lIns="0" bIns="0" rIns="0"/>
            <a:lstStyle/>
            <a:p>
              <a:pPr algn="l">
                <a:lnSpc>
                  <a:spcPts val="2640"/>
                </a:lnSpc>
              </a:pPr>
              <a:r>
                <a:rPr lang="en-US" sz="2200">
                  <a:solidFill>
                    <a:srgbClr val="E8E8F0"/>
                  </a:solidFill>
                  <a:latin typeface="Calibri (MS)"/>
                  <a:ea typeface="Calibri (MS)"/>
                  <a:cs typeface="Calibri (MS)"/>
                  <a:sym typeface="Calibri (MS)"/>
                </a:rPr>
                <a:t>id  (PK)</a:t>
              </a:r>
            </a:p>
          </p:txBody>
        </p:sp>
      </p:grpSp>
      <p:grpSp>
        <p:nvGrpSpPr>
          <p:cNvPr name="Group 23" id="23"/>
          <p:cNvGrpSpPr/>
          <p:nvPr/>
        </p:nvGrpSpPr>
        <p:grpSpPr>
          <a:xfrm rot="0">
            <a:off x="910590" y="4623054"/>
            <a:ext cx="6408420" cy="702564"/>
            <a:chOff x="0" y="0"/>
            <a:chExt cx="8544560" cy="936752"/>
          </a:xfrm>
        </p:grpSpPr>
        <p:sp>
          <p:nvSpPr>
            <p:cNvPr name="Freeform 24" id="24"/>
            <p:cNvSpPr/>
            <p:nvPr/>
          </p:nvSpPr>
          <p:spPr>
            <a:xfrm flipH="false" flipV="false" rot="0">
              <a:off x="5080" y="5080"/>
              <a:ext cx="8534400" cy="926592"/>
            </a:xfrm>
            <a:custGeom>
              <a:avLst/>
              <a:gdLst/>
              <a:ahLst/>
              <a:cxnLst/>
              <a:rect r="r" b="b" t="t" l="l"/>
              <a:pathLst>
                <a:path h="926592" w="8534400">
                  <a:moveTo>
                    <a:pt x="0" y="0"/>
                  </a:moveTo>
                  <a:lnTo>
                    <a:pt x="8534400" y="0"/>
                  </a:lnTo>
                  <a:lnTo>
                    <a:pt x="8534400" y="926592"/>
                  </a:lnTo>
                  <a:lnTo>
                    <a:pt x="0" y="926592"/>
                  </a:lnTo>
                  <a:close/>
                </a:path>
              </a:pathLst>
            </a:custGeom>
            <a:solidFill>
              <a:srgbClr val="13132A"/>
            </a:solidFill>
          </p:spPr>
        </p:sp>
        <p:sp>
          <p:nvSpPr>
            <p:cNvPr name="Freeform 25" id="25"/>
            <p:cNvSpPr/>
            <p:nvPr/>
          </p:nvSpPr>
          <p:spPr>
            <a:xfrm flipH="false" flipV="false" rot="0">
              <a:off x="0" y="0"/>
              <a:ext cx="8544560" cy="936752"/>
            </a:xfrm>
            <a:custGeom>
              <a:avLst/>
              <a:gdLst/>
              <a:ahLst/>
              <a:cxnLst/>
              <a:rect r="r" b="b" t="t" l="l"/>
              <a:pathLst>
                <a:path h="936752" w="8544560">
                  <a:moveTo>
                    <a:pt x="5080" y="0"/>
                  </a:moveTo>
                  <a:lnTo>
                    <a:pt x="8539480" y="0"/>
                  </a:lnTo>
                  <a:cubicBezTo>
                    <a:pt x="8542274" y="0"/>
                    <a:pt x="8544560" y="2286"/>
                    <a:pt x="8544560" y="5080"/>
                  </a:cubicBezTo>
                  <a:lnTo>
                    <a:pt x="8544560" y="931672"/>
                  </a:lnTo>
                  <a:cubicBezTo>
                    <a:pt x="8544560" y="934466"/>
                    <a:pt x="8542274" y="936752"/>
                    <a:pt x="8539480" y="936752"/>
                  </a:cubicBezTo>
                  <a:lnTo>
                    <a:pt x="5080" y="936752"/>
                  </a:lnTo>
                  <a:cubicBezTo>
                    <a:pt x="2286" y="936752"/>
                    <a:pt x="0" y="934466"/>
                    <a:pt x="0" y="931672"/>
                  </a:cubicBezTo>
                  <a:lnTo>
                    <a:pt x="0" y="5080"/>
                  </a:lnTo>
                  <a:cubicBezTo>
                    <a:pt x="0" y="2286"/>
                    <a:pt x="2286" y="0"/>
                    <a:pt x="5080" y="0"/>
                  </a:cubicBezTo>
                  <a:moveTo>
                    <a:pt x="5080" y="10160"/>
                  </a:moveTo>
                  <a:lnTo>
                    <a:pt x="5080" y="5080"/>
                  </a:lnTo>
                  <a:lnTo>
                    <a:pt x="10160" y="5080"/>
                  </a:lnTo>
                  <a:lnTo>
                    <a:pt x="10160" y="931672"/>
                  </a:lnTo>
                  <a:lnTo>
                    <a:pt x="5080" y="931672"/>
                  </a:lnTo>
                  <a:lnTo>
                    <a:pt x="5080" y="926592"/>
                  </a:lnTo>
                  <a:lnTo>
                    <a:pt x="8539480" y="926592"/>
                  </a:lnTo>
                  <a:lnTo>
                    <a:pt x="8539480" y="931672"/>
                  </a:lnTo>
                  <a:lnTo>
                    <a:pt x="8534400" y="931672"/>
                  </a:lnTo>
                  <a:lnTo>
                    <a:pt x="8534400" y="5080"/>
                  </a:lnTo>
                  <a:lnTo>
                    <a:pt x="8539480" y="5080"/>
                  </a:lnTo>
                  <a:lnTo>
                    <a:pt x="8539480" y="10160"/>
                  </a:lnTo>
                  <a:lnTo>
                    <a:pt x="5080" y="10160"/>
                  </a:lnTo>
                  <a:close/>
                </a:path>
              </a:pathLst>
            </a:custGeom>
            <a:solidFill>
              <a:srgbClr val="7C6AF7"/>
            </a:solidFill>
          </p:spPr>
        </p:sp>
      </p:grpSp>
      <p:grpSp>
        <p:nvGrpSpPr>
          <p:cNvPr name="Group 26" id="26"/>
          <p:cNvGrpSpPr/>
          <p:nvPr/>
        </p:nvGrpSpPr>
        <p:grpSpPr>
          <a:xfrm rot="0">
            <a:off x="1188720" y="4626864"/>
            <a:ext cx="5852160" cy="694944"/>
            <a:chOff x="0" y="0"/>
            <a:chExt cx="7802880" cy="926592"/>
          </a:xfrm>
        </p:grpSpPr>
        <p:sp>
          <p:nvSpPr>
            <p:cNvPr name="Freeform 27" id="27"/>
            <p:cNvSpPr/>
            <p:nvPr/>
          </p:nvSpPr>
          <p:spPr>
            <a:xfrm flipH="false" flipV="false" rot="0">
              <a:off x="0" y="0"/>
              <a:ext cx="7802880" cy="926592"/>
            </a:xfrm>
            <a:custGeom>
              <a:avLst/>
              <a:gdLst/>
              <a:ahLst/>
              <a:cxnLst/>
              <a:rect r="r" b="b" t="t" l="l"/>
              <a:pathLst>
                <a:path h="926592" w="7802880">
                  <a:moveTo>
                    <a:pt x="0" y="0"/>
                  </a:moveTo>
                  <a:lnTo>
                    <a:pt x="7802880" y="0"/>
                  </a:lnTo>
                  <a:lnTo>
                    <a:pt x="7802880" y="926592"/>
                  </a:lnTo>
                  <a:lnTo>
                    <a:pt x="0" y="926592"/>
                  </a:lnTo>
                  <a:close/>
                </a:path>
              </a:pathLst>
            </a:custGeom>
            <a:blipFill>
              <a:blip r:embed="rId2">
                <a:alphaModFix amt="0"/>
              </a:blip>
              <a:stretch>
                <a:fillRect l="0" t="-114084" r="0" b="-114084"/>
              </a:stretch>
            </a:blipFill>
          </p:spPr>
        </p:sp>
        <p:sp>
          <p:nvSpPr>
            <p:cNvPr name="TextBox 28" id="28"/>
            <p:cNvSpPr txBox="true"/>
            <p:nvPr/>
          </p:nvSpPr>
          <p:spPr>
            <a:xfrm>
              <a:off x="0" y="-47625"/>
              <a:ext cx="7802880" cy="974217"/>
            </a:xfrm>
            <a:prstGeom prst="rect">
              <a:avLst/>
            </a:prstGeom>
          </p:spPr>
          <p:txBody>
            <a:bodyPr anchor="ctr" rtlCol="false" tIns="0" lIns="0" bIns="0" rIns="0"/>
            <a:lstStyle/>
            <a:p>
              <a:pPr algn="l">
                <a:lnSpc>
                  <a:spcPts val="2640"/>
                </a:lnSpc>
              </a:pPr>
              <a:r>
                <a:rPr lang="en-US" sz="2200">
                  <a:solidFill>
                    <a:srgbClr val="E8E8F0"/>
                  </a:solidFill>
                  <a:latin typeface="Calibri (MS)"/>
                  <a:ea typeface="Calibri (MS)"/>
                  <a:cs typeface="Calibri (MS)"/>
                  <a:sym typeface="Calibri (MS)"/>
                </a:rPr>
                <a:t>username</a:t>
              </a:r>
            </a:p>
          </p:txBody>
        </p:sp>
      </p:grpSp>
      <p:grpSp>
        <p:nvGrpSpPr>
          <p:cNvPr name="Group 29" id="29"/>
          <p:cNvGrpSpPr/>
          <p:nvPr/>
        </p:nvGrpSpPr>
        <p:grpSpPr>
          <a:xfrm rot="0">
            <a:off x="910590" y="5317998"/>
            <a:ext cx="6408420" cy="702564"/>
            <a:chOff x="0" y="0"/>
            <a:chExt cx="8544560" cy="936752"/>
          </a:xfrm>
        </p:grpSpPr>
        <p:sp>
          <p:nvSpPr>
            <p:cNvPr name="Freeform 30" id="30"/>
            <p:cNvSpPr/>
            <p:nvPr/>
          </p:nvSpPr>
          <p:spPr>
            <a:xfrm flipH="false" flipV="false" rot="0">
              <a:off x="5080" y="5080"/>
              <a:ext cx="8534400" cy="926592"/>
            </a:xfrm>
            <a:custGeom>
              <a:avLst/>
              <a:gdLst/>
              <a:ahLst/>
              <a:cxnLst/>
              <a:rect r="r" b="b" t="t" l="l"/>
              <a:pathLst>
                <a:path h="926592" w="8534400">
                  <a:moveTo>
                    <a:pt x="0" y="0"/>
                  </a:moveTo>
                  <a:lnTo>
                    <a:pt x="8534400" y="0"/>
                  </a:lnTo>
                  <a:lnTo>
                    <a:pt x="8534400" y="926592"/>
                  </a:lnTo>
                  <a:lnTo>
                    <a:pt x="0" y="926592"/>
                  </a:lnTo>
                  <a:close/>
                </a:path>
              </a:pathLst>
            </a:custGeom>
            <a:solidFill>
              <a:srgbClr val="1A1A35"/>
            </a:solidFill>
          </p:spPr>
        </p:sp>
        <p:sp>
          <p:nvSpPr>
            <p:cNvPr name="Freeform 31" id="31"/>
            <p:cNvSpPr/>
            <p:nvPr/>
          </p:nvSpPr>
          <p:spPr>
            <a:xfrm flipH="false" flipV="false" rot="0">
              <a:off x="0" y="0"/>
              <a:ext cx="8544560" cy="936752"/>
            </a:xfrm>
            <a:custGeom>
              <a:avLst/>
              <a:gdLst/>
              <a:ahLst/>
              <a:cxnLst/>
              <a:rect r="r" b="b" t="t" l="l"/>
              <a:pathLst>
                <a:path h="936752" w="8544560">
                  <a:moveTo>
                    <a:pt x="5080" y="0"/>
                  </a:moveTo>
                  <a:lnTo>
                    <a:pt x="8539480" y="0"/>
                  </a:lnTo>
                  <a:cubicBezTo>
                    <a:pt x="8542274" y="0"/>
                    <a:pt x="8544560" y="2286"/>
                    <a:pt x="8544560" y="5080"/>
                  </a:cubicBezTo>
                  <a:lnTo>
                    <a:pt x="8544560" y="931672"/>
                  </a:lnTo>
                  <a:cubicBezTo>
                    <a:pt x="8544560" y="934466"/>
                    <a:pt x="8542274" y="936752"/>
                    <a:pt x="8539480" y="936752"/>
                  </a:cubicBezTo>
                  <a:lnTo>
                    <a:pt x="5080" y="936752"/>
                  </a:lnTo>
                  <a:cubicBezTo>
                    <a:pt x="2286" y="936752"/>
                    <a:pt x="0" y="934466"/>
                    <a:pt x="0" y="931672"/>
                  </a:cubicBezTo>
                  <a:lnTo>
                    <a:pt x="0" y="5080"/>
                  </a:lnTo>
                  <a:cubicBezTo>
                    <a:pt x="0" y="2286"/>
                    <a:pt x="2286" y="0"/>
                    <a:pt x="5080" y="0"/>
                  </a:cubicBezTo>
                  <a:moveTo>
                    <a:pt x="5080" y="10160"/>
                  </a:moveTo>
                  <a:lnTo>
                    <a:pt x="5080" y="5080"/>
                  </a:lnTo>
                  <a:lnTo>
                    <a:pt x="10160" y="5080"/>
                  </a:lnTo>
                  <a:lnTo>
                    <a:pt x="10160" y="931672"/>
                  </a:lnTo>
                  <a:lnTo>
                    <a:pt x="5080" y="931672"/>
                  </a:lnTo>
                  <a:lnTo>
                    <a:pt x="5080" y="926592"/>
                  </a:lnTo>
                  <a:lnTo>
                    <a:pt x="8539480" y="926592"/>
                  </a:lnTo>
                  <a:lnTo>
                    <a:pt x="8539480" y="931672"/>
                  </a:lnTo>
                  <a:lnTo>
                    <a:pt x="8534400" y="931672"/>
                  </a:lnTo>
                  <a:lnTo>
                    <a:pt x="8534400" y="5080"/>
                  </a:lnTo>
                  <a:lnTo>
                    <a:pt x="8539480" y="5080"/>
                  </a:lnTo>
                  <a:lnTo>
                    <a:pt x="8539480" y="10160"/>
                  </a:lnTo>
                  <a:lnTo>
                    <a:pt x="5080" y="10160"/>
                  </a:lnTo>
                  <a:close/>
                </a:path>
              </a:pathLst>
            </a:custGeom>
            <a:solidFill>
              <a:srgbClr val="7C6AF7"/>
            </a:solidFill>
          </p:spPr>
        </p:sp>
      </p:grpSp>
      <p:grpSp>
        <p:nvGrpSpPr>
          <p:cNvPr name="Group 32" id="32"/>
          <p:cNvGrpSpPr/>
          <p:nvPr/>
        </p:nvGrpSpPr>
        <p:grpSpPr>
          <a:xfrm rot="0">
            <a:off x="1188720" y="5321808"/>
            <a:ext cx="5852160" cy="694944"/>
            <a:chOff x="0" y="0"/>
            <a:chExt cx="7802880" cy="926592"/>
          </a:xfrm>
        </p:grpSpPr>
        <p:sp>
          <p:nvSpPr>
            <p:cNvPr name="Freeform 33" id="33"/>
            <p:cNvSpPr/>
            <p:nvPr/>
          </p:nvSpPr>
          <p:spPr>
            <a:xfrm flipH="false" flipV="false" rot="0">
              <a:off x="0" y="0"/>
              <a:ext cx="7802880" cy="926592"/>
            </a:xfrm>
            <a:custGeom>
              <a:avLst/>
              <a:gdLst/>
              <a:ahLst/>
              <a:cxnLst/>
              <a:rect r="r" b="b" t="t" l="l"/>
              <a:pathLst>
                <a:path h="926592" w="7802880">
                  <a:moveTo>
                    <a:pt x="0" y="0"/>
                  </a:moveTo>
                  <a:lnTo>
                    <a:pt x="7802880" y="0"/>
                  </a:lnTo>
                  <a:lnTo>
                    <a:pt x="7802880" y="926592"/>
                  </a:lnTo>
                  <a:lnTo>
                    <a:pt x="0" y="926592"/>
                  </a:lnTo>
                  <a:close/>
                </a:path>
              </a:pathLst>
            </a:custGeom>
            <a:blipFill>
              <a:blip r:embed="rId2">
                <a:alphaModFix amt="0"/>
              </a:blip>
              <a:stretch>
                <a:fillRect l="0" t="-114084" r="0" b="-114084"/>
              </a:stretch>
            </a:blipFill>
          </p:spPr>
        </p:sp>
        <p:sp>
          <p:nvSpPr>
            <p:cNvPr name="TextBox 34" id="34"/>
            <p:cNvSpPr txBox="true"/>
            <p:nvPr/>
          </p:nvSpPr>
          <p:spPr>
            <a:xfrm>
              <a:off x="0" y="-47625"/>
              <a:ext cx="7802880" cy="974217"/>
            </a:xfrm>
            <a:prstGeom prst="rect">
              <a:avLst/>
            </a:prstGeom>
          </p:spPr>
          <p:txBody>
            <a:bodyPr anchor="ctr" rtlCol="false" tIns="0" lIns="0" bIns="0" rIns="0"/>
            <a:lstStyle/>
            <a:p>
              <a:pPr algn="l">
                <a:lnSpc>
                  <a:spcPts val="2640"/>
                </a:lnSpc>
              </a:pPr>
              <a:r>
                <a:rPr lang="en-US" sz="2200">
                  <a:solidFill>
                    <a:srgbClr val="E8E8F0"/>
                  </a:solidFill>
                  <a:latin typeface="Calibri (MS)"/>
                  <a:ea typeface="Calibri (MS)"/>
                  <a:cs typeface="Calibri (MS)"/>
                  <a:sym typeface="Calibri (MS)"/>
                </a:rPr>
                <a:t>email</a:t>
              </a:r>
            </a:p>
          </p:txBody>
        </p:sp>
      </p:grpSp>
      <p:grpSp>
        <p:nvGrpSpPr>
          <p:cNvPr name="Group 35" id="35"/>
          <p:cNvGrpSpPr/>
          <p:nvPr/>
        </p:nvGrpSpPr>
        <p:grpSpPr>
          <a:xfrm rot="0">
            <a:off x="910590" y="6012942"/>
            <a:ext cx="6408420" cy="702564"/>
            <a:chOff x="0" y="0"/>
            <a:chExt cx="8544560" cy="936752"/>
          </a:xfrm>
        </p:grpSpPr>
        <p:sp>
          <p:nvSpPr>
            <p:cNvPr name="Freeform 36" id="36"/>
            <p:cNvSpPr/>
            <p:nvPr/>
          </p:nvSpPr>
          <p:spPr>
            <a:xfrm flipH="false" flipV="false" rot="0">
              <a:off x="5080" y="5080"/>
              <a:ext cx="8534400" cy="926592"/>
            </a:xfrm>
            <a:custGeom>
              <a:avLst/>
              <a:gdLst/>
              <a:ahLst/>
              <a:cxnLst/>
              <a:rect r="r" b="b" t="t" l="l"/>
              <a:pathLst>
                <a:path h="926592" w="8534400">
                  <a:moveTo>
                    <a:pt x="0" y="0"/>
                  </a:moveTo>
                  <a:lnTo>
                    <a:pt x="8534400" y="0"/>
                  </a:lnTo>
                  <a:lnTo>
                    <a:pt x="8534400" y="926592"/>
                  </a:lnTo>
                  <a:lnTo>
                    <a:pt x="0" y="926592"/>
                  </a:lnTo>
                  <a:close/>
                </a:path>
              </a:pathLst>
            </a:custGeom>
            <a:solidFill>
              <a:srgbClr val="13132A"/>
            </a:solidFill>
          </p:spPr>
        </p:sp>
        <p:sp>
          <p:nvSpPr>
            <p:cNvPr name="Freeform 37" id="37"/>
            <p:cNvSpPr/>
            <p:nvPr/>
          </p:nvSpPr>
          <p:spPr>
            <a:xfrm flipH="false" flipV="false" rot="0">
              <a:off x="0" y="0"/>
              <a:ext cx="8544560" cy="936752"/>
            </a:xfrm>
            <a:custGeom>
              <a:avLst/>
              <a:gdLst/>
              <a:ahLst/>
              <a:cxnLst/>
              <a:rect r="r" b="b" t="t" l="l"/>
              <a:pathLst>
                <a:path h="936752" w="8544560">
                  <a:moveTo>
                    <a:pt x="5080" y="0"/>
                  </a:moveTo>
                  <a:lnTo>
                    <a:pt x="8539480" y="0"/>
                  </a:lnTo>
                  <a:cubicBezTo>
                    <a:pt x="8542274" y="0"/>
                    <a:pt x="8544560" y="2286"/>
                    <a:pt x="8544560" y="5080"/>
                  </a:cubicBezTo>
                  <a:lnTo>
                    <a:pt x="8544560" y="931672"/>
                  </a:lnTo>
                  <a:cubicBezTo>
                    <a:pt x="8544560" y="934466"/>
                    <a:pt x="8542274" y="936752"/>
                    <a:pt x="8539480" y="936752"/>
                  </a:cubicBezTo>
                  <a:lnTo>
                    <a:pt x="5080" y="936752"/>
                  </a:lnTo>
                  <a:cubicBezTo>
                    <a:pt x="2286" y="936752"/>
                    <a:pt x="0" y="934466"/>
                    <a:pt x="0" y="931672"/>
                  </a:cubicBezTo>
                  <a:lnTo>
                    <a:pt x="0" y="5080"/>
                  </a:lnTo>
                  <a:cubicBezTo>
                    <a:pt x="0" y="2286"/>
                    <a:pt x="2286" y="0"/>
                    <a:pt x="5080" y="0"/>
                  </a:cubicBezTo>
                  <a:moveTo>
                    <a:pt x="5080" y="10160"/>
                  </a:moveTo>
                  <a:lnTo>
                    <a:pt x="5080" y="5080"/>
                  </a:lnTo>
                  <a:lnTo>
                    <a:pt x="10160" y="5080"/>
                  </a:lnTo>
                  <a:lnTo>
                    <a:pt x="10160" y="931672"/>
                  </a:lnTo>
                  <a:lnTo>
                    <a:pt x="5080" y="931672"/>
                  </a:lnTo>
                  <a:lnTo>
                    <a:pt x="5080" y="926592"/>
                  </a:lnTo>
                  <a:lnTo>
                    <a:pt x="8539480" y="926592"/>
                  </a:lnTo>
                  <a:lnTo>
                    <a:pt x="8539480" y="931672"/>
                  </a:lnTo>
                  <a:lnTo>
                    <a:pt x="8534400" y="931672"/>
                  </a:lnTo>
                  <a:lnTo>
                    <a:pt x="8534400" y="5080"/>
                  </a:lnTo>
                  <a:lnTo>
                    <a:pt x="8539480" y="5080"/>
                  </a:lnTo>
                  <a:lnTo>
                    <a:pt x="8539480" y="10160"/>
                  </a:lnTo>
                  <a:lnTo>
                    <a:pt x="5080" y="10160"/>
                  </a:lnTo>
                  <a:close/>
                </a:path>
              </a:pathLst>
            </a:custGeom>
            <a:solidFill>
              <a:srgbClr val="7C6AF7"/>
            </a:solidFill>
          </p:spPr>
        </p:sp>
      </p:grpSp>
      <p:grpSp>
        <p:nvGrpSpPr>
          <p:cNvPr name="Group 38" id="38"/>
          <p:cNvGrpSpPr/>
          <p:nvPr/>
        </p:nvGrpSpPr>
        <p:grpSpPr>
          <a:xfrm rot="0">
            <a:off x="1188720" y="6016752"/>
            <a:ext cx="5852160" cy="694944"/>
            <a:chOff x="0" y="0"/>
            <a:chExt cx="7802880" cy="926592"/>
          </a:xfrm>
        </p:grpSpPr>
        <p:sp>
          <p:nvSpPr>
            <p:cNvPr name="Freeform 39" id="39"/>
            <p:cNvSpPr/>
            <p:nvPr/>
          </p:nvSpPr>
          <p:spPr>
            <a:xfrm flipH="false" flipV="false" rot="0">
              <a:off x="0" y="0"/>
              <a:ext cx="7802880" cy="926592"/>
            </a:xfrm>
            <a:custGeom>
              <a:avLst/>
              <a:gdLst/>
              <a:ahLst/>
              <a:cxnLst/>
              <a:rect r="r" b="b" t="t" l="l"/>
              <a:pathLst>
                <a:path h="926592" w="7802880">
                  <a:moveTo>
                    <a:pt x="0" y="0"/>
                  </a:moveTo>
                  <a:lnTo>
                    <a:pt x="7802880" y="0"/>
                  </a:lnTo>
                  <a:lnTo>
                    <a:pt x="7802880" y="926592"/>
                  </a:lnTo>
                  <a:lnTo>
                    <a:pt x="0" y="926592"/>
                  </a:lnTo>
                  <a:close/>
                </a:path>
              </a:pathLst>
            </a:custGeom>
            <a:blipFill>
              <a:blip r:embed="rId2">
                <a:alphaModFix amt="0"/>
              </a:blip>
              <a:stretch>
                <a:fillRect l="0" t="-114084" r="0" b="-114084"/>
              </a:stretch>
            </a:blipFill>
          </p:spPr>
        </p:sp>
        <p:sp>
          <p:nvSpPr>
            <p:cNvPr name="TextBox 40" id="40"/>
            <p:cNvSpPr txBox="true"/>
            <p:nvPr/>
          </p:nvSpPr>
          <p:spPr>
            <a:xfrm>
              <a:off x="0" y="-47625"/>
              <a:ext cx="7802880" cy="974217"/>
            </a:xfrm>
            <a:prstGeom prst="rect">
              <a:avLst/>
            </a:prstGeom>
          </p:spPr>
          <p:txBody>
            <a:bodyPr anchor="ctr" rtlCol="false" tIns="0" lIns="0" bIns="0" rIns="0"/>
            <a:lstStyle/>
            <a:p>
              <a:pPr algn="l">
                <a:lnSpc>
                  <a:spcPts val="2640"/>
                </a:lnSpc>
              </a:pPr>
              <a:r>
                <a:rPr lang="en-US" sz="2200">
                  <a:solidFill>
                    <a:srgbClr val="E8E8F0"/>
                  </a:solidFill>
                  <a:latin typeface="Calibri (MS)"/>
                  <a:ea typeface="Calibri (MS)"/>
                  <a:cs typeface="Calibri (MS)"/>
                  <a:sym typeface="Calibri (MS)"/>
                </a:rPr>
                <a:t>password (hashed)</a:t>
              </a:r>
            </a:p>
          </p:txBody>
        </p:sp>
      </p:grpSp>
      <p:grpSp>
        <p:nvGrpSpPr>
          <p:cNvPr name="Group 41" id="41"/>
          <p:cNvGrpSpPr/>
          <p:nvPr/>
        </p:nvGrpSpPr>
        <p:grpSpPr>
          <a:xfrm rot="0">
            <a:off x="910590" y="6707886"/>
            <a:ext cx="6408420" cy="702564"/>
            <a:chOff x="0" y="0"/>
            <a:chExt cx="8544560" cy="936752"/>
          </a:xfrm>
        </p:grpSpPr>
        <p:sp>
          <p:nvSpPr>
            <p:cNvPr name="Freeform 42" id="42"/>
            <p:cNvSpPr/>
            <p:nvPr/>
          </p:nvSpPr>
          <p:spPr>
            <a:xfrm flipH="false" flipV="false" rot="0">
              <a:off x="5080" y="5080"/>
              <a:ext cx="8534400" cy="926592"/>
            </a:xfrm>
            <a:custGeom>
              <a:avLst/>
              <a:gdLst/>
              <a:ahLst/>
              <a:cxnLst/>
              <a:rect r="r" b="b" t="t" l="l"/>
              <a:pathLst>
                <a:path h="926592" w="8534400">
                  <a:moveTo>
                    <a:pt x="0" y="0"/>
                  </a:moveTo>
                  <a:lnTo>
                    <a:pt x="8534400" y="0"/>
                  </a:lnTo>
                  <a:lnTo>
                    <a:pt x="8534400" y="926592"/>
                  </a:lnTo>
                  <a:lnTo>
                    <a:pt x="0" y="926592"/>
                  </a:lnTo>
                  <a:close/>
                </a:path>
              </a:pathLst>
            </a:custGeom>
            <a:solidFill>
              <a:srgbClr val="1A1A35"/>
            </a:solidFill>
          </p:spPr>
        </p:sp>
        <p:sp>
          <p:nvSpPr>
            <p:cNvPr name="Freeform 43" id="43"/>
            <p:cNvSpPr/>
            <p:nvPr/>
          </p:nvSpPr>
          <p:spPr>
            <a:xfrm flipH="false" flipV="false" rot="0">
              <a:off x="0" y="0"/>
              <a:ext cx="8544560" cy="936752"/>
            </a:xfrm>
            <a:custGeom>
              <a:avLst/>
              <a:gdLst/>
              <a:ahLst/>
              <a:cxnLst/>
              <a:rect r="r" b="b" t="t" l="l"/>
              <a:pathLst>
                <a:path h="936752" w="8544560">
                  <a:moveTo>
                    <a:pt x="5080" y="0"/>
                  </a:moveTo>
                  <a:lnTo>
                    <a:pt x="8539480" y="0"/>
                  </a:lnTo>
                  <a:cubicBezTo>
                    <a:pt x="8542274" y="0"/>
                    <a:pt x="8544560" y="2286"/>
                    <a:pt x="8544560" y="5080"/>
                  </a:cubicBezTo>
                  <a:lnTo>
                    <a:pt x="8544560" y="931672"/>
                  </a:lnTo>
                  <a:cubicBezTo>
                    <a:pt x="8544560" y="934466"/>
                    <a:pt x="8542274" y="936752"/>
                    <a:pt x="8539480" y="936752"/>
                  </a:cubicBezTo>
                  <a:lnTo>
                    <a:pt x="5080" y="936752"/>
                  </a:lnTo>
                  <a:cubicBezTo>
                    <a:pt x="2286" y="936752"/>
                    <a:pt x="0" y="934466"/>
                    <a:pt x="0" y="931672"/>
                  </a:cubicBezTo>
                  <a:lnTo>
                    <a:pt x="0" y="5080"/>
                  </a:lnTo>
                  <a:cubicBezTo>
                    <a:pt x="0" y="2286"/>
                    <a:pt x="2286" y="0"/>
                    <a:pt x="5080" y="0"/>
                  </a:cubicBezTo>
                  <a:moveTo>
                    <a:pt x="5080" y="10160"/>
                  </a:moveTo>
                  <a:lnTo>
                    <a:pt x="5080" y="5080"/>
                  </a:lnTo>
                  <a:lnTo>
                    <a:pt x="10160" y="5080"/>
                  </a:lnTo>
                  <a:lnTo>
                    <a:pt x="10160" y="931672"/>
                  </a:lnTo>
                  <a:lnTo>
                    <a:pt x="5080" y="931672"/>
                  </a:lnTo>
                  <a:lnTo>
                    <a:pt x="5080" y="926592"/>
                  </a:lnTo>
                  <a:lnTo>
                    <a:pt x="8539480" y="926592"/>
                  </a:lnTo>
                  <a:lnTo>
                    <a:pt x="8539480" y="931672"/>
                  </a:lnTo>
                  <a:lnTo>
                    <a:pt x="8534400" y="931672"/>
                  </a:lnTo>
                  <a:lnTo>
                    <a:pt x="8534400" y="5080"/>
                  </a:lnTo>
                  <a:lnTo>
                    <a:pt x="8539480" y="5080"/>
                  </a:lnTo>
                  <a:lnTo>
                    <a:pt x="8539480" y="10160"/>
                  </a:lnTo>
                  <a:lnTo>
                    <a:pt x="5080" y="10160"/>
                  </a:lnTo>
                  <a:close/>
                </a:path>
              </a:pathLst>
            </a:custGeom>
            <a:solidFill>
              <a:srgbClr val="7C6AF7"/>
            </a:solidFill>
          </p:spPr>
        </p:sp>
      </p:grpSp>
      <p:grpSp>
        <p:nvGrpSpPr>
          <p:cNvPr name="Group 44" id="44"/>
          <p:cNvGrpSpPr/>
          <p:nvPr/>
        </p:nvGrpSpPr>
        <p:grpSpPr>
          <a:xfrm rot="0">
            <a:off x="1188720" y="6711696"/>
            <a:ext cx="5852160" cy="694944"/>
            <a:chOff x="0" y="0"/>
            <a:chExt cx="7802880" cy="926592"/>
          </a:xfrm>
        </p:grpSpPr>
        <p:sp>
          <p:nvSpPr>
            <p:cNvPr name="Freeform 45" id="45"/>
            <p:cNvSpPr/>
            <p:nvPr/>
          </p:nvSpPr>
          <p:spPr>
            <a:xfrm flipH="false" flipV="false" rot="0">
              <a:off x="0" y="0"/>
              <a:ext cx="7802880" cy="926592"/>
            </a:xfrm>
            <a:custGeom>
              <a:avLst/>
              <a:gdLst/>
              <a:ahLst/>
              <a:cxnLst/>
              <a:rect r="r" b="b" t="t" l="l"/>
              <a:pathLst>
                <a:path h="926592" w="7802880">
                  <a:moveTo>
                    <a:pt x="0" y="0"/>
                  </a:moveTo>
                  <a:lnTo>
                    <a:pt x="7802880" y="0"/>
                  </a:lnTo>
                  <a:lnTo>
                    <a:pt x="7802880" y="926592"/>
                  </a:lnTo>
                  <a:lnTo>
                    <a:pt x="0" y="926592"/>
                  </a:lnTo>
                  <a:close/>
                </a:path>
              </a:pathLst>
            </a:custGeom>
            <a:blipFill>
              <a:blip r:embed="rId2">
                <a:alphaModFix amt="0"/>
              </a:blip>
              <a:stretch>
                <a:fillRect l="0" t="-114084" r="0" b="-114084"/>
              </a:stretch>
            </a:blipFill>
          </p:spPr>
        </p:sp>
        <p:sp>
          <p:nvSpPr>
            <p:cNvPr name="TextBox 46" id="46"/>
            <p:cNvSpPr txBox="true"/>
            <p:nvPr/>
          </p:nvSpPr>
          <p:spPr>
            <a:xfrm>
              <a:off x="0" y="-47625"/>
              <a:ext cx="7802880" cy="974217"/>
            </a:xfrm>
            <a:prstGeom prst="rect">
              <a:avLst/>
            </a:prstGeom>
          </p:spPr>
          <p:txBody>
            <a:bodyPr anchor="ctr" rtlCol="false" tIns="0" lIns="0" bIns="0" rIns="0"/>
            <a:lstStyle/>
            <a:p>
              <a:pPr algn="l">
                <a:lnSpc>
                  <a:spcPts val="2640"/>
                </a:lnSpc>
              </a:pPr>
              <a:r>
                <a:rPr lang="en-US" sz="2200">
                  <a:solidFill>
                    <a:srgbClr val="E8E8F0"/>
                  </a:solidFill>
                  <a:latin typeface="Calibri (MS)"/>
                  <a:ea typeface="Calibri (MS)"/>
                  <a:cs typeface="Calibri (MS)"/>
                  <a:sym typeface="Calibri (MS)"/>
                </a:rPr>
                <a:t>date_joined</a:t>
              </a:r>
            </a:p>
          </p:txBody>
        </p:sp>
      </p:grpSp>
      <p:grpSp>
        <p:nvGrpSpPr>
          <p:cNvPr name="Group 47" id="47"/>
          <p:cNvGrpSpPr/>
          <p:nvPr/>
        </p:nvGrpSpPr>
        <p:grpSpPr>
          <a:xfrm rot="0">
            <a:off x="7289797" y="5095237"/>
            <a:ext cx="1513837" cy="50797"/>
            <a:chOff x="0" y="0"/>
            <a:chExt cx="2018449" cy="67729"/>
          </a:xfrm>
        </p:grpSpPr>
        <p:sp>
          <p:nvSpPr>
            <p:cNvPr name="Freeform 48" id="48"/>
            <p:cNvSpPr/>
            <p:nvPr/>
          </p:nvSpPr>
          <p:spPr>
            <a:xfrm flipH="false" flipV="false" rot="0">
              <a:off x="33909" y="0"/>
              <a:ext cx="1950720" cy="67691"/>
            </a:xfrm>
            <a:custGeom>
              <a:avLst/>
              <a:gdLst/>
              <a:ahLst/>
              <a:cxnLst/>
              <a:rect r="r" b="b" t="t" l="l"/>
              <a:pathLst>
                <a:path h="67691" w="1950720">
                  <a:moveTo>
                    <a:pt x="0" y="0"/>
                  </a:moveTo>
                  <a:lnTo>
                    <a:pt x="1950720" y="0"/>
                  </a:lnTo>
                  <a:lnTo>
                    <a:pt x="1950720" y="67691"/>
                  </a:lnTo>
                  <a:lnTo>
                    <a:pt x="0" y="67691"/>
                  </a:lnTo>
                  <a:close/>
                </a:path>
              </a:pathLst>
            </a:custGeom>
            <a:solidFill>
              <a:srgbClr val="6AF7C4"/>
            </a:solidFill>
          </p:spPr>
        </p:sp>
      </p:grpSp>
      <p:grpSp>
        <p:nvGrpSpPr>
          <p:cNvPr name="Group 49" id="49"/>
          <p:cNvGrpSpPr/>
          <p:nvPr/>
        </p:nvGrpSpPr>
        <p:grpSpPr>
          <a:xfrm rot="0">
            <a:off x="7132320" y="4663440"/>
            <a:ext cx="1828800" cy="548640"/>
            <a:chOff x="0" y="0"/>
            <a:chExt cx="2438400" cy="731520"/>
          </a:xfrm>
        </p:grpSpPr>
        <p:sp>
          <p:nvSpPr>
            <p:cNvPr name="Freeform 50" id="50"/>
            <p:cNvSpPr/>
            <p:nvPr/>
          </p:nvSpPr>
          <p:spPr>
            <a:xfrm flipH="false" flipV="false" rot="0">
              <a:off x="0" y="0"/>
              <a:ext cx="2438400" cy="731520"/>
            </a:xfrm>
            <a:custGeom>
              <a:avLst/>
              <a:gdLst/>
              <a:ahLst/>
              <a:cxnLst/>
              <a:rect r="r" b="b" t="t" l="l"/>
              <a:pathLst>
                <a:path h="731520" w="2438400">
                  <a:moveTo>
                    <a:pt x="0" y="0"/>
                  </a:moveTo>
                  <a:lnTo>
                    <a:pt x="2438400" y="0"/>
                  </a:lnTo>
                  <a:lnTo>
                    <a:pt x="2438400" y="731520"/>
                  </a:lnTo>
                  <a:lnTo>
                    <a:pt x="0" y="731520"/>
                  </a:lnTo>
                  <a:close/>
                </a:path>
              </a:pathLst>
            </a:custGeom>
            <a:blipFill>
              <a:blip r:embed="rId2">
                <a:alphaModFix amt="0"/>
              </a:blip>
              <a:stretch>
                <a:fillRect l="0" t="-14950" r="0" b="-14950"/>
              </a:stretch>
            </a:blipFill>
          </p:spPr>
        </p:sp>
        <p:sp>
          <p:nvSpPr>
            <p:cNvPr name="TextBox 51" id="51"/>
            <p:cNvSpPr txBox="true"/>
            <p:nvPr/>
          </p:nvSpPr>
          <p:spPr>
            <a:xfrm>
              <a:off x="0" y="-28575"/>
              <a:ext cx="2438400" cy="760095"/>
            </a:xfrm>
            <a:prstGeom prst="rect">
              <a:avLst/>
            </a:prstGeom>
          </p:spPr>
          <p:txBody>
            <a:bodyPr anchor="ctr" rtlCol="false" tIns="0" lIns="0" bIns="0" rIns="0"/>
            <a:lstStyle/>
            <a:p>
              <a:pPr algn="ctr">
                <a:lnSpc>
                  <a:spcPts val="1920"/>
                </a:lnSpc>
              </a:pPr>
              <a:r>
                <a:rPr lang="en-US" sz="1600">
                  <a:solidFill>
                    <a:srgbClr val="6AF7C4"/>
                  </a:solidFill>
                  <a:latin typeface="Calibri (MS)"/>
                  <a:ea typeface="Calibri (MS)"/>
                  <a:cs typeface="Calibri (MS)"/>
                  <a:sym typeface="Calibri (MS)"/>
                </a:rPr>
                <a:t>1 → Many</a:t>
              </a:r>
            </a:p>
          </p:txBody>
        </p:sp>
      </p:grpSp>
      <p:grpSp>
        <p:nvGrpSpPr>
          <p:cNvPr name="Group 52" id="52"/>
          <p:cNvGrpSpPr/>
          <p:nvPr/>
        </p:nvGrpSpPr>
        <p:grpSpPr>
          <a:xfrm rot="0">
            <a:off x="8765543" y="3096263"/>
            <a:ext cx="8803643" cy="848363"/>
            <a:chOff x="0" y="0"/>
            <a:chExt cx="11738191" cy="1131151"/>
          </a:xfrm>
        </p:grpSpPr>
        <p:sp>
          <p:nvSpPr>
            <p:cNvPr name="Freeform 53" id="53"/>
            <p:cNvSpPr/>
            <p:nvPr/>
          </p:nvSpPr>
          <p:spPr>
            <a:xfrm flipH="false" flipV="false" rot="0">
              <a:off x="16891" y="16891"/>
              <a:ext cx="11704320" cy="1097280"/>
            </a:xfrm>
            <a:custGeom>
              <a:avLst/>
              <a:gdLst/>
              <a:ahLst/>
              <a:cxnLst/>
              <a:rect r="r" b="b" t="t" l="l"/>
              <a:pathLst>
                <a:path h="1097280" w="11704320">
                  <a:moveTo>
                    <a:pt x="0" y="0"/>
                  </a:moveTo>
                  <a:lnTo>
                    <a:pt x="11704320" y="0"/>
                  </a:lnTo>
                  <a:lnTo>
                    <a:pt x="11704320" y="1097280"/>
                  </a:lnTo>
                  <a:lnTo>
                    <a:pt x="0" y="1097280"/>
                  </a:lnTo>
                  <a:close/>
                </a:path>
              </a:pathLst>
            </a:custGeom>
            <a:solidFill>
              <a:srgbClr val="F76A6A"/>
            </a:solidFill>
          </p:spPr>
        </p:sp>
        <p:sp>
          <p:nvSpPr>
            <p:cNvPr name="Freeform 54" id="54"/>
            <p:cNvSpPr/>
            <p:nvPr/>
          </p:nvSpPr>
          <p:spPr>
            <a:xfrm flipH="false" flipV="false" rot="0">
              <a:off x="0" y="0"/>
              <a:ext cx="11738101" cy="1131064"/>
            </a:xfrm>
            <a:custGeom>
              <a:avLst/>
              <a:gdLst/>
              <a:ahLst/>
              <a:cxnLst/>
              <a:rect r="r" b="b" t="t" l="l"/>
              <a:pathLst>
                <a:path h="1131064" w="11738101">
                  <a:moveTo>
                    <a:pt x="16891" y="0"/>
                  </a:moveTo>
                  <a:lnTo>
                    <a:pt x="11721211" y="0"/>
                  </a:lnTo>
                  <a:cubicBezTo>
                    <a:pt x="11730609" y="0"/>
                    <a:pt x="11738101" y="7620"/>
                    <a:pt x="11738101" y="16891"/>
                  </a:cubicBezTo>
                  <a:lnTo>
                    <a:pt x="11738101" y="1114171"/>
                  </a:lnTo>
                  <a:cubicBezTo>
                    <a:pt x="11738101" y="1123569"/>
                    <a:pt x="11730482" y="1131062"/>
                    <a:pt x="1172121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1721211" y="1097280"/>
                  </a:lnTo>
                  <a:lnTo>
                    <a:pt x="11721211" y="1114171"/>
                  </a:lnTo>
                  <a:lnTo>
                    <a:pt x="11704320" y="1114171"/>
                  </a:lnTo>
                  <a:lnTo>
                    <a:pt x="11704320" y="16891"/>
                  </a:lnTo>
                  <a:lnTo>
                    <a:pt x="11721211" y="16891"/>
                  </a:lnTo>
                  <a:lnTo>
                    <a:pt x="11721211" y="33909"/>
                  </a:lnTo>
                  <a:lnTo>
                    <a:pt x="16891" y="33909"/>
                  </a:lnTo>
                  <a:close/>
                </a:path>
              </a:pathLst>
            </a:custGeom>
            <a:solidFill>
              <a:srgbClr val="F76A6A"/>
            </a:solidFill>
          </p:spPr>
        </p:sp>
      </p:grpSp>
      <p:grpSp>
        <p:nvGrpSpPr>
          <p:cNvPr name="Group 55" id="55"/>
          <p:cNvGrpSpPr/>
          <p:nvPr/>
        </p:nvGrpSpPr>
        <p:grpSpPr>
          <a:xfrm rot="0">
            <a:off x="8778240" y="3108960"/>
            <a:ext cx="8778240" cy="822960"/>
            <a:chOff x="0" y="0"/>
            <a:chExt cx="11704320" cy="1097280"/>
          </a:xfrm>
        </p:grpSpPr>
        <p:sp>
          <p:nvSpPr>
            <p:cNvPr name="Freeform 56" id="56"/>
            <p:cNvSpPr/>
            <p:nvPr/>
          </p:nvSpPr>
          <p:spPr>
            <a:xfrm flipH="false" flipV="false" rot="0">
              <a:off x="0" y="0"/>
              <a:ext cx="11704320" cy="1097280"/>
            </a:xfrm>
            <a:custGeom>
              <a:avLst/>
              <a:gdLst/>
              <a:ahLst/>
              <a:cxnLst/>
              <a:rect r="r" b="b" t="t" l="l"/>
              <a:pathLst>
                <a:path h="1097280" w="11704320">
                  <a:moveTo>
                    <a:pt x="0" y="0"/>
                  </a:moveTo>
                  <a:lnTo>
                    <a:pt x="11704320" y="0"/>
                  </a:lnTo>
                  <a:lnTo>
                    <a:pt x="11704320" y="1097280"/>
                  </a:lnTo>
                  <a:lnTo>
                    <a:pt x="0" y="1097280"/>
                  </a:lnTo>
                  <a:close/>
                </a:path>
              </a:pathLst>
            </a:custGeom>
            <a:blipFill>
              <a:blip r:embed="rId2">
                <a:alphaModFix amt="0"/>
              </a:blip>
              <a:stretch>
                <a:fillRect l="0" t="-157840" r="0" b="-157840"/>
              </a:stretch>
            </a:blipFill>
          </p:spPr>
        </p:sp>
        <p:sp>
          <p:nvSpPr>
            <p:cNvPr name="TextBox 57" id="57"/>
            <p:cNvSpPr txBox="true"/>
            <p:nvPr/>
          </p:nvSpPr>
          <p:spPr>
            <a:xfrm>
              <a:off x="0" y="-9525"/>
              <a:ext cx="11704320" cy="1106805"/>
            </a:xfrm>
            <a:prstGeom prst="rect">
              <a:avLst/>
            </a:prstGeom>
          </p:spPr>
          <p:txBody>
            <a:bodyPr anchor="ctr" rtlCol="false" tIns="0" lIns="0" bIns="0" rIns="0"/>
            <a:lstStyle/>
            <a:p>
              <a:pPr algn="ctr">
                <a:lnSpc>
                  <a:spcPts val="2879"/>
                </a:lnSpc>
              </a:pPr>
              <a:r>
                <a:rPr lang="en-US" sz="2400" b="true">
                  <a:solidFill>
                    <a:srgbClr val="FFFFFF"/>
                  </a:solidFill>
                  <a:latin typeface="Arial Bold"/>
                  <a:ea typeface="Arial Bold"/>
                  <a:cs typeface="Arial Bold"/>
                  <a:sym typeface="Arial Bold"/>
                </a:rPr>
                <a:t>CONTENTITEM</a:t>
              </a:r>
            </a:p>
          </p:txBody>
        </p:sp>
      </p:grpSp>
      <p:grpSp>
        <p:nvGrpSpPr>
          <p:cNvPr name="Group 58" id="58"/>
          <p:cNvGrpSpPr/>
          <p:nvPr/>
        </p:nvGrpSpPr>
        <p:grpSpPr>
          <a:xfrm rot="0">
            <a:off x="8774430" y="3928110"/>
            <a:ext cx="8785860" cy="611124"/>
            <a:chOff x="0" y="0"/>
            <a:chExt cx="11714480" cy="814832"/>
          </a:xfrm>
        </p:grpSpPr>
        <p:sp>
          <p:nvSpPr>
            <p:cNvPr name="Freeform 59" id="59"/>
            <p:cNvSpPr/>
            <p:nvPr/>
          </p:nvSpPr>
          <p:spPr>
            <a:xfrm flipH="false" flipV="false" rot="0">
              <a:off x="5080" y="5080"/>
              <a:ext cx="11704320" cy="804672"/>
            </a:xfrm>
            <a:custGeom>
              <a:avLst/>
              <a:gdLst/>
              <a:ahLst/>
              <a:cxnLst/>
              <a:rect r="r" b="b" t="t" l="l"/>
              <a:pathLst>
                <a:path h="804672" w="11704320">
                  <a:moveTo>
                    <a:pt x="0" y="0"/>
                  </a:moveTo>
                  <a:lnTo>
                    <a:pt x="11704320" y="0"/>
                  </a:lnTo>
                  <a:lnTo>
                    <a:pt x="11704320" y="804672"/>
                  </a:lnTo>
                  <a:lnTo>
                    <a:pt x="0" y="804672"/>
                  </a:lnTo>
                  <a:close/>
                </a:path>
              </a:pathLst>
            </a:custGeom>
            <a:solidFill>
              <a:srgbClr val="1A1A35"/>
            </a:solidFill>
          </p:spPr>
        </p:sp>
        <p:sp>
          <p:nvSpPr>
            <p:cNvPr name="Freeform 60" id="60"/>
            <p:cNvSpPr/>
            <p:nvPr/>
          </p:nvSpPr>
          <p:spPr>
            <a:xfrm flipH="false" flipV="false" rot="0">
              <a:off x="0" y="0"/>
              <a:ext cx="11714480" cy="814832"/>
            </a:xfrm>
            <a:custGeom>
              <a:avLst/>
              <a:gdLst/>
              <a:ahLst/>
              <a:cxnLst/>
              <a:rect r="r" b="b" t="t" l="l"/>
              <a:pathLst>
                <a:path h="814832" w="11714480">
                  <a:moveTo>
                    <a:pt x="5080" y="0"/>
                  </a:moveTo>
                  <a:lnTo>
                    <a:pt x="11709400" y="0"/>
                  </a:lnTo>
                  <a:cubicBezTo>
                    <a:pt x="11712194" y="0"/>
                    <a:pt x="11714480" y="2286"/>
                    <a:pt x="11714480" y="5080"/>
                  </a:cubicBezTo>
                  <a:lnTo>
                    <a:pt x="11714480" y="809752"/>
                  </a:lnTo>
                  <a:cubicBezTo>
                    <a:pt x="11714480" y="812546"/>
                    <a:pt x="11712194" y="814832"/>
                    <a:pt x="11709400" y="814832"/>
                  </a:cubicBezTo>
                  <a:lnTo>
                    <a:pt x="5080" y="814832"/>
                  </a:lnTo>
                  <a:cubicBezTo>
                    <a:pt x="2286" y="814832"/>
                    <a:pt x="0" y="812546"/>
                    <a:pt x="0" y="809752"/>
                  </a:cubicBezTo>
                  <a:lnTo>
                    <a:pt x="0" y="5080"/>
                  </a:lnTo>
                  <a:cubicBezTo>
                    <a:pt x="0" y="2286"/>
                    <a:pt x="2286" y="0"/>
                    <a:pt x="5080" y="0"/>
                  </a:cubicBezTo>
                  <a:moveTo>
                    <a:pt x="5080" y="10160"/>
                  </a:moveTo>
                  <a:lnTo>
                    <a:pt x="5080" y="5080"/>
                  </a:lnTo>
                  <a:lnTo>
                    <a:pt x="10160" y="5080"/>
                  </a:lnTo>
                  <a:lnTo>
                    <a:pt x="10160" y="809752"/>
                  </a:lnTo>
                  <a:lnTo>
                    <a:pt x="5080" y="809752"/>
                  </a:lnTo>
                  <a:lnTo>
                    <a:pt x="5080" y="804672"/>
                  </a:lnTo>
                  <a:lnTo>
                    <a:pt x="11709400" y="804672"/>
                  </a:lnTo>
                  <a:lnTo>
                    <a:pt x="11709400" y="809752"/>
                  </a:lnTo>
                  <a:lnTo>
                    <a:pt x="11704320" y="809752"/>
                  </a:lnTo>
                  <a:lnTo>
                    <a:pt x="11704320" y="5080"/>
                  </a:lnTo>
                  <a:lnTo>
                    <a:pt x="11709400" y="5080"/>
                  </a:lnTo>
                  <a:lnTo>
                    <a:pt x="11709400" y="10160"/>
                  </a:lnTo>
                  <a:lnTo>
                    <a:pt x="5080" y="10160"/>
                  </a:lnTo>
                  <a:close/>
                </a:path>
              </a:pathLst>
            </a:custGeom>
            <a:solidFill>
              <a:srgbClr val="F76A6A"/>
            </a:solidFill>
          </p:spPr>
        </p:sp>
      </p:grpSp>
      <p:grpSp>
        <p:nvGrpSpPr>
          <p:cNvPr name="Group 61" id="61"/>
          <p:cNvGrpSpPr/>
          <p:nvPr/>
        </p:nvGrpSpPr>
        <p:grpSpPr>
          <a:xfrm rot="0">
            <a:off x="9052560" y="3931920"/>
            <a:ext cx="8229600" cy="603504"/>
            <a:chOff x="0" y="0"/>
            <a:chExt cx="10972800" cy="804672"/>
          </a:xfrm>
        </p:grpSpPr>
        <p:sp>
          <p:nvSpPr>
            <p:cNvPr name="Freeform 62" id="62"/>
            <p:cNvSpPr/>
            <p:nvPr/>
          </p:nvSpPr>
          <p:spPr>
            <a:xfrm flipH="false" flipV="false" rot="0">
              <a:off x="0" y="0"/>
              <a:ext cx="10972800" cy="804672"/>
            </a:xfrm>
            <a:custGeom>
              <a:avLst/>
              <a:gdLst/>
              <a:ahLst/>
              <a:cxnLst/>
              <a:rect r="r" b="b" t="t" l="l"/>
              <a:pathLst>
                <a:path h="804672" w="10972800">
                  <a:moveTo>
                    <a:pt x="0" y="0"/>
                  </a:moveTo>
                  <a:lnTo>
                    <a:pt x="10972800" y="0"/>
                  </a:lnTo>
                  <a:lnTo>
                    <a:pt x="10972800" y="804672"/>
                  </a:lnTo>
                  <a:lnTo>
                    <a:pt x="0" y="804672"/>
                  </a:lnTo>
                  <a:close/>
                </a:path>
              </a:pathLst>
            </a:custGeom>
            <a:blipFill>
              <a:blip r:embed="rId2">
                <a:alphaModFix amt="0"/>
              </a:blip>
              <a:stretch>
                <a:fillRect l="0" t="-215705" r="0" b="-215705"/>
              </a:stretch>
            </a:blipFill>
          </p:spPr>
        </p:sp>
        <p:sp>
          <p:nvSpPr>
            <p:cNvPr name="TextBox 63" id="63"/>
            <p:cNvSpPr txBox="true"/>
            <p:nvPr/>
          </p:nvSpPr>
          <p:spPr>
            <a:xfrm>
              <a:off x="0" y="-38100"/>
              <a:ext cx="10972800" cy="842772"/>
            </a:xfrm>
            <a:prstGeom prst="rect">
              <a:avLst/>
            </a:prstGeom>
          </p:spPr>
          <p:txBody>
            <a:bodyPr anchor="ctr" rtlCol="false" tIns="0" lIns="0" bIns="0" rIns="0"/>
            <a:lstStyle/>
            <a:p>
              <a:pPr algn="l">
                <a:lnSpc>
                  <a:spcPts val="2400"/>
                </a:lnSpc>
              </a:pPr>
              <a:r>
                <a:rPr lang="en-US" sz="2000">
                  <a:solidFill>
                    <a:srgbClr val="E8E8F0"/>
                  </a:solidFill>
                  <a:latin typeface="Calibri (MS)"/>
                  <a:ea typeface="Calibri (MS)"/>
                  <a:cs typeface="Calibri (MS)"/>
                  <a:sym typeface="Calibri (MS)"/>
                </a:rPr>
                <a:t>id  (PK)</a:t>
              </a:r>
            </a:p>
          </p:txBody>
        </p:sp>
      </p:grpSp>
      <p:grpSp>
        <p:nvGrpSpPr>
          <p:cNvPr name="Group 64" id="64"/>
          <p:cNvGrpSpPr/>
          <p:nvPr/>
        </p:nvGrpSpPr>
        <p:grpSpPr>
          <a:xfrm rot="0">
            <a:off x="8774430" y="4531614"/>
            <a:ext cx="8785860" cy="611124"/>
            <a:chOff x="0" y="0"/>
            <a:chExt cx="11714480" cy="814832"/>
          </a:xfrm>
        </p:grpSpPr>
        <p:sp>
          <p:nvSpPr>
            <p:cNvPr name="Freeform 65" id="65"/>
            <p:cNvSpPr/>
            <p:nvPr/>
          </p:nvSpPr>
          <p:spPr>
            <a:xfrm flipH="false" flipV="false" rot="0">
              <a:off x="5080" y="5080"/>
              <a:ext cx="11704320" cy="804672"/>
            </a:xfrm>
            <a:custGeom>
              <a:avLst/>
              <a:gdLst/>
              <a:ahLst/>
              <a:cxnLst/>
              <a:rect r="r" b="b" t="t" l="l"/>
              <a:pathLst>
                <a:path h="804672" w="11704320">
                  <a:moveTo>
                    <a:pt x="0" y="0"/>
                  </a:moveTo>
                  <a:lnTo>
                    <a:pt x="11704320" y="0"/>
                  </a:lnTo>
                  <a:lnTo>
                    <a:pt x="11704320" y="804672"/>
                  </a:lnTo>
                  <a:lnTo>
                    <a:pt x="0" y="804672"/>
                  </a:lnTo>
                  <a:close/>
                </a:path>
              </a:pathLst>
            </a:custGeom>
            <a:solidFill>
              <a:srgbClr val="13132A"/>
            </a:solidFill>
          </p:spPr>
        </p:sp>
        <p:sp>
          <p:nvSpPr>
            <p:cNvPr name="Freeform 66" id="66"/>
            <p:cNvSpPr/>
            <p:nvPr/>
          </p:nvSpPr>
          <p:spPr>
            <a:xfrm flipH="false" flipV="false" rot="0">
              <a:off x="0" y="0"/>
              <a:ext cx="11714480" cy="814832"/>
            </a:xfrm>
            <a:custGeom>
              <a:avLst/>
              <a:gdLst/>
              <a:ahLst/>
              <a:cxnLst/>
              <a:rect r="r" b="b" t="t" l="l"/>
              <a:pathLst>
                <a:path h="814832" w="11714480">
                  <a:moveTo>
                    <a:pt x="5080" y="0"/>
                  </a:moveTo>
                  <a:lnTo>
                    <a:pt x="11709400" y="0"/>
                  </a:lnTo>
                  <a:cubicBezTo>
                    <a:pt x="11712194" y="0"/>
                    <a:pt x="11714480" y="2286"/>
                    <a:pt x="11714480" y="5080"/>
                  </a:cubicBezTo>
                  <a:lnTo>
                    <a:pt x="11714480" y="809752"/>
                  </a:lnTo>
                  <a:cubicBezTo>
                    <a:pt x="11714480" y="812546"/>
                    <a:pt x="11712194" y="814832"/>
                    <a:pt x="11709400" y="814832"/>
                  </a:cubicBezTo>
                  <a:lnTo>
                    <a:pt x="5080" y="814832"/>
                  </a:lnTo>
                  <a:cubicBezTo>
                    <a:pt x="2286" y="814832"/>
                    <a:pt x="0" y="812546"/>
                    <a:pt x="0" y="809752"/>
                  </a:cubicBezTo>
                  <a:lnTo>
                    <a:pt x="0" y="5080"/>
                  </a:lnTo>
                  <a:cubicBezTo>
                    <a:pt x="0" y="2286"/>
                    <a:pt x="2286" y="0"/>
                    <a:pt x="5080" y="0"/>
                  </a:cubicBezTo>
                  <a:moveTo>
                    <a:pt x="5080" y="10160"/>
                  </a:moveTo>
                  <a:lnTo>
                    <a:pt x="5080" y="5080"/>
                  </a:lnTo>
                  <a:lnTo>
                    <a:pt x="10160" y="5080"/>
                  </a:lnTo>
                  <a:lnTo>
                    <a:pt x="10160" y="809752"/>
                  </a:lnTo>
                  <a:lnTo>
                    <a:pt x="5080" y="809752"/>
                  </a:lnTo>
                  <a:lnTo>
                    <a:pt x="5080" y="804672"/>
                  </a:lnTo>
                  <a:lnTo>
                    <a:pt x="11709400" y="804672"/>
                  </a:lnTo>
                  <a:lnTo>
                    <a:pt x="11709400" y="809752"/>
                  </a:lnTo>
                  <a:lnTo>
                    <a:pt x="11704320" y="809752"/>
                  </a:lnTo>
                  <a:lnTo>
                    <a:pt x="11704320" y="5080"/>
                  </a:lnTo>
                  <a:lnTo>
                    <a:pt x="11709400" y="5080"/>
                  </a:lnTo>
                  <a:lnTo>
                    <a:pt x="11709400" y="10160"/>
                  </a:lnTo>
                  <a:lnTo>
                    <a:pt x="5080" y="10160"/>
                  </a:lnTo>
                  <a:close/>
                </a:path>
              </a:pathLst>
            </a:custGeom>
            <a:solidFill>
              <a:srgbClr val="F76A6A"/>
            </a:solidFill>
          </p:spPr>
        </p:sp>
      </p:grpSp>
      <p:grpSp>
        <p:nvGrpSpPr>
          <p:cNvPr name="Group 67" id="67"/>
          <p:cNvGrpSpPr/>
          <p:nvPr/>
        </p:nvGrpSpPr>
        <p:grpSpPr>
          <a:xfrm rot="0">
            <a:off x="9052560" y="4535424"/>
            <a:ext cx="8229600" cy="603504"/>
            <a:chOff x="0" y="0"/>
            <a:chExt cx="10972800" cy="804672"/>
          </a:xfrm>
        </p:grpSpPr>
        <p:sp>
          <p:nvSpPr>
            <p:cNvPr name="Freeform 68" id="68"/>
            <p:cNvSpPr/>
            <p:nvPr/>
          </p:nvSpPr>
          <p:spPr>
            <a:xfrm flipH="false" flipV="false" rot="0">
              <a:off x="0" y="0"/>
              <a:ext cx="10972800" cy="804672"/>
            </a:xfrm>
            <a:custGeom>
              <a:avLst/>
              <a:gdLst/>
              <a:ahLst/>
              <a:cxnLst/>
              <a:rect r="r" b="b" t="t" l="l"/>
              <a:pathLst>
                <a:path h="804672" w="10972800">
                  <a:moveTo>
                    <a:pt x="0" y="0"/>
                  </a:moveTo>
                  <a:lnTo>
                    <a:pt x="10972800" y="0"/>
                  </a:lnTo>
                  <a:lnTo>
                    <a:pt x="10972800" y="804672"/>
                  </a:lnTo>
                  <a:lnTo>
                    <a:pt x="0" y="804672"/>
                  </a:lnTo>
                  <a:close/>
                </a:path>
              </a:pathLst>
            </a:custGeom>
            <a:blipFill>
              <a:blip r:embed="rId2">
                <a:alphaModFix amt="0"/>
              </a:blip>
              <a:stretch>
                <a:fillRect l="0" t="-215705" r="0" b="-215705"/>
              </a:stretch>
            </a:blipFill>
          </p:spPr>
        </p:sp>
        <p:sp>
          <p:nvSpPr>
            <p:cNvPr name="TextBox 69" id="69"/>
            <p:cNvSpPr txBox="true"/>
            <p:nvPr/>
          </p:nvSpPr>
          <p:spPr>
            <a:xfrm>
              <a:off x="0" y="-38100"/>
              <a:ext cx="10972800" cy="842772"/>
            </a:xfrm>
            <a:prstGeom prst="rect">
              <a:avLst/>
            </a:prstGeom>
          </p:spPr>
          <p:txBody>
            <a:bodyPr anchor="ctr" rtlCol="false" tIns="0" lIns="0" bIns="0" rIns="0"/>
            <a:lstStyle/>
            <a:p>
              <a:pPr algn="l">
                <a:lnSpc>
                  <a:spcPts val="2400"/>
                </a:lnSpc>
              </a:pPr>
              <a:r>
                <a:rPr lang="en-US" sz="2000">
                  <a:solidFill>
                    <a:srgbClr val="E8E8F0"/>
                  </a:solidFill>
                  <a:latin typeface="Calibri (MS)"/>
                  <a:ea typeface="Calibri (MS)"/>
                  <a:cs typeface="Calibri (MS)"/>
                  <a:sym typeface="Calibri (MS)"/>
                </a:rPr>
                <a:t>user_id  (FK → User)</a:t>
              </a:r>
            </a:p>
          </p:txBody>
        </p:sp>
      </p:grpSp>
      <p:grpSp>
        <p:nvGrpSpPr>
          <p:cNvPr name="Group 70" id="70"/>
          <p:cNvGrpSpPr/>
          <p:nvPr/>
        </p:nvGrpSpPr>
        <p:grpSpPr>
          <a:xfrm rot="0">
            <a:off x="8774430" y="5135118"/>
            <a:ext cx="8785860" cy="611124"/>
            <a:chOff x="0" y="0"/>
            <a:chExt cx="11714480" cy="814832"/>
          </a:xfrm>
        </p:grpSpPr>
        <p:sp>
          <p:nvSpPr>
            <p:cNvPr name="Freeform 71" id="71"/>
            <p:cNvSpPr/>
            <p:nvPr/>
          </p:nvSpPr>
          <p:spPr>
            <a:xfrm flipH="false" flipV="false" rot="0">
              <a:off x="5080" y="5080"/>
              <a:ext cx="11704320" cy="804672"/>
            </a:xfrm>
            <a:custGeom>
              <a:avLst/>
              <a:gdLst/>
              <a:ahLst/>
              <a:cxnLst/>
              <a:rect r="r" b="b" t="t" l="l"/>
              <a:pathLst>
                <a:path h="804672" w="11704320">
                  <a:moveTo>
                    <a:pt x="0" y="0"/>
                  </a:moveTo>
                  <a:lnTo>
                    <a:pt x="11704320" y="0"/>
                  </a:lnTo>
                  <a:lnTo>
                    <a:pt x="11704320" y="804672"/>
                  </a:lnTo>
                  <a:lnTo>
                    <a:pt x="0" y="804672"/>
                  </a:lnTo>
                  <a:close/>
                </a:path>
              </a:pathLst>
            </a:custGeom>
            <a:solidFill>
              <a:srgbClr val="1A1A35"/>
            </a:solidFill>
          </p:spPr>
        </p:sp>
        <p:sp>
          <p:nvSpPr>
            <p:cNvPr name="Freeform 72" id="72"/>
            <p:cNvSpPr/>
            <p:nvPr/>
          </p:nvSpPr>
          <p:spPr>
            <a:xfrm flipH="false" flipV="false" rot="0">
              <a:off x="0" y="0"/>
              <a:ext cx="11714480" cy="814832"/>
            </a:xfrm>
            <a:custGeom>
              <a:avLst/>
              <a:gdLst/>
              <a:ahLst/>
              <a:cxnLst/>
              <a:rect r="r" b="b" t="t" l="l"/>
              <a:pathLst>
                <a:path h="814832" w="11714480">
                  <a:moveTo>
                    <a:pt x="5080" y="0"/>
                  </a:moveTo>
                  <a:lnTo>
                    <a:pt x="11709400" y="0"/>
                  </a:lnTo>
                  <a:cubicBezTo>
                    <a:pt x="11712194" y="0"/>
                    <a:pt x="11714480" y="2286"/>
                    <a:pt x="11714480" y="5080"/>
                  </a:cubicBezTo>
                  <a:lnTo>
                    <a:pt x="11714480" y="809752"/>
                  </a:lnTo>
                  <a:cubicBezTo>
                    <a:pt x="11714480" y="812546"/>
                    <a:pt x="11712194" y="814832"/>
                    <a:pt x="11709400" y="814832"/>
                  </a:cubicBezTo>
                  <a:lnTo>
                    <a:pt x="5080" y="814832"/>
                  </a:lnTo>
                  <a:cubicBezTo>
                    <a:pt x="2286" y="814832"/>
                    <a:pt x="0" y="812546"/>
                    <a:pt x="0" y="809752"/>
                  </a:cubicBezTo>
                  <a:lnTo>
                    <a:pt x="0" y="5080"/>
                  </a:lnTo>
                  <a:cubicBezTo>
                    <a:pt x="0" y="2286"/>
                    <a:pt x="2286" y="0"/>
                    <a:pt x="5080" y="0"/>
                  </a:cubicBezTo>
                  <a:moveTo>
                    <a:pt x="5080" y="10160"/>
                  </a:moveTo>
                  <a:lnTo>
                    <a:pt x="5080" y="5080"/>
                  </a:lnTo>
                  <a:lnTo>
                    <a:pt x="10160" y="5080"/>
                  </a:lnTo>
                  <a:lnTo>
                    <a:pt x="10160" y="809752"/>
                  </a:lnTo>
                  <a:lnTo>
                    <a:pt x="5080" y="809752"/>
                  </a:lnTo>
                  <a:lnTo>
                    <a:pt x="5080" y="804672"/>
                  </a:lnTo>
                  <a:lnTo>
                    <a:pt x="11709400" y="804672"/>
                  </a:lnTo>
                  <a:lnTo>
                    <a:pt x="11709400" y="809752"/>
                  </a:lnTo>
                  <a:lnTo>
                    <a:pt x="11704320" y="809752"/>
                  </a:lnTo>
                  <a:lnTo>
                    <a:pt x="11704320" y="5080"/>
                  </a:lnTo>
                  <a:lnTo>
                    <a:pt x="11709400" y="5080"/>
                  </a:lnTo>
                  <a:lnTo>
                    <a:pt x="11709400" y="10160"/>
                  </a:lnTo>
                  <a:lnTo>
                    <a:pt x="5080" y="10160"/>
                  </a:lnTo>
                  <a:close/>
                </a:path>
              </a:pathLst>
            </a:custGeom>
            <a:solidFill>
              <a:srgbClr val="F76A6A"/>
            </a:solidFill>
          </p:spPr>
        </p:sp>
      </p:grpSp>
      <p:grpSp>
        <p:nvGrpSpPr>
          <p:cNvPr name="Group 73" id="73"/>
          <p:cNvGrpSpPr/>
          <p:nvPr/>
        </p:nvGrpSpPr>
        <p:grpSpPr>
          <a:xfrm rot="0">
            <a:off x="9052560" y="5138928"/>
            <a:ext cx="8229600" cy="603504"/>
            <a:chOff x="0" y="0"/>
            <a:chExt cx="10972800" cy="804672"/>
          </a:xfrm>
        </p:grpSpPr>
        <p:sp>
          <p:nvSpPr>
            <p:cNvPr name="Freeform 74" id="74"/>
            <p:cNvSpPr/>
            <p:nvPr/>
          </p:nvSpPr>
          <p:spPr>
            <a:xfrm flipH="false" flipV="false" rot="0">
              <a:off x="0" y="0"/>
              <a:ext cx="10972800" cy="804672"/>
            </a:xfrm>
            <a:custGeom>
              <a:avLst/>
              <a:gdLst/>
              <a:ahLst/>
              <a:cxnLst/>
              <a:rect r="r" b="b" t="t" l="l"/>
              <a:pathLst>
                <a:path h="804672" w="10972800">
                  <a:moveTo>
                    <a:pt x="0" y="0"/>
                  </a:moveTo>
                  <a:lnTo>
                    <a:pt x="10972800" y="0"/>
                  </a:lnTo>
                  <a:lnTo>
                    <a:pt x="10972800" y="804672"/>
                  </a:lnTo>
                  <a:lnTo>
                    <a:pt x="0" y="804672"/>
                  </a:lnTo>
                  <a:close/>
                </a:path>
              </a:pathLst>
            </a:custGeom>
            <a:blipFill>
              <a:blip r:embed="rId2">
                <a:alphaModFix amt="0"/>
              </a:blip>
              <a:stretch>
                <a:fillRect l="0" t="-215705" r="0" b="-215705"/>
              </a:stretch>
            </a:blipFill>
          </p:spPr>
        </p:sp>
        <p:sp>
          <p:nvSpPr>
            <p:cNvPr name="TextBox 75" id="75"/>
            <p:cNvSpPr txBox="true"/>
            <p:nvPr/>
          </p:nvSpPr>
          <p:spPr>
            <a:xfrm>
              <a:off x="0" y="-38100"/>
              <a:ext cx="10972800" cy="842772"/>
            </a:xfrm>
            <a:prstGeom prst="rect">
              <a:avLst/>
            </a:prstGeom>
          </p:spPr>
          <p:txBody>
            <a:bodyPr anchor="ctr" rtlCol="false" tIns="0" lIns="0" bIns="0" rIns="0"/>
            <a:lstStyle/>
            <a:p>
              <a:pPr algn="l">
                <a:lnSpc>
                  <a:spcPts val="2400"/>
                </a:lnSpc>
              </a:pPr>
              <a:r>
                <a:rPr lang="en-US" sz="2000">
                  <a:solidFill>
                    <a:srgbClr val="E8E8F0"/>
                  </a:solidFill>
                  <a:latin typeface="Calibri (MS)"/>
                  <a:ea typeface="Calibri (MS)"/>
                  <a:cs typeface="Calibri (MS)"/>
                  <a:sym typeface="Calibri (MS)"/>
                </a:rPr>
                <a:t>title</a:t>
              </a:r>
            </a:p>
          </p:txBody>
        </p:sp>
      </p:grpSp>
      <p:grpSp>
        <p:nvGrpSpPr>
          <p:cNvPr name="Group 76" id="76"/>
          <p:cNvGrpSpPr/>
          <p:nvPr/>
        </p:nvGrpSpPr>
        <p:grpSpPr>
          <a:xfrm rot="0">
            <a:off x="8774430" y="5738622"/>
            <a:ext cx="8785860" cy="611124"/>
            <a:chOff x="0" y="0"/>
            <a:chExt cx="11714480" cy="814832"/>
          </a:xfrm>
        </p:grpSpPr>
        <p:sp>
          <p:nvSpPr>
            <p:cNvPr name="Freeform 77" id="77"/>
            <p:cNvSpPr/>
            <p:nvPr/>
          </p:nvSpPr>
          <p:spPr>
            <a:xfrm flipH="false" flipV="false" rot="0">
              <a:off x="5080" y="5080"/>
              <a:ext cx="11704320" cy="804672"/>
            </a:xfrm>
            <a:custGeom>
              <a:avLst/>
              <a:gdLst/>
              <a:ahLst/>
              <a:cxnLst/>
              <a:rect r="r" b="b" t="t" l="l"/>
              <a:pathLst>
                <a:path h="804672" w="11704320">
                  <a:moveTo>
                    <a:pt x="0" y="0"/>
                  </a:moveTo>
                  <a:lnTo>
                    <a:pt x="11704320" y="0"/>
                  </a:lnTo>
                  <a:lnTo>
                    <a:pt x="11704320" y="804672"/>
                  </a:lnTo>
                  <a:lnTo>
                    <a:pt x="0" y="804672"/>
                  </a:lnTo>
                  <a:close/>
                </a:path>
              </a:pathLst>
            </a:custGeom>
            <a:solidFill>
              <a:srgbClr val="13132A"/>
            </a:solidFill>
          </p:spPr>
        </p:sp>
        <p:sp>
          <p:nvSpPr>
            <p:cNvPr name="Freeform 78" id="78"/>
            <p:cNvSpPr/>
            <p:nvPr/>
          </p:nvSpPr>
          <p:spPr>
            <a:xfrm flipH="false" flipV="false" rot="0">
              <a:off x="0" y="0"/>
              <a:ext cx="11714480" cy="814832"/>
            </a:xfrm>
            <a:custGeom>
              <a:avLst/>
              <a:gdLst/>
              <a:ahLst/>
              <a:cxnLst/>
              <a:rect r="r" b="b" t="t" l="l"/>
              <a:pathLst>
                <a:path h="814832" w="11714480">
                  <a:moveTo>
                    <a:pt x="5080" y="0"/>
                  </a:moveTo>
                  <a:lnTo>
                    <a:pt x="11709400" y="0"/>
                  </a:lnTo>
                  <a:cubicBezTo>
                    <a:pt x="11712194" y="0"/>
                    <a:pt x="11714480" y="2286"/>
                    <a:pt x="11714480" y="5080"/>
                  </a:cubicBezTo>
                  <a:lnTo>
                    <a:pt x="11714480" y="809752"/>
                  </a:lnTo>
                  <a:cubicBezTo>
                    <a:pt x="11714480" y="812546"/>
                    <a:pt x="11712194" y="814832"/>
                    <a:pt x="11709400" y="814832"/>
                  </a:cubicBezTo>
                  <a:lnTo>
                    <a:pt x="5080" y="814832"/>
                  </a:lnTo>
                  <a:cubicBezTo>
                    <a:pt x="2286" y="814832"/>
                    <a:pt x="0" y="812546"/>
                    <a:pt x="0" y="809752"/>
                  </a:cubicBezTo>
                  <a:lnTo>
                    <a:pt x="0" y="5080"/>
                  </a:lnTo>
                  <a:cubicBezTo>
                    <a:pt x="0" y="2286"/>
                    <a:pt x="2286" y="0"/>
                    <a:pt x="5080" y="0"/>
                  </a:cubicBezTo>
                  <a:moveTo>
                    <a:pt x="5080" y="10160"/>
                  </a:moveTo>
                  <a:lnTo>
                    <a:pt x="5080" y="5080"/>
                  </a:lnTo>
                  <a:lnTo>
                    <a:pt x="10160" y="5080"/>
                  </a:lnTo>
                  <a:lnTo>
                    <a:pt x="10160" y="809752"/>
                  </a:lnTo>
                  <a:lnTo>
                    <a:pt x="5080" y="809752"/>
                  </a:lnTo>
                  <a:lnTo>
                    <a:pt x="5080" y="804672"/>
                  </a:lnTo>
                  <a:lnTo>
                    <a:pt x="11709400" y="804672"/>
                  </a:lnTo>
                  <a:lnTo>
                    <a:pt x="11709400" y="809752"/>
                  </a:lnTo>
                  <a:lnTo>
                    <a:pt x="11704320" y="809752"/>
                  </a:lnTo>
                  <a:lnTo>
                    <a:pt x="11704320" y="5080"/>
                  </a:lnTo>
                  <a:lnTo>
                    <a:pt x="11709400" y="5080"/>
                  </a:lnTo>
                  <a:lnTo>
                    <a:pt x="11709400" y="10160"/>
                  </a:lnTo>
                  <a:lnTo>
                    <a:pt x="5080" y="10160"/>
                  </a:lnTo>
                  <a:close/>
                </a:path>
              </a:pathLst>
            </a:custGeom>
            <a:solidFill>
              <a:srgbClr val="F76A6A"/>
            </a:solidFill>
          </p:spPr>
        </p:sp>
      </p:grpSp>
      <p:grpSp>
        <p:nvGrpSpPr>
          <p:cNvPr name="Group 79" id="79"/>
          <p:cNvGrpSpPr/>
          <p:nvPr/>
        </p:nvGrpSpPr>
        <p:grpSpPr>
          <a:xfrm rot="0">
            <a:off x="9052560" y="5742432"/>
            <a:ext cx="8229600" cy="603504"/>
            <a:chOff x="0" y="0"/>
            <a:chExt cx="10972800" cy="804672"/>
          </a:xfrm>
        </p:grpSpPr>
        <p:sp>
          <p:nvSpPr>
            <p:cNvPr name="Freeform 80" id="80"/>
            <p:cNvSpPr/>
            <p:nvPr/>
          </p:nvSpPr>
          <p:spPr>
            <a:xfrm flipH="false" flipV="false" rot="0">
              <a:off x="0" y="0"/>
              <a:ext cx="10972800" cy="804672"/>
            </a:xfrm>
            <a:custGeom>
              <a:avLst/>
              <a:gdLst/>
              <a:ahLst/>
              <a:cxnLst/>
              <a:rect r="r" b="b" t="t" l="l"/>
              <a:pathLst>
                <a:path h="804672" w="10972800">
                  <a:moveTo>
                    <a:pt x="0" y="0"/>
                  </a:moveTo>
                  <a:lnTo>
                    <a:pt x="10972800" y="0"/>
                  </a:lnTo>
                  <a:lnTo>
                    <a:pt x="10972800" y="804672"/>
                  </a:lnTo>
                  <a:lnTo>
                    <a:pt x="0" y="804672"/>
                  </a:lnTo>
                  <a:close/>
                </a:path>
              </a:pathLst>
            </a:custGeom>
            <a:blipFill>
              <a:blip r:embed="rId2">
                <a:alphaModFix amt="0"/>
              </a:blip>
              <a:stretch>
                <a:fillRect l="0" t="-215705" r="0" b="-215705"/>
              </a:stretch>
            </a:blipFill>
          </p:spPr>
        </p:sp>
        <p:sp>
          <p:nvSpPr>
            <p:cNvPr name="TextBox 81" id="81"/>
            <p:cNvSpPr txBox="true"/>
            <p:nvPr/>
          </p:nvSpPr>
          <p:spPr>
            <a:xfrm>
              <a:off x="0" y="-38100"/>
              <a:ext cx="10972800" cy="842772"/>
            </a:xfrm>
            <a:prstGeom prst="rect">
              <a:avLst/>
            </a:prstGeom>
          </p:spPr>
          <p:txBody>
            <a:bodyPr anchor="ctr" rtlCol="false" tIns="0" lIns="0" bIns="0" rIns="0"/>
            <a:lstStyle/>
            <a:p>
              <a:pPr algn="l">
                <a:lnSpc>
                  <a:spcPts val="2400"/>
                </a:lnSpc>
              </a:pPr>
              <a:r>
                <a:rPr lang="en-US" sz="2000">
                  <a:solidFill>
                    <a:srgbClr val="E8E8F0"/>
                  </a:solidFill>
                  <a:latin typeface="Calibri (MS)"/>
                  <a:ea typeface="Calibri (MS)"/>
                  <a:cs typeface="Calibri (MS)"/>
                  <a:sym typeface="Calibri (MS)"/>
                </a:rPr>
                <a:t>category  (movie/series/anime/book/game)</a:t>
              </a:r>
            </a:p>
          </p:txBody>
        </p:sp>
      </p:grpSp>
      <p:grpSp>
        <p:nvGrpSpPr>
          <p:cNvPr name="Group 82" id="82"/>
          <p:cNvGrpSpPr/>
          <p:nvPr/>
        </p:nvGrpSpPr>
        <p:grpSpPr>
          <a:xfrm rot="0">
            <a:off x="8774430" y="6342126"/>
            <a:ext cx="8785860" cy="611124"/>
            <a:chOff x="0" y="0"/>
            <a:chExt cx="11714480" cy="814832"/>
          </a:xfrm>
        </p:grpSpPr>
        <p:sp>
          <p:nvSpPr>
            <p:cNvPr name="Freeform 83" id="83"/>
            <p:cNvSpPr/>
            <p:nvPr/>
          </p:nvSpPr>
          <p:spPr>
            <a:xfrm flipH="false" flipV="false" rot="0">
              <a:off x="5080" y="5080"/>
              <a:ext cx="11704320" cy="804672"/>
            </a:xfrm>
            <a:custGeom>
              <a:avLst/>
              <a:gdLst/>
              <a:ahLst/>
              <a:cxnLst/>
              <a:rect r="r" b="b" t="t" l="l"/>
              <a:pathLst>
                <a:path h="804672" w="11704320">
                  <a:moveTo>
                    <a:pt x="0" y="0"/>
                  </a:moveTo>
                  <a:lnTo>
                    <a:pt x="11704320" y="0"/>
                  </a:lnTo>
                  <a:lnTo>
                    <a:pt x="11704320" y="804672"/>
                  </a:lnTo>
                  <a:lnTo>
                    <a:pt x="0" y="804672"/>
                  </a:lnTo>
                  <a:close/>
                </a:path>
              </a:pathLst>
            </a:custGeom>
            <a:solidFill>
              <a:srgbClr val="1A1A35"/>
            </a:solidFill>
          </p:spPr>
        </p:sp>
        <p:sp>
          <p:nvSpPr>
            <p:cNvPr name="Freeform 84" id="84"/>
            <p:cNvSpPr/>
            <p:nvPr/>
          </p:nvSpPr>
          <p:spPr>
            <a:xfrm flipH="false" flipV="false" rot="0">
              <a:off x="0" y="0"/>
              <a:ext cx="11714480" cy="814832"/>
            </a:xfrm>
            <a:custGeom>
              <a:avLst/>
              <a:gdLst/>
              <a:ahLst/>
              <a:cxnLst/>
              <a:rect r="r" b="b" t="t" l="l"/>
              <a:pathLst>
                <a:path h="814832" w="11714480">
                  <a:moveTo>
                    <a:pt x="5080" y="0"/>
                  </a:moveTo>
                  <a:lnTo>
                    <a:pt x="11709400" y="0"/>
                  </a:lnTo>
                  <a:cubicBezTo>
                    <a:pt x="11712194" y="0"/>
                    <a:pt x="11714480" y="2286"/>
                    <a:pt x="11714480" y="5080"/>
                  </a:cubicBezTo>
                  <a:lnTo>
                    <a:pt x="11714480" y="809752"/>
                  </a:lnTo>
                  <a:cubicBezTo>
                    <a:pt x="11714480" y="812546"/>
                    <a:pt x="11712194" y="814832"/>
                    <a:pt x="11709400" y="814832"/>
                  </a:cubicBezTo>
                  <a:lnTo>
                    <a:pt x="5080" y="814832"/>
                  </a:lnTo>
                  <a:cubicBezTo>
                    <a:pt x="2286" y="814832"/>
                    <a:pt x="0" y="812546"/>
                    <a:pt x="0" y="809752"/>
                  </a:cubicBezTo>
                  <a:lnTo>
                    <a:pt x="0" y="5080"/>
                  </a:lnTo>
                  <a:cubicBezTo>
                    <a:pt x="0" y="2286"/>
                    <a:pt x="2286" y="0"/>
                    <a:pt x="5080" y="0"/>
                  </a:cubicBezTo>
                  <a:moveTo>
                    <a:pt x="5080" y="10160"/>
                  </a:moveTo>
                  <a:lnTo>
                    <a:pt x="5080" y="5080"/>
                  </a:lnTo>
                  <a:lnTo>
                    <a:pt x="10160" y="5080"/>
                  </a:lnTo>
                  <a:lnTo>
                    <a:pt x="10160" y="809752"/>
                  </a:lnTo>
                  <a:lnTo>
                    <a:pt x="5080" y="809752"/>
                  </a:lnTo>
                  <a:lnTo>
                    <a:pt x="5080" y="804672"/>
                  </a:lnTo>
                  <a:lnTo>
                    <a:pt x="11709400" y="804672"/>
                  </a:lnTo>
                  <a:lnTo>
                    <a:pt x="11709400" y="809752"/>
                  </a:lnTo>
                  <a:lnTo>
                    <a:pt x="11704320" y="809752"/>
                  </a:lnTo>
                  <a:lnTo>
                    <a:pt x="11704320" y="5080"/>
                  </a:lnTo>
                  <a:lnTo>
                    <a:pt x="11709400" y="5080"/>
                  </a:lnTo>
                  <a:lnTo>
                    <a:pt x="11709400" y="10160"/>
                  </a:lnTo>
                  <a:lnTo>
                    <a:pt x="5080" y="10160"/>
                  </a:lnTo>
                  <a:close/>
                </a:path>
              </a:pathLst>
            </a:custGeom>
            <a:solidFill>
              <a:srgbClr val="F76A6A"/>
            </a:solidFill>
          </p:spPr>
        </p:sp>
      </p:grpSp>
      <p:grpSp>
        <p:nvGrpSpPr>
          <p:cNvPr name="Group 85" id="85"/>
          <p:cNvGrpSpPr/>
          <p:nvPr/>
        </p:nvGrpSpPr>
        <p:grpSpPr>
          <a:xfrm rot="0">
            <a:off x="9052560" y="6345936"/>
            <a:ext cx="8229600" cy="603504"/>
            <a:chOff x="0" y="0"/>
            <a:chExt cx="10972800" cy="804672"/>
          </a:xfrm>
        </p:grpSpPr>
        <p:sp>
          <p:nvSpPr>
            <p:cNvPr name="Freeform 86" id="86"/>
            <p:cNvSpPr/>
            <p:nvPr/>
          </p:nvSpPr>
          <p:spPr>
            <a:xfrm flipH="false" flipV="false" rot="0">
              <a:off x="0" y="0"/>
              <a:ext cx="10972800" cy="804672"/>
            </a:xfrm>
            <a:custGeom>
              <a:avLst/>
              <a:gdLst/>
              <a:ahLst/>
              <a:cxnLst/>
              <a:rect r="r" b="b" t="t" l="l"/>
              <a:pathLst>
                <a:path h="804672" w="10972800">
                  <a:moveTo>
                    <a:pt x="0" y="0"/>
                  </a:moveTo>
                  <a:lnTo>
                    <a:pt x="10972800" y="0"/>
                  </a:lnTo>
                  <a:lnTo>
                    <a:pt x="10972800" y="804672"/>
                  </a:lnTo>
                  <a:lnTo>
                    <a:pt x="0" y="804672"/>
                  </a:lnTo>
                  <a:close/>
                </a:path>
              </a:pathLst>
            </a:custGeom>
            <a:blipFill>
              <a:blip r:embed="rId2">
                <a:alphaModFix amt="0"/>
              </a:blip>
              <a:stretch>
                <a:fillRect l="0" t="-215705" r="0" b="-215705"/>
              </a:stretch>
            </a:blipFill>
          </p:spPr>
        </p:sp>
        <p:sp>
          <p:nvSpPr>
            <p:cNvPr name="TextBox 87" id="87"/>
            <p:cNvSpPr txBox="true"/>
            <p:nvPr/>
          </p:nvSpPr>
          <p:spPr>
            <a:xfrm>
              <a:off x="0" y="-38100"/>
              <a:ext cx="10972800" cy="842772"/>
            </a:xfrm>
            <a:prstGeom prst="rect">
              <a:avLst/>
            </a:prstGeom>
          </p:spPr>
          <p:txBody>
            <a:bodyPr anchor="ctr" rtlCol="false" tIns="0" lIns="0" bIns="0" rIns="0"/>
            <a:lstStyle/>
            <a:p>
              <a:pPr algn="l">
                <a:lnSpc>
                  <a:spcPts val="2400"/>
                </a:lnSpc>
              </a:pPr>
              <a:r>
                <a:rPr lang="en-US" sz="2000">
                  <a:solidFill>
                    <a:srgbClr val="E8E8F0"/>
                  </a:solidFill>
                  <a:latin typeface="Calibri (MS)"/>
                  <a:ea typeface="Calibri (MS)"/>
                  <a:cs typeface="Calibri (MS)"/>
                  <a:sym typeface="Calibri (MS)"/>
                </a:rPr>
                <a:t>status  (Watching/Completed/etc)</a:t>
              </a:r>
            </a:p>
          </p:txBody>
        </p:sp>
      </p:grpSp>
      <p:grpSp>
        <p:nvGrpSpPr>
          <p:cNvPr name="Group 88" id="88"/>
          <p:cNvGrpSpPr/>
          <p:nvPr/>
        </p:nvGrpSpPr>
        <p:grpSpPr>
          <a:xfrm rot="0">
            <a:off x="8774430" y="6945630"/>
            <a:ext cx="8785860" cy="611124"/>
            <a:chOff x="0" y="0"/>
            <a:chExt cx="11714480" cy="814832"/>
          </a:xfrm>
        </p:grpSpPr>
        <p:sp>
          <p:nvSpPr>
            <p:cNvPr name="Freeform 89" id="89"/>
            <p:cNvSpPr/>
            <p:nvPr/>
          </p:nvSpPr>
          <p:spPr>
            <a:xfrm flipH="false" flipV="false" rot="0">
              <a:off x="5080" y="5080"/>
              <a:ext cx="11704320" cy="804672"/>
            </a:xfrm>
            <a:custGeom>
              <a:avLst/>
              <a:gdLst/>
              <a:ahLst/>
              <a:cxnLst/>
              <a:rect r="r" b="b" t="t" l="l"/>
              <a:pathLst>
                <a:path h="804672" w="11704320">
                  <a:moveTo>
                    <a:pt x="0" y="0"/>
                  </a:moveTo>
                  <a:lnTo>
                    <a:pt x="11704320" y="0"/>
                  </a:lnTo>
                  <a:lnTo>
                    <a:pt x="11704320" y="804672"/>
                  </a:lnTo>
                  <a:lnTo>
                    <a:pt x="0" y="804672"/>
                  </a:lnTo>
                  <a:close/>
                </a:path>
              </a:pathLst>
            </a:custGeom>
            <a:solidFill>
              <a:srgbClr val="13132A"/>
            </a:solidFill>
          </p:spPr>
        </p:sp>
        <p:sp>
          <p:nvSpPr>
            <p:cNvPr name="Freeform 90" id="90"/>
            <p:cNvSpPr/>
            <p:nvPr/>
          </p:nvSpPr>
          <p:spPr>
            <a:xfrm flipH="false" flipV="false" rot="0">
              <a:off x="0" y="0"/>
              <a:ext cx="11714480" cy="814832"/>
            </a:xfrm>
            <a:custGeom>
              <a:avLst/>
              <a:gdLst/>
              <a:ahLst/>
              <a:cxnLst/>
              <a:rect r="r" b="b" t="t" l="l"/>
              <a:pathLst>
                <a:path h="814832" w="11714480">
                  <a:moveTo>
                    <a:pt x="5080" y="0"/>
                  </a:moveTo>
                  <a:lnTo>
                    <a:pt x="11709400" y="0"/>
                  </a:lnTo>
                  <a:cubicBezTo>
                    <a:pt x="11712194" y="0"/>
                    <a:pt x="11714480" y="2286"/>
                    <a:pt x="11714480" y="5080"/>
                  </a:cubicBezTo>
                  <a:lnTo>
                    <a:pt x="11714480" y="809752"/>
                  </a:lnTo>
                  <a:cubicBezTo>
                    <a:pt x="11714480" y="812546"/>
                    <a:pt x="11712194" y="814832"/>
                    <a:pt x="11709400" y="814832"/>
                  </a:cubicBezTo>
                  <a:lnTo>
                    <a:pt x="5080" y="814832"/>
                  </a:lnTo>
                  <a:cubicBezTo>
                    <a:pt x="2286" y="814832"/>
                    <a:pt x="0" y="812546"/>
                    <a:pt x="0" y="809752"/>
                  </a:cubicBezTo>
                  <a:lnTo>
                    <a:pt x="0" y="5080"/>
                  </a:lnTo>
                  <a:cubicBezTo>
                    <a:pt x="0" y="2286"/>
                    <a:pt x="2286" y="0"/>
                    <a:pt x="5080" y="0"/>
                  </a:cubicBezTo>
                  <a:moveTo>
                    <a:pt x="5080" y="10160"/>
                  </a:moveTo>
                  <a:lnTo>
                    <a:pt x="5080" y="5080"/>
                  </a:lnTo>
                  <a:lnTo>
                    <a:pt x="10160" y="5080"/>
                  </a:lnTo>
                  <a:lnTo>
                    <a:pt x="10160" y="809752"/>
                  </a:lnTo>
                  <a:lnTo>
                    <a:pt x="5080" y="809752"/>
                  </a:lnTo>
                  <a:lnTo>
                    <a:pt x="5080" y="804672"/>
                  </a:lnTo>
                  <a:lnTo>
                    <a:pt x="11709400" y="804672"/>
                  </a:lnTo>
                  <a:lnTo>
                    <a:pt x="11709400" y="809752"/>
                  </a:lnTo>
                  <a:lnTo>
                    <a:pt x="11704320" y="809752"/>
                  </a:lnTo>
                  <a:lnTo>
                    <a:pt x="11704320" y="5080"/>
                  </a:lnTo>
                  <a:lnTo>
                    <a:pt x="11709400" y="5080"/>
                  </a:lnTo>
                  <a:lnTo>
                    <a:pt x="11709400" y="10160"/>
                  </a:lnTo>
                  <a:lnTo>
                    <a:pt x="5080" y="10160"/>
                  </a:lnTo>
                  <a:close/>
                </a:path>
              </a:pathLst>
            </a:custGeom>
            <a:solidFill>
              <a:srgbClr val="F76A6A"/>
            </a:solidFill>
          </p:spPr>
        </p:sp>
      </p:grpSp>
      <p:grpSp>
        <p:nvGrpSpPr>
          <p:cNvPr name="Group 91" id="91"/>
          <p:cNvGrpSpPr/>
          <p:nvPr/>
        </p:nvGrpSpPr>
        <p:grpSpPr>
          <a:xfrm rot="0">
            <a:off x="9052560" y="6949440"/>
            <a:ext cx="8229600" cy="603504"/>
            <a:chOff x="0" y="0"/>
            <a:chExt cx="10972800" cy="804672"/>
          </a:xfrm>
        </p:grpSpPr>
        <p:sp>
          <p:nvSpPr>
            <p:cNvPr name="Freeform 92" id="92"/>
            <p:cNvSpPr/>
            <p:nvPr/>
          </p:nvSpPr>
          <p:spPr>
            <a:xfrm flipH="false" flipV="false" rot="0">
              <a:off x="0" y="0"/>
              <a:ext cx="10972800" cy="804672"/>
            </a:xfrm>
            <a:custGeom>
              <a:avLst/>
              <a:gdLst/>
              <a:ahLst/>
              <a:cxnLst/>
              <a:rect r="r" b="b" t="t" l="l"/>
              <a:pathLst>
                <a:path h="804672" w="10972800">
                  <a:moveTo>
                    <a:pt x="0" y="0"/>
                  </a:moveTo>
                  <a:lnTo>
                    <a:pt x="10972800" y="0"/>
                  </a:lnTo>
                  <a:lnTo>
                    <a:pt x="10972800" y="804672"/>
                  </a:lnTo>
                  <a:lnTo>
                    <a:pt x="0" y="804672"/>
                  </a:lnTo>
                  <a:close/>
                </a:path>
              </a:pathLst>
            </a:custGeom>
            <a:blipFill>
              <a:blip r:embed="rId2">
                <a:alphaModFix amt="0"/>
              </a:blip>
              <a:stretch>
                <a:fillRect l="0" t="-215705" r="0" b="-215705"/>
              </a:stretch>
            </a:blipFill>
          </p:spPr>
        </p:sp>
        <p:sp>
          <p:nvSpPr>
            <p:cNvPr name="TextBox 93" id="93"/>
            <p:cNvSpPr txBox="true"/>
            <p:nvPr/>
          </p:nvSpPr>
          <p:spPr>
            <a:xfrm>
              <a:off x="0" y="-38100"/>
              <a:ext cx="10972800" cy="842772"/>
            </a:xfrm>
            <a:prstGeom prst="rect">
              <a:avLst/>
            </a:prstGeom>
          </p:spPr>
          <p:txBody>
            <a:bodyPr anchor="ctr" rtlCol="false" tIns="0" lIns="0" bIns="0" rIns="0"/>
            <a:lstStyle/>
            <a:p>
              <a:pPr algn="l">
                <a:lnSpc>
                  <a:spcPts val="2400"/>
                </a:lnSpc>
              </a:pPr>
              <a:r>
                <a:rPr lang="en-US" sz="2000">
                  <a:solidFill>
                    <a:srgbClr val="E8E8F0"/>
                  </a:solidFill>
                  <a:latin typeface="Calibri (MS)"/>
                  <a:ea typeface="Calibri (MS)"/>
                  <a:cs typeface="Calibri (MS)"/>
                  <a:sym typeface="Calibri (MS)"/>
                </a:rPr>
                <a:t>rating  (1-5)</a:t>
              </a:r>
            </a:p>
          </p:txBody>
        </p:sp>
      </p:grpSp>
      <p:grpSp>
        <p:nvGrpSpPr>
          <p:cNvPr name="Group 94" id="94"/>
          <p:cNvGrpSpPr/>
          <p:nvPr/>
        </p:nvGrpSpPr>
        <p:grpSpPr>
          <a:xfrm rot="0">
            <a:off x="8774430" y="7549134"/>
            <a:ext cx="8785860" cy="611124"/>
            <a:chOff x="0" y="0"/>
            <a:chExt cx="11714480" cy="814832"/>
          </a:xfrm>
        </p:grpSpPr>
        <p:sp>
          <p:nvSpPr>
            <p:cNvPr name="Freeform 95" id="95"/>
            <p:cNvSpPr/>
            <p:nvPr/>
          </p:nvSpPr>
          <p:spPr>
            <a:xfrm flipH="false" flipV="false" rot="0">
              <a:off x="5080" y="5080"/>
              <a:ext cx="11704320" cy="804672"/>
            </a:xfrm>
            <a:custGeom>
              <a:avLst/>
              <a:gdLst/>
              <a:ahLst/>
              <a:cxnLst/>
              <a:rect r="r" b="b" t="t" l="l"/>
              <a:pathLst>
                <a:path h="804672" w="11704320">
                  <a:moveTo>
                    <a:pt x="0" y="0"/>
                  </a:moveTo>
                  <a:lnTo>
                    <a:pt x="11704320" y="0"/>
                  </a:lnTo>
                  <a:lnTo>
                    <a:pt x="11704320" y="804672"/>
                  </a:lnTo>
                  <a:lnTo>
                    <a:pt x="0" y="804672"/>
                  </a:lnTo>
                  <a:close/>
                </a:path>
              </a:pathLst>
            </a:custGeom>
            <a:solidFill>
              <a:srgbClr val="1A1A35"/>
            </a:solidFill>
          </p:spPr>
        </p:sp>
        <p:sp>
          <p:nvSpPr>
            <p:cNvPr name="Freeform 96" id="96"/>
            <p:cNvSpPr/>
            <p:nvPr/>
          </p:nvSpPr>
          <p:spPr>
            <a:xfrm flipH="false" flipV="false" rot="0">
              <a:off x="0" y="0"/>
              <a:ext cx="11714480" cy="814832"/>
            </a:xfrm>
            <a:custGeom>
              <a:avLst/>
              <a:gdLst/>
              <a:ahLst/>
              <a:cxnLst/>
              <a:rect r="r" b="b" t="t" l="l"/>
              <a:pathLst>
                <a:path h="814832" w="11714480">
                  <a:moveTo>
                    <a:pt x="5080" y="0"/>
                  </a:moveTo>
                  <a:lnTo>
                    <a:pt x="11709400" y="0"/>
                  </a:lnTo>
                  <a:cubicBezTo>
                    <a:pt x="11712194" y="0"/>
                    <a:pt x="11714480" y="2286"/>
                    <a:pt x="11714480" y="5080"/>
                  </a:cubicBezTo>
                  <a:lnTo>
                    <a:pt x="11714480" y="809752"/>
                  </a:lnTo>
                  <a:cubicBezTo>
                    <a:pt x="11714480" y="812546"/>
                    <a:pt x="11712194" y="814832"/>
                    <a:pt x="11709400" y="814832"/>
                  </a:cubicBezTo>
                  <a:lnTo>
                    <a:pt x="5080" y="814832"/>
                  </a:lnTo>
                  <a:cubicBezTo>
                    <a:pt x="2286" y="814832"/>
                    <a:pt x="0" y="812546"/>
                    <a:pt x="0" y="809752"/>
                  </a:cubicBezTo>
                  <a:lnTo>
                    <a:pt x="0" y="5080"/>
                  </a:lnTo>
                  <a:cubicBezTo>
                    <a:pt x="0" y="2286"/>
                    <a:pt x="2286" y="0"/>
                    <a:pt x="5080" y="0"/>
                  </a:cubicBezTo>
                  <a:moveTo>
                    <a:pt x="5080" y="10160"/>
                  </a:moveTo>
                  <a:lnTo>
                    <a:pt x="5080" y="5080"/>
                  </a:lnTo>
                  <a:lnTo>
                    <a:pt x="10160" y="5080"/>
                  </a:lnTo>
                  <a:lnTo>
                    <a:pt x="10160" y="809752"/>
                  </a:lnTo>
                  <a:lnTo>
                    <a:pt x="5080" y="809752"/>
                  </a:lnTo>
                  <a:lnTo>
                    <a:pt x="5080" y="804672"/>
                  </a:lnTo>
                  <a:lnTo>
                    <a:pt x="11709400" y="804672"/>
                  </a:lnTo>
                  <a:lnTo>
                    <a:pt x="11709400" y="809752"/>
                  </a:lnTo>
                  <a:lnTo>
                    <a:pt x="11704320" y="809752"/>
                  </a:lnTo>
                  <a:lnTo>
                    <a:pt x="11704320" y="5080"/>
                  </a:lnTo>
                  <a:lnTo>
                    <a:pt x="11709400" y="5080"/>
                  </a:lnTo>
                  <a:lnTo>
                    <a:pt x="11709400" y="10160"/>
                  </a:lnTo>
                  <a:lnTo>
                    <a:pt x="5080" y="10160"/>
                  </a:lnTo>
                  <a:close/>
                </a:path>
              </a:pathLst>
            </a:custGeom>
            <a:solidFill>
              <a:srgbClr val="F76A6A"/>
            </a:solidFill>
          </p:spPr>
        </p:sp>
      </p:grpSp>
      <p:grpSp>
        <p:nvGrpSpPr>
          <p:cNvPr name="Group 97" id="97"/>
          <p:cNvGrpSpPr/>
          <p:nvPr/>
        </p:nvGrpSpPr>
        <p:grpSpPr>
          <a:xfrm rot="0">
            <a:off x="9052560" y="7552944"/>
            <a:ext cx="8229600" cy="603504"/>
            <a:chOff x="0" y="0"/>
            <a:chExt cx="10972800" cy="804672"/>
          </a:xfrm>
        </p:grpSpPr>
        <p:sp>
          <p:nvSpPr>
            <p:cNvPr name="Freeform 98" id="98"/>
            <p:cNvSpPr/>
            <p:nvPr/>
          </p:nvSpPr>
          <p:spPr>
            <a:xfrm flipH="false" flipV="false" rot="0">
              <a:off x="0" y="0"/>
              <a:ext cx="10972800" cy="804672"/>
            </a:xfrm>
            <a:custGeom>
              <a:avLst/>
              <a:gdLst/>
              <a:ahLst/>
              <a:cxnLst/>
              <a:rect r="r" b="b" t="t" l="l"/>
              <a:pathLst>
                <a:path h="804672" w="10972800">
                  <a:moveTo>
                    <a:pt x="0" y="0"/>
                  </a:moveTo>
                  <a:lnTo>
                    <a:pt x="10972800" y="0"/>
                  </a:lnTo>
                  <a:lnTo>
                    <a:pt x="10972800" y="804672"/>
                  </a:lnTo>
                  <a:lnTo>
                    <a:pt x="0" y="804672"/>
                  </a:lnTo>
                  <a:close/>
                </a:path>
              </a:pathLst>
            </a:custGeom>
            <a:blipFill>
              <a:blip r:embed="rId2">
                <a:alphaModFix amt="0"/>
              </a:blip>
              <a:stretch>
                <a:fillRect l="0" t="-215705" r="0" b="-215705"/>
              </a:stretch>
            </a:blipFill>
          </p:spPr>
        </p:sp>
        <p:sp>
          <p:nvSpPr>
            <p:cNvPr name="TextBox 99" id="99"/>
            <p:cNvSpPr txBox="true"/>
            <p:nvPr/>
          </p:nvSpPr>
          <p:spPr>
            <a:xfrm>
              <a:off x="0" y="-38100"/>
              <a:ext cx="10972800" cy="842772"/>
            </a:xfrm>
            <a:prstGeom prst="rect">
              <a:avLst/>
            </a:prstGeom>
          </p:spPr>
          <p:txBody>
            <a:bodyPr anchor="ctr" rtlCol="false" tIns="0" lIns="0" bIns="0" rIns="0"/>
            <a:lstStyle/>
            <a:p>
              <a:pPr algn="l">
                <a:lnSpc>
                  <a:spcPts val="2400"/>
                </a:lnSpc>
              </a:pPr>
              <a:r>
                <a:rPr lang="en-US" sz="2000">
                  <a:solidFill>
                    <a:srgbClr val="E8E8F0"/>
                  </a:solidFill>
                  <a:latin typeface="Calibri (MS)"/>
                  <a:ea typeface="Calibri (MS)"/>
                  <a:cs typeface="Calibri (MS)"/>
                  <a:sym typeface="Calibri (MS)"/>
                </a:rPr>
                <a:t>progress  (episodes/pages)</a:t>
              </a:r>
            </a:p>
          </p:txBody>
        </p:sp>
      </p:grpSp>
      <p:grpSp>
        <p:nvGrpSpPr>
          <p:cNvPr name="Group 100" id="100"/>
          <p:cNvGrpSpPr/>
          <p:nvPr/>
        </p:nvGrpSpPr>
        <p:grpSpPr>
          <a:xfrm rot="0">
            <a:off x="8774430" y="8152638"/>
            <a:ext cx="8785860" cy="611124"/>
            <a:chOff x="0" y="0"/>
            <a:chExt cx="11714480" cy="814832"/>
          </a:xfrm>
        </p:grpSpPr>
        <p:sp>
          <p:nvSpPr>
            <p:cNvPr name="Freeform 101" id="101"/>
            <p:cNvSpPr/>
            <p:nvPr/>
          </p:nvSpPr>
          <p:spPr>
            <a:xfrm flipH="false" flipV="false" rot="0">
              <a:off x="5080" y="5080"/>
              <a:ext cx="11704320" cy="804672"/>
            </a:xfrm>
            <a:custGeom>
              <a:avLst/>
              <a:gdLst/>
              <a:ahLst/>
              <a:cxnLst/>
              <a:rect r="r" b="b" t="t" l="l"/>
              <a:pathLst>
                <a:path h="804672" w="11704320">
                  <a:moveTo>
                    <a:pt x="0" y="0"/>
                  </a:moveTo>
                  <a:lnTo>
                    <a:pt x="11704320" y="0"/>
                  </a:lnTo>
                  <a:lnTo>
                    <a:pt x="11704320" y="804672"/>
                  </a:lnTo>
                  <a:lnTo>
                    <a:pt x="0" y="804672"/>
                  </a:lnTo>
                  <a:close/>
                </a:path>
              </a:pathLst>
            </a:custGeom>
            <a:solidFill>
              <a:srgbClr val="13132A"/>
            </a:solidFill>
          </p:spPr>
        </p:sp>
        <p:sp>
          <p:nvSpPr>
            <p:cNvPr name="Freeform 102" id="102"/>
            <p:cNvSpPr/>
            <p:nvPr/>
          </p:nvSpPr>
          <p:spPr>
            <a:xfrm flipH="false" flipV="false" rot="0">
              <a:off x="0" y="0"/>
              <a:ext cx="11714480" cy="814832"/>
            </a:xfrm>
            <a:custGeom>
              <a:avLst/>
              <a:gdLst/>
              <a:ahLst/>
              <a:cxnLst/>
              <a:rect r="r" b="b" t="t" l="l"/>
              <a:pathLst>
                <a:path h="814832" w="11714480">
                  <a:moveTo>
                    <a:pt x="5080" y="0"/>
                  </a:moveTo>
                  <a:lnTo>
                    <a:pt x="11709400" y="0"/>
                  </a:lnTo>
                  <a:cubicBezTo>
                    <a:pt x="11712194" y="0"/>
                    <a:pt x="11714480" y="2286"/>
                    <a:pt x="11714480" y="5080"/>
                  </a:cubicBezTo>
                  <a:lnTo>
                    <a:pt x="11714480" y="809752"/>
                  </a:lnTo>
                  <a:cubicBezTo>
                    <a:pt x="11714480" y="812546"/>
                    <a:pt x="11712194" y="814832"/>
                    <a:pt x="11709400" y="814832"/>
                  </a:cubicBezTo>
                  <a:lnTo>
                    <a:pt x="5080" y="814832"/>
                  </a:lnTo>
                  <a:cubicBezTo>
                    <a:pt x="2286" y="814832"/>
                    <a:pt x="0" y="812546"/>
                    <a:pt x="0" y="809752"/>
                  </a:cubicBezTo>
                  <a:lnTo>
                    <a:pt x="0" y="5080"/>
                  </a:lnTo>
                  <a:cubicBezTo>
                    <a:pt x="0" y="2286"/>
                    <a:pt x="2286" y="0"/>
                    <a:pt x="5080" y="0"/>
                  </a:cubicBezTo>
                  <a:moveTo>
                    <a:pt x="5080" y="10160"/>
                  </a:moveTo>
                  <a:lnTo>
                    <a:pt x="5080" y="5080"/>
                  </a:lnTo>
                  <a:lnTo>
                    <a:pt x="10160" y="5080"/>
                  </a:lnTo>
                  <a:lnTo>
                    <a:pt x="10160" y="809752"/>
                  </a:lnTo>
                  <a:lnTo>
                    <a:pt x="5080" y="809752"/>
                  </a:lnTo>
                  <a:lnTo>
                    <a:pt x="5080" y="804672"/>
                  </a:lnTo>
                  <a:lnTo>
                    <a:pt x="11709400" y="804672"/>
                  </a:lnTo>
                  <a:lnTo>
                    <a:pt x="11709400" y="809752"/>
                  </a:lnTo>
                  <a:lnTo>
                    <a:pt x="11704320" y="809752"/>
                  </a:lnTo>
                  <a:lnTo>
                    <a:pt x="11704320" y="5080"/>
                  </a:lnTo>
                  <a:lnTo>
                    <a:pt x="11709400" y="5080"/>
                  </a:lnTo>
                  <a:lnTo>
                    <a:pt x="11709400" y="10160"/>
                  </a:lnTo>
                  <a:lnTo>
                    <a:pt x="5080" y="10160"/>
                  </a:lnTo>
                  <a:close/>
                </a:path>
              </a:pathLst>
            </a:custGeom>
            <a:solidFill>
              <a:srgbClr val="F76A6A"/>
            </a:solidFill>
          </p:spPr>
        </p:sp>
      </p:grpSp>
      <p:grpSp>
        <p:nvGrpSpPr>
          <p:cNvPr name="Group 103" id="103"/>
          <p:cNvGrpSpPr/>
          <p:nvPr/>
        </p:nvGrpSpPr>
        <p:grpSpPr>
          <a:xfrm rot="0">
            <a:off x="9052560" y="8156448"/>
            <a:ext cx="8229600" cy="603504"/>
            <a:chOff x="0" y="0"/>
            <a:chExt cx="10972800" cy="804672"/>
          </a:xfrm>
        </p:grpSpPr>
        <p:sp>
          <p:nvSpPr>
            <p:cNvPr name="Freeform 104" id="104"/>
            <p:cNvSpPr/>
            <p:nvPr/>
          </p:nvSpPr>
          <p:spPr>
            <a:xfrm flipH="false" flipV="false" rot="0">
              <a:off x="0" y="0"/>
              <a:ext cx="10972800" cy="804672"/>
            </a:xfrm>
            <a:custGeom>
              <a:avLst/>
              <a:gdLst/>
              <a:ahLst/>
              <a:cxnLst/>
              <a:rect r="r" b="b" t="t" l="l"/>
              <a:pathLst>
                <a:path h="804672" w="10972800">
                  <a:moveTo>
                    <a:pt x="0" y="0"/>
                  </a:moveTo>
                  <a:lnTo>
                    <a:pt x="10972800" y="0"/>
                  </a:lnTo>
                  <a:lnTo>
                    <a:pt x="10972800" y="804672"/>
                  </a:lnTo>
                  <a:lnTo>
                    <a:pt x="0" y="804672"/>
                  </a:lnTo>
                  <a:close/>
                </a:path>
              </a:pathLst>
            </a:custGeom>
            <a:blipFill>
              <a:blip r:embed="rId2">
                <a:alphaModFix amt="0"/>
              </a:blip>
              <a:stretch>
                <a:fillRect l="0" t="-215705" r="0" b="-215705"/>
              </a:stretch>
            </a:blipFill>
          </p:spPr>
        </p:sp>
        <p:sp>
          <p:nvSpPr>
            <p:cNvPr name="TextBox 105" id="105"/>
            <p:cNvSpPr txBox="true"/>
            <p:nvPr/>
          </p:nvSpPr>
          <p:spPr>
            <a:xfrm>
              <a:off x="0" y="-38100"/>
              <a:ext cx="10972800" cy="842772"/>
            </a:xfrm>
            <a:prstGeom prst="rect">
              <a:avLst/>
            </a:prstGeom>
          </p:spPr>
          <p:txBody>
            <a:bodyPr anchor="ctr" rtlCol="false" tIns="0" lIns="0" bIns="0" rIns="0"/>
            <a:lstStyle/>
            <a:p>
              <a:pPr algn="l">
                <a:lnSpc>
                  <a:spcPts val="2400"/>
                </a:lnSpc>
              </a:pPr>
              <a:r>
                <a:rPr lang="en-US" sz="2000">
                  <a:solidFill>
                    <a:srgbClr val="E8E8F0"/>
                  </a:solidFill>
                  <a:latin typeface="Calibri (MS)"/>
                  <a:ea typeface="Calibri (MS)"/>
                  <a:cs typeface="Calibri (MS)"/>
                  <a:sym typeface="Calibri (MS)"/>
                </a:rPr>
                <a:t>total</a:t>
              </a:r>
            </a:p>
          </p:txBody>
        </p:sp>
      </p:grpSp>
      <p:grpSp>
        <p:nvGrpSpPr>
          <p:cNvPr name="Group 106" id="106"/>
          <p:cNvGrpSpPr/>
          <p:nvPr/>
        </p:nvGrpSpPr>
        <p:grpSpPr>
          <a:xfrm rot="0">
            <a:off x="8774430" y="8756142"/>
            <a:ext cx="8785860" cy="611124"/>
            <a:chOff x="0" y="0"/>
            <a:chExt cx="11714480" cy="814832"/>
          </a:xfrm>
        </p:grpSpPr>
        <p:sp>
          <p:nvSpPr>
            <p:cNvPr name="Freeform 107" id="107"/>
            <p:cNvSpPr/>
            <p:nvPr/>
          </p:nvSpPr>
          <p:spPr>
            <a:xfrm flipH="false" flipV="false" rot="0">
              <a:off x="5080" y="5080"/>
              <a:ext cx="11704320" cy="804672"/>
            </a:xfrm>
            <a:custGeom>
              <a:avLst/>
              <a:gdLst/>
              <a:ahLst/>
              <a:cxnLst/>
              <a:rect r="r" b="b" t="t" l="l"/>
              <a:pathLst>
                <a:path h="804672" w="11704320">
                  <a:moveTo>
                    <a:pt x="0" y="0"/>
                  </a:moveTo>
                  <a:lnTo>
                    <a:pt x="11704320" y="0"/>
                  </a:lnTo>
                  <a:lnTo>
                    <a:pt x="11704320" y="804672"/>
                  </a:lnTo>
                  <a:lnTo>
                    <a:pt x="0" y="804672"/>
                  </a:lnTo>
                  <a:close/>
                </a:path>
              </a:pathLst>
            </a:custGeom>
            <a:solidFill>
              <a:srgbClr val="1A1A35"/>
            </a:solidFill>
          </p:spPr>
        </p:sp>
        <p:sp>
          <p:nvSpPr>
            <p:cNvPr name="Freeform 108" id="108"/>
            <p:cNvSpPr/>
            <p:nvPr/>
          </p:nvSpPr>
          <p:spPr>
            <a:xfrm flipH="false" flipV="false" rot="0">
              <a:off x="0" y="0"/>
              <a:ext cx="11714480" cy="814832"/>
            </a:xfrm>
            <a:custGeom>
              <a:avLst/>
              <a:gdLst/>
              <a:ahLst/>
              <a:cxnLst/>
              <a:rect r="r" b="b" t="t" l="l"/>
              <a:pathLst>
                <a:path h="814832" w="11714480">
                  <a:moveTo>
                    <a:pt x="5080" y="0"/>
                  </a:moveTo>
                  <a:lnTo>
                    <a:pt x="11709400" y="0"/>
                  </a:lnTo>
                  <a:cubicBezTo>
                    <a:pt x="11712194" y="0"/>
                    <a:pt x="11714480" y="2286"/>
                    <a:pt x="11714480" y="5080"/>
                  </a:cubicBezTo>
                  <a:lnTo>
                    <a:pt x="11714480" y="809752"/>
                  </a:lnTo>
                  <a:cubicBezTo>
                    <a:pt x="11714480" y="812546"/>
                    <a:pt x="11712194" y="814832"/>
                    <a:pt x="11709400" y="814832"/>
                  </a:cubicBezTo>
                  <a:lnTo>
                    <a:pt x="5080" y="814832"/>
                  </a:lnTo>
                  <a:cubicBezTo>
                    <a:pt x="2286" y="814832"/>
                    <a:pt x="0" y="812546"/>
                    <a:pt x="0" y="809752"/>
                  </a:cubicBezTo>
                  <a:lnTo>
                    <a:pt x="0" y="5080"/>
                  </a:lnTo>
                  <a:cubicBezTo>
                    <a:pt x="0" y="2286"/>
                    <a:pt x="2286" y="0"/>
                    <a:pt x="5080" y="0"/>
                  </a:cubicBezTo>
                  <a:moveTo>
                    <a:pt x="5080" y="10160"/>
                  </a:moveTo>
                  <a:lnTo>
                    <a:pt x="5080" y="5080"/>
                  </a:lnTo>
                  <a:lnTo>
                    <a:pt x="10160" y="5080"/>
                  </a:lnTo>
                  <a:lnTo>
                    <a:pt x="10160" y="809752"/>
                  </a:lnTo>
                  <a:lnTo>
                    <a:pt x="5080" y="809752"/>
                  </a:lnTo>
                  <a:lnTo>
                    <a:pt x="5080" y="804672"/>
                  </a:lnTo>
                  <a:lnTo>
                    <a:pt x="11709400" y="804672"/>
                  </a:lnTo>
                  <a:lnTo>
                    <a:pt x="11709400" y="809752"/>
                  </a:lnTo>
                  <a:lnTo>
                    <a:pt x="11704320" y="809752"/>
                  </a:lnTo>
                  <a:lnTo>
                    <a:pt x="11704320" y="5080"/>
                  </a:lnTo>
                  <a:lnTo>
                    <a:pt x="11709400" y="5080"/>
                  </a:lnTo>
                  <a:lnTo>
                    <a:pt x="11709400" y="10160"/>
                  </a:lnTo>
                  <a:lnTo>
                    <a:pt x="5080" y="10160"/>
                  </a:lnTo>
                  <a:close/>
                </a:path>
              </a:pathLst>
            </a:custGeom>
            <a:solidFill>
              <a:srgbClr val="F76A6A"/>
            </a:solidFill>
          </p:spPr>
        </p:sp>
      </p:grpSp>
      <p:grpSp>
        <p:nvGrpSpPr>
          <p:cNvPr name="Group 109" id="109"/>
          <p:cNvGrpSpPr/>
          <p:nvPr/>
        </p:nvGrpSpPr>
        <p:grpSpPr>
          <a:xfrm rot="0">
            <a:off x="9052560" y="8759952"/>
            <a:ext cx="8229600" cy="603504"/>
            <a:chOff x="0" y="0"/>
            <a:chExt cx="10972800" cy="804672"/>
          </a:xfrm>
        </p:grpSpPr>
        <p:sp>
          <p:nvSpPr>
            <p:cNvPr name="Freeform 110" id="110"/>
            <p:cNvSpPr/>
            <p:nvPr/>
          </p:nvSpPr>
          <p:spPr>
            <a:xfrm flipH="false" flipV="false" rot="0">
              <a:off x="0" y="0"/>
              <a:ext cx="10972800" cy="804672"/>
            </a:xfrm>
            <a:custGeom>
              <a:avLst/>
              <a:gdLst/>
              <a:ahLst/>
              <a:cxnLst/>
              <a:rect r="r" b="b" t="t" l="l"/>
              <a:pathLst>
                <a:path h="804672" w="10972800">
                  <a:moveTo>
                    <a:pt x="0" y="0"/>
                  </a:moveTo>
                  <a:lnTo>
                    <a:pt x="10972800" y="0"/>
                  </a:lnTo>
                  <a:lnTo>
                    <a:pt x="10972800" y="804672"/>
                  </a:lnTo>
                  <a:lnTo>
                    <a:pt x="0" y="804672"/>
                  </a:lnTo>
                  <a:close/>
                </a:path>
              </a:pathLst>
            </a:custGeom>
            <a:blipFill>
              <a:blip r:embed="rId2">
                <a:alphaModFix amt="0"/>
              </a:blip>
              <a:stretch>
                <a:fillRect l="0" t="-215705" r="0" b="-215705"/>
              </a:stretch>
            </a:blipFill>
          </p:spPr>
        </p:sp>
        <p:sp>
          <p:nvSpPr>
            <p:cNvPr name="TextBox 111" id="111"/>
            <p:cNvSpPr txBox="true"/>
            <p:nvPr/>
          </p:nvSpPr>
          <p:spPr>
            <a:xfrm>
              <a:off x="0" y="-38100"/>
              <a:ext cx="10972800" cy="842772"/>
            </a:xfrm>
            <a:prstGeom prst="rect">
              <a:avLst/>
            </a:prstGeom>
          </p:spPr>
          <p:txBody>
            <a:bodyPr anchor="ctr" rtlCol="false" tIns="0" lIns="0" bIns="0" rIns="0"/>
            <a:lstStyle/>
            <a:p>
              <a:pPr algn="l">
                <a:lnSpc>
                  <a:spcPts val="2400"/>
                </a:lnSpc>
              </a:pPr>
              <a:r>
                <a:rPr lang="en-US" sz="2000">
                  <a:solidFill>
                    <a:srgbClr val="E8E8F0"/>
                  </a:solidFill>
                  <a:latin typeface="Calibri (MS)"/>
                  <a:ea typeface="Calibri (MS)"/>
                  <a:cs typeface="Calibri (MS)"/>
                  <a:sym typeface="Calibri (MS)"/>
                </a:rPr>
                <a:t>genre</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16891" y="16891"/>
              <a:ext cx="292608" cy="13715999"/>
            </a:xfrm>
            <a:custGeom>
              <a:avLst/>
              <a:gdLst/>
              <a:ahLst/>
              <a:cxnLst/>
              <a:rect r="r" b="b" t="t" l="l"/>
              <a:pathLst>
                <a:path h="13715999" w="292608">
                  <a:moveTo>
                    <a:pt x="0" y="0"/>
                  </a:moveTo>
                  <a:lnTo>
                    <a:pt x="292608" y="0"/>
                  </a:lnTo>
                  <a:lnTo>
                    <a:pt x="292608" y="13715999"/>
                  </a:lnTo>
                  <a:lnTo>
                    <a:pt x="0" y="13715999"/>
                  </a:lnTo>
                  <a:close/>
                </a:path>
              </a:pathLst>
            </a:custGeom>
            <a:solidFill>
              <a:srgbClr val="F76A6A"/>
            </a:solidFill>
          </p:spPr>
        </p:sp>
        <p:sp>
          <p:nvSpPr>
            <p:cNvPr name="Freeform 4" id="4"/>
            <p:cNvSpPr/>
            <p:nvPr/>
          </p:nvSpPr>
          <p:spPr>
            <a:xfrm flipH="false" flipV="false" rot="0">
              <a:off x="0" y="0"/>
              <a:ext cx="326390" cy="13749782"/>
            </a:xfrm>
            <a:custGeom>
              <a:avLst/>
              <a:gdLst/>
              <a:ahLst/>
              <a:cxnLst/>
              <a:rect r="r" b="b" t="t" l="l"/>
              <a:pathLst>
                <a:path h="13749782" w="326390">
                  <a:moveTo>
                    <a:pt x="16891" y="0"/>
                  </a:moveTo>
                  <a:lnTo>
                    <a:pt x="309499" y="0"/>
                  </a:lnTo>
                  <a:cubicBezTo>
                    <a:pt x="318897" y="0"/>
                    <a:pt x="326390" y="7620"/>
                    <a:pt x="326390" y="16891"/>
                  </a:cubicBezTo>
                  <a:lnTo>
                    <a:pt x="326390" y="13732890"/>
                  </a:lnTo>
                  <a:cubicBezTo>
                    <a:pt x="326390" y="13742290"/>
                    <a:pt x="318770" y="13749782"/>
                    <a:pt x="309499"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09499" y="13716000"/>
                  </a:lnTo>
                  <a:lnTo>
                    <a:pt x="309499" y="13732890"/>
                  </a:lnTo>
                  <a:lnTo>
                    <a:pt x="292608" y="13732890"/>
                  </a:lnTo>
                  <a:lnTo>
                    <a:pt x="292608" y="16891"/>
                  </a:lnTo>
                  <a:lnTo>
                    <a:pt x="309499" y="16891"/>
                  </a:lnTo>
                  <a:lnTo>
                    <a:pt x="309499" y="33909"/>
                  </a:lnTo>
                  <a:lnTo>
                    <a:pt x="16891" y="33909"/>
                  </a:lnTo>
                  <a:close/>
                </a:path>
              </a:pathLst>
            </a:custGeom>
            <a:solidFill>
              <a:srgbClr val="F76A6A"/>
            </a:solidFill>
          </p:spPr>
        </p:sp>
      </p:grpSp>
      <p:grpSp>
        <p:nvGrpSpPr>
          <p:cNvPr name="Group 5" id="5"/>
          <p:cNvGrpSpPr/>
          <p:nvPr/>
        </p:nvGrpSpPr>
        <p:grpSpPr>
          <a:xfrm rot="0">
            <a:off x="548640" y="274320"/>
            <a:ext cx="2194560" cy="1648718"/>
            <a:chOff x="0" y="0"/>
            <a:chExt cx="2926080" cy="2198291"/>
          </a:xfrm>
        </p:grpSpPr>
        <p:sp>
          <p:nvSpPr>
            <p:cNvPr name="Freeform 6" id="6"/>
            <p:cNvSpPr/>
            <p:nvPr/>
          </p:nvSpPr>
          <p:spPr>
            <a:xfrm flipH="false" flipV="false" rot="0">
              <a:off x="0" y="0"/>
              <a:ext cx="2926080" cy="2198291"/>
            </a:xfrm>
            <a:custGeom>
              <a:avLst/>
              <a:gdLst/>
              <a:ahLst/>
              <a:cxnLst/>
              <a:rect r="r" b="b" t="t" l="l"/>
              <a:pathLst>
                <a:path h="2198291" w="2926080">
                  <a:moveTo>
                    <a:pt x="0" y="0"/>
                  </a:moveTo>
                  <a:lnTo>
                    <a:pt x="2926080" y="0"/>
                  </a:lnTo>
                  <a:lnTo>
                    <a:pt x="2926080" y="2198291"/>
                  </a:lnTo>
                  <a:lnTo>
                    <a:pt x="0" y="2198291"/>
                  </a:lnTo>
                  <a:close/>
                </a:path>
              </a:pathLst>
            </a:custGeom>
            <a:blipFill>
              <a:blip r:embed="rId2">
                <a:alphaModFix amt="0"/>
              </a:blip>
              <a:stretch>
                <a:fillRect l="-24843" t="0" r="-24843" b="22354"/>
              </a:stretch>
            </a:blipFill>
          </p:spPr>
        </p:sp>
        <p:sp>
          <p:nvSpPr>
            <p:cNvPr name="TextBox 7" id="7"/>
            <p:cNvSpPr txBox="true"/>
            <p:nvPr/>
          </p:nvSpPr>
          <p:spPr>
            <a:xfrm>
              <a:off x="0" y="-38100"/>
              <a:ext cx="2926080" cy="2236391"/>
            </a:xfrm>
            <a:prstGeom prst="rect">
              <a:avLst/>
            </a:prstGeom>
          </p:spPr>
          <p:txBody>
            <a:bodyPr anchor="ctr" rtlCol="false" tIns="0" lIns="0" bIns="0" rIns="0"/>
            <a:lstStyle/>
            <a:p>
              <a:pPr algn="l">
                <a:lnSpc>
                  <a:spcPts val="9600"/>
                </a:lnSpc>
              </a:pPr>
              <a:r>
                <a:rPr lang="en-US" sz="8000" b="true">
                  <a:solidFill>
                    <a:srgbClr val="F76A6A"/>
                  </a:solidFill>
                  <a:latin typeface="Arial Bold"/>
                  <a:ea typeface="Arial Bold"/>
                  <a:cs typeface="Arial Bold"/>
                  <a:sym typeface="Arial Bold"/>
                </a:rPr>
                <a:t>13</a:t>
              </a:r>
            </a:p>
          </p:txBody>
        </p:sp>
      </p:grpSp>
      <p:grpSp>
        <p:nvGrpSpPr>
          <p:cNvPr name="Group 8" id="8"/>
          <p:cNvGrpSpPr/>
          <p:nvPr/>
        </p:nvGrpSpPr>
        <p:grpSpPr>
          <a:xfrm rot="0">
            <a:off x="548640" y="1463040"/>
            <a:ext cx="16459200" cy="1005840"/>
            <a:chOff x="0" y="0"/>
            <a:chExt cx="21945600" cy="1341120"/>
          </a:xfrm>
        </p:grpSpPr>
        <p:sp>
          <p:nvSpPr>
            <p:cNvPr name="Freeform 9" id="9"/>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0" id="10"/>
            <p:cNvSpPr txBox="true"/>
            <p:nvPr/>
          </p:nvSpPr>
          <p:spPr>
            <a:xfrm>
              <a:off x="0" y="-28575"/>
              <a:ext cx="21945600" cy="1369695"/>
            </a:xfrm>
            <a:prstGeom prst="rect">
              <a:avLst/>
            </a:prstGeom>
          </p:spPr>
          <p:txBody>
            <a:bodyPr anchor="ctr" rtlCol="false" tIns="0" lIns="0" bIns="0" rIns="0"/>
            <a:lstStyle/>
            <a:p>
              <a:pPr algn="l">
                <a:lnSpc>
                  <a:spcPts val="7200"/>
                </a:lnSpc>
              </a:pPr>
              <a:r>
                <a:rPr lang="en-US" sz="6000" b="true">
                  <a:solidFill>
                    <a:srgbClr val="FFFFFF"/>
                  </a:solidFill>
                  <a:latin typeface="Arial Bold"/>
                  <a:ea typeface="Arial Bold"/>
                  <a:cs typeface="Arial Bold"/>
                  <a:sym typeface="Arial Bold"/>
                </a:rPr>
                <a:t>Security Features</a:t>
              </a:r>
            </a:p>
          </p:txBody>
        </p:sp>
      </p:grpSp>
      <p:grpSp>
        <p:nvGrpSpPr>
          <p:cNvPr name="Group 11" id="11"/>
          <p:cNvGrpSpPr/>
          <p:nvPr/>
        </p:nvGrpSpPr>
        <p:grpSpPr>
          <a:xfrm rot="0">
            <a:off x="535943" y="2913383"/>
            <a:ext cx="5511803" cy="3225803"/>
            <a:chOff x="0" y="0"/>
            <a:chExt cx="7349071" cy="4301071"/>
          </a:xfrm>
        </p:grpSpPr>
        <p:sp>
          <p:nvSpPr>
            <p:cNvPr name="Freeform 12" id="12"/>
            <p:cNvSpPr/>
            <p:nvPr/>
          </p:nvSpPr>
          <p:spPr>
            <a:xfrm flipH="false" flipV="false" rot="0">
              <a:off x="16891" y="16891"/>
              <a:ext cx="7315200" cy="4267200"/>
            </a:xfrm>
            <a:custGeom>
              <a:avLst/>
              <a:gdLst/>
              <a:ahLst/>
              <a:cxnLst/>
              <a:rect r="r" b="b" t="t" l="l"/>
              <a:pathLst>
                <a:path h="4267200" w="7315200">
                  <a:moveTo>
                    <a:pt x="0" y="0"/>
                  </a:moveTo>
                  <a:lnTo>
                    <a:pt x="7315200" y="0"/>
                  </a:lnTo>
                  <a:lnTo>
                    <a:pt x="7315200" y="4267200"/>
                  </a:lnTo>
                  <a:lnTo>
                    <a:pt x="0" y="4267200"/>
                  </a:lnTo>
                  <a:close/>
                </a:path>
              </a:pathLst>
            </a:custGeom>
            <a:solidFill>
              <a:srgbClr val="1A1A35"/>
            </a:solidFill>
          </p:spPr>
        </p:sp>
        <p:sp>
          <p:nvSpPr>
            <p:cNvPr name="Freeform 13" id="13"/>
            <p:cNvSpPr/>
            <p:nvPr/>
          </p:nvSpPr>
          <p:spPr>
            <a:xfrm flipH="false" flipV="false" rot="0">
              <a:off x="0" y="0"/>
              <a:ext cx="7348982" cy="4300982"/>
            </a:xfrm>
            <a:custGeom>
              <a:avLst/>
              <a:gdLst/>
              <a:ahLst/>
              <a:cxnLst/>
              <a:rect r="r" b="b" t="t" l="l"/>
              <a:pathLst>
                <a:path h="4300982" w="7348982">
                  <a:moveTo>
                    <a:pt x="16891" y="0"/>
                  </a:moveTo>
                  <a:lnTo>
                    <a:pt x="7332091" y="0"/>
                  </a:lnTo>
                  <a:cubicBezTo>
                    <a:pt x="7341489" y="0"/>
                    <a:pt x="7348982" y="7620"/>
                    <a:pt x="7348982" y="16891"/>
                  </a:cubicBezTo>
                  <a:lnTo>
                    <a:pt x="7348982" y="4284091"/>
                  </a:lnTo>
                  <a:cubicBezTo>
                    <a:pt x="7348982" y="4293489"/>
                    <a:pt x="7341362" y="4300982"/>
                    <a:pt x="733209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7332091" y="4267200"/>
                  </a:lnTo>
                  <a:lnTo>
                    <a:pt x="7332091" y="4284091"/>
                  </a:lnTo>
                  <a:lnTo>
                    <a:pt x="7315200" y="4284091"/>
                  </a:lnTo>
                  <a:lnTo>
                    <a:pt x="7315200" y="16891"/>
                  </a:lnTo>
                  <a:lnTo>
                    <a:pt x="7332091" y="16891"/>
                  </a:lnTo>
                  <a:lnTo>
                    <a:pt x="7332091" y="33909"/>
                  </a:lnTo>
                  <a:lnTo>
                    <a:pt x="16891" y="33909"/>
                  </a:lnTo>
                  <a:close/>
                </a:path>
              </a:pathLst>
            </a:custGeom>
            <a:solidFill>
              <a:srgbClr val="7C6AF7"/>
            </a:solidFill>
          </p:spPr>
        </p:sp>
      </p:grpSp>
      <p:grpSp>
        <p:nvGrpSpPr>
          <p:cNvPr name="Group 14" id="14"/>
          <p:cNvGrpSpPr/>
          <p:nvPr/>
        </p:nvGrpSpPr>
        <p:grpSpPr>
          <a:xfrm rot="0">
            <a:off x="731520" y="3108960"/>
            <a:ext cx="1097280" cy="1097280"/>
            <a:chOff x="0" y="0"/>
            <a:chExt cx="1463040" cy="1463040"/>
          </a:xfrm>
        </p:grpSpPr>
        <p:sp>
          <p:nvSpPr>
            <p:cNvPr name="Freeform 15" id="15"/>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2">
                <a:alphaModFix amt="0"/>
              </a:blip>
              <a:stretch>
                <a:fillRect l="-78303" t="0" r="-78303" b="0"/>
              </a:stretch>
            </a:blipFill>
          </p:spPr>
        </p:sp>
        <p:sp>
          <p:nvSpPr>
            <p:cNvPr name="TextBox 16" id="16"/>
            <p:cNvSpPr txBox="true"/>
            <p:nvPr/>
          </p:nvSpPr>
          <p:spPr>
            <a:xfrm>
              <a:off x="0" y="-76200"/>
              <a:ext cx="1463040" cy="153924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17" id="17"/>
          <p:cNvGrpSpPr/>
          <p:nvPr/>
        </p:nvGrpSpPr>
        <p:grpSpPr>
          <a:xfrm rot="0">
            <a:off x="1920240" y="3108960"/>
            <a:ext cx="3840480" cy="1097280"/>
            <a:chOff x="0" y="0"/>
            <a:chExt cx="5120640" cy="1463040"/>
          </a:xfrm>
        </p:grpSpPr>
        <p:sp>
          <p:nvSpPr>
            <p:cNvPr name="Freeform 18" id="18"/>
            <p:cNvSpPr/>
            <p:nvPr/>
          </p:nvSpPr>
          <p:spPr>
            <a:xfrm flipH="false" flipV="false" rot="0">
              <a:off x="0" y="0"/>
              <a:ext cx="5120640" cy="1463040"/>
            </a:xfrm>
            <a:custGeom>
              <a:avLst/>
              <a:gdLst/>
              <a:ahLst/>
              <a:cxnLst/>
              <a:rect r="r" b="b" t="t" l="l"/>
              <a:pathLst>
                <a:path h="1463040" w="5120640">
                  <a:moveTo>
                    <a:pt x="0" y="0"/>
                  </a:moveTo>
                  <a:lnTo>
                    <a:pt x="5120640" y="0"/>
                  </a:lnTo>
                  <a:lnTo>
                    <a:pt x="5120640" y="1463040"/>
                  </a:lnTo>
                  <a:lnTo>
                    <a:pt x="0" y="1463040"/>
                  </a:lnTo>
                  <a:close/>
                </a:path>
              </a:pathLst>
            </a:custGeom>
            <a:blipFill>
              <a:blip r:embed="rId2">
                <a:alphaModFix amt="0"/>
              </a:blip>
              <a:stretch>
                <a:fillRect l="0" t="-18197" r="0" b="-18197"/>
              </a:stretch>
            </a:blipFill>
          </p:spPr>
        </p:sp>
        <p:sp>
          <p:nvSpPr>
            <p:cNvPr name="TextBox 19" id="19"/>
            <p:cNvSpPr txBox="true"/>
            <p:nvPr/>
          </p:nvSpPr>
          <p:spPr>
            <a:xfrm>
              <a:off x="0" y="-19050"/>
              <a:ext cx="5120640" cy="1482090"/>
            </a:xfrm>
            <a:prstGeom prst="rect">
              <a:avLst/>
            </a:prstGeom>
          </p:spPr>
          <p:txBody>
            <a:bodyPr anchor="ctr" rtlCol="false" tIns="0" lIns="0" bIns="0" rIns="0"/>
            <a:lstStyle/>
            <a:p>
              <a:pPr algn="l">
                <a:lnSpc>
                  <a:spcPts val="2640"/>
                </a:lnSpc>
              </a:pPr>
              <a:r>
                <a:rPr lang="en-US" sz="2200" b="true">
                  <a:solidFill>
                    <a:srgbClr val="7C6AF7"/>
                  </a:solidFill>
                  <a:latin typeface="Arial Bold"/>
                  <a:ea typeface="Arial Bold"/>
                  <a:cs typeface="Arial Bold"/>
                  <a:sym typeface="Arial Bold"/>
                </a:rPr>
                <a:t>CSRF Protection</a:t>
              </a:r>
            </a:p>
          </p:txBody>
        </p:sp>
      </p:grpSp>
      <p:grpSp>
        <p:nvGrpSpPr>
          <p:cNvPr name="Group 20" id="20"/>
          <p:cNvGrpSpPr/>
          <p:nvPr/>
        </p:nvGrpSpPr>
        <p:grpSpPr>
          <a:xfrm rot="0">
            <a:off x="731520" y="4297680"/>
            <a:ext cx="5120640" cy="1645920"/>
            <a:chOff x="0" y="0"/>
            <a:chExt cx="6827520" cy="2194560"/>
          </a:xfrm>
        </p:grpSpPr>
        <p:sp>
          <p:nvSpPr>
            <p:cNvPr name="Freeform 21" id="21"/>
            <p:cNvSpPr/>
            <p:nvPr/>
          </p:nvSpPr>
          <p:spPr>
            <a:xfrm flipH="false" flipV="false" rot="0">
              <a:off x="0" y="0"/>
              <a:ext cx="6827520" cy="2194560"/>
            </a:xfrm>
            <a:custGeom>
              <a:avLst/>
              <a:gdLst/>
              <a:ahLst/>
              <a:cxnLst/>
              <a:rect r="r" b="b" t="t" l="l"/>
              <a:pathLst>
                <a:path h="2194560" w="6827520">
                  <a:moveTo>
                    <a:pt x="0" y="0"/>
                  </a:moveTo>
                  <a:lnTo>
                    <a:pt x="6827520" y="0"/>
                  </a:lnTo>
                  <a:lnTo>
                    <a:pt x="6827520" y="2194560"/>
                  </a:lnTo>
                  <a:lnTo>
                    <a:pt x="0" y="2194560"/>
                  </a:lnTo>
                  <a:close/>
                </a:path>
              </a:pathLst>
            </a:custGeom>
            <a:blipFill>
              <a:blip r:embed="rId2">
                <a:alphaModFix amt="0"/>
              </a:blip>
              <a:stretch>
                <a:fillRect l="0" t="-10620" r="0" b="-10620"/>
              </a:stretch>
            </a:blipFill>
          </p:spPr>
        </p:sp>
        <p:sp>
          <p:nvSpPr>
            <p:cNvPr name="TextBox 22" id="22"/>
            <p:cNvSpPr txBox="true"/>
            <p:nvPr/>
          </p:nvSpPr>
          <p:spPr>
            <a:xfrm>
              <a:off x="0" y="-38100"/>
              <a:ext cx="6827520" cy="2232660"/>
            </a:xfrm>
            <a:prstGeom prst="rect">
              <a:avLst/>
            </a:prstGeom>
          </p:spPr>
          <p:txBody>
            <a:bodyPr anchor="ctr" rtlCol="false" tIns="0" lIns="0" bIns="0" rIns="0"/>
            <a:lstStyle/>
            <a:p>
              <a:pPr algn="l">
                <a:lnSpc>
                  <a:spcPts val="2280"/>
                </a:lnSpc>
              </a:pPr>
              <a:r>
                <a:rPr lang="en-US" sz="1900">
                  <a:solidFill>
                    <a:srgbClr val="8888A8"/>
                  </a:solidFill>
                  <a:latin typeface="Calibri (MS)"/>
                  <a:ea typeface="Calibri (MS)"/>
                  <a:cs typeface="Calibri (MS)"/>
                  <a:sym typeface="Calibri (MS)"/>
                </a:rPr>
                <a:t>Every form has a unique CSRF token generated by Django that prevents cross-site request forgery attacks from malicious websites.</a:t>
              </a:r>
            </a:p>
          </p:txBody>
        </p:sp>
      </p:grpSp>
      <p:grpSp>
        <p:nvGrpSpPr>
          <p:cNvPr name="Group 23" id="23"/>
          <p:cNvGrpSpPr/>
          <p:nvPr/>
        </p:nvGrpSpPr>
        <p:grpSpPr>
          <a:xfrm rot="0">
            <a:off x="6388103" y="2913383"/>
            <a:ext cx="5511803" cy="3225803"/>
            <a:chOff x="0" y="0"/>
            <a:chExt cx="7349071" cy="4301071"/>
          </a:xfrm>
        </p:grpSpPr>
        <p:sp>
          <p:nvSpPr>
            <p:cNvPr name="Freeform 24" id="24"/>
            <p:cNvSpPr/>
            <p:nvPr/>
          </p:nvSpPr>
          <p:spPr>
            <a:xfrm flipH="false" flipV="false" rot="0">
              <a:off x="16891" y="16891"/>
              <a:ext cx="7315200" cy="4267200"/>
            </a:xfrm>
            <a:custGeom>
              <a:avLst/>
              <a:gdLst/>
              <a:ahLst/>
              <a:cxnLst/>
              <a:rect r="r" b="b" t="t" l="l"/>
              <a:pathLst>
                <a:path h="4267200" w="7315200">
                  <a:moveTo>
                    <a:pt x="0" y="0"/>
                  </a:moveTo>
                  <a:lnTo>
                    <a:pt x="7315200" y="0"/>
                  </a:lnTo>
                  <a:lnTo>
                    <a:pt x="7315200" y="4267200"/>
                  </a:lnTo>
                  <a:lnTo>
                    <a:pt x="0" y="4267200"/>
                  </a:lnTo>
                  <a:close/>
                </a:path>
              </a:pathLst>
            </a:custGeom>
            <a:solidFill>
              <a:srgbClr val="1A1A35"/>
            </a:solidFill>
          </p:spPr>
        </p:sp>
        <p:sp>
          <p:nvSpPr>
            <p:cNvPr name="Freeform 25" id="25"/>
            <p:cNvSpPr/>
            <p:nvPr/>
          </p:nvSpPr>
          <p:spPr>
            <a:xfrm flipH="false" flipV="false" rot="0">
              <a:off x="0" y="0"/>
              <a:ext cx="7348982" cy="4300982"/>
            </a:xfrm>
            <a:custGeom>
              <a:avLst/>
              <a:gdLst/>
              <a:ahLst/>
              <a:cxnLst/>
              <a:rect r="r" b="b" t="t" l="l"/>
              <a:pathLst>
                <a:path h="4300982" w="7348982">
                  <a:moveTo>
                    <a:pt x="16891" y="0"/>
                  </a:moveTo>
                  <a:lnTo>
                    <a:pt x="7332091" y="0"/>
                  </a:lnTo>
                  <a:cubicBezTo>
                    <a:pt x="7341489" y="0"/>
                    <a:pt x="7348982" y="7620"/>
                    <a:pt x="7348982" y="16891"/>
                  </a:cubicBezTo>
                  <a:lnTo>
                    <a:pt x="7348982" y="4284091"/>
                  </a:lnTo>
                  <a:cubicBezTo>
                    <a:pt x="7348982" y="4293489"/>
                    <a:pt x="7341362" y="4300982"/>
                    <a:pt x="733209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7332091" y="4267200"/>
                  </a:lnTo>
                  <a:lnTo>
                    <a:pt x="7332091" y="4284091"/>
                  </a:lnTo>
                  <a:lnTo>
                    <a:pt x="7315200" y="4284091"/>
                  </a:lnTo>
                  <a:lnTo>
                    <a:pt x="7315200" y="16891"/>
                  </a:lnTo>
                  <a:lnTo>
                    <a:pt x="7332091" y="16891"/>
                  </a:lnTo>
                  <a:lnTo>
                    <a:pt x="7332091" y="33909"/>
                  </a:lnTo>
                  <a:lnTo>
                    <a:pt x="16891" y="33909"/>
                  </a:lnTo>
                  <a:close/>
                </a:path>
              </a:pathLst>
            </a:custGeom>
            <a:solidFill>
              <a:srgbClr val="F76A6A"/>
            </a:solidFill>
          </p:spPr>
        </p:sp>
      </p:grpSp>
      <p:grpSp>
        <p:nvGrpSpPr>
          <p:cNvPr name="Group 26" id="26"/>
          <p:cNvGrpSpPr/>
          <p:nvPr/>
        </p:nvGrpSpPr>
        <p:grpSpPr>
          <a:xfrm rot="0">
            <a:off x="6583680" y="3108960"/>
            <a:ext cx="1097280" cy="1097280"/>
            <a:chOff x="0" y="0"/>
            <a:chExt cx="1463040" cy="1463040"/>
          </a:xfrm>
        </p:grpSpPr>
        <p:sp>
          <p:nvSpPr>
            <p:cNvPr name="Freeform 27" id="27"/>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2">
                <a:alphaModFix amt="0"/>
              </a:blip>
              <a:stretch>
                <a:fillRect l="-78303" t="0" r="-78303" b="0"/>
              </a:stretch>
            </a:blipFill>
          </p:spPr>
        </p:sp>
        <p:sp>
          <p:nvSpPr>
            <p:cNvPr name="TextBox 28" id="28"/>
            <p:cNvSpPr txBox="true"/>
            <p:nvPr/>
          </p:nvSpPr>
          <p:spPr>
            <a:xfrm>
              <a:off x="0" y="-76200"/>
              <a:ext cx="1463040" cy="153924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29" id="29"/>
          <p:cNvGrpSpPr/>
          <p:nvPr/>
        </p:nvGrpSpPr>
        <p:grpSpPr>
          <a:xfrm rot="0">
            <a:off x="7772400" y="3108960"/>
            <a:ext cx="3840480" cy="1097280"/>
            <a:chOff x="0" y="0"/>
            <a:chExt cx="5120640" cy="1463040"/>
          </a:xfrm>
        </p:grpSpPr>
        <p:sp>
          <p:nvSpPr>
            <p:cNvPr name="Freeform 30" id="30"/>
            <p:cNvSpPr/>
            <p:nvPr/>
          </p:nvSpPr>
          <p:spPr>
            <a:xfrm flipH="false" flipV="false" rot="0">
              <a:off x="0" y="0"/>
              <a:ext cx="5120640" cy="1463040"/>
            </a:xfrm>
            <a:custGeom>
              <a:avLst/>
              <a:gdLst/>
              <a:ahLst/>
              <a:cxnLst/>
              <a:rect r="r" b="b" t="t" l="l"/>
              <a:pathLst>
                <a:path h="1463040" w="5120640">
                  <a:moveTo>
                    <a:pt x="0" y="0"/>
                  </a:moveTo>
                  <a:lnTo>
                    <a:pt x="5120640" y="0"/>
                  </a:lnTo>
                  <a:lnTo>
                    <a:pt x="5120640" y="1463040"/>
                  </a:lnTo>
                  <a:lnTo>
                    <a:pt x="0" y="1463040"/>
                  </a:lnTo>
                  <a:close/>
                </a:path>
              </a:pathLst>
            </a:custGeom>
            <a:blipFill>
              <a:blip r:embed="rId2">
                <a:alphaModFix amt="0"/>
              </a:blip>
              <a:stretch>
                <a:fillRect l="0" t="-18197" r="0" b="-18197"/>
              </a:stretch>
            </a:blipFill>
          </p:spPr>
        </p:sp>
        <p:sp>
          <p:nvSpPr>
            <p:cNvPr name="TextBox 31" id="31"/>
            <p:cNvSpPr txBox="true"/>
            <p:nvPr/>
          </p:nvSpPr>
          <p:spPr>
            <a:xfrm>
              <a:off x="0" y="-19050"/>
              <a:ext cx="5120640" cy="1482090"/>
            </a:xfrm>
            <a:prstGeom prst="rect">
              <a:avLst/>
            </a:prstGeom>
          </p:spPr>
          <p:txBody>
            <a:bodyPr anchor="ctr" rtlCol="false" tIns="0" lIns="0" bIns="0" rIns="0"/>
            <a:lstStyle/>
            <a:p>
              <a:pPr algn="l">
                <a:lnSpc>
                  <a:spcPts val="2640"/>
                </a:lnSpc>
              </a:pPr>
              <a:r>
                <a:rPr lang="en-US" sz="2200" b="true">
                  <a:solidFill>
                    <a:srgbClr val="F76A6A"/>
                  </a:solidFill>
                  <a:latin typeface="Arial Bold"/>
                  <a:ea typeface="Arial Bold"/>
                  <a:cs typeface="Arial Bold"/>
                  <a:sym typeface="Arial Bold"/>
                </a:rPr>
                <a:t>Password Hashing</a:t>
              </a:r>
            </a:p>
          </p:txBody>
        </p:sp>
      </p:grpSp>
      <p:grpSp>
        <p:nvGrpSpPr>
          <p:cNvPr name="Group 32" id="32"/>
          <p:cNvGrpSpPr/>
          <p:nvPr/>
        </p:nvGrpSpPr>
        <p:grpSpPr>
          <a:xfrm rot="0">
            <a:off x="6583680" y="4297680"/>
            <a:ext cx="5120640" cy="1645920"/>
            <a:chOff x="0" y="0"/>
            <a:chExt cx="6827520" cy="2194560"/>
          </a:xfrm>
        </p:grpSpPr>
        <p:sp>
          <p:nvSpPr>
            <p:cNvPr name="Freeform 33" id="33"/>
            <p:cNvSpPr/>
            <p:nvPr/>
          </p:nvSpPr>
          <p:spPr>
            <a:xfrm flipH="false" flipV="false" rot="0">
              <a:off x="0" y="0"/>
              <a:ext cx="6827520" cy="2194560"/>
            </a:xfrm>
            <a:custGeom>
              <a:avLst/>
              <a:gdLst/>
              <a:ahLst/>
              <a:cxnLst/>
              <a:rect r="r" b="b" t="t" l="l"/>
              <a:pathLst>
                <a:path h="2194560" w="6827520">
                  <a:moveTo>
                    <a:pt x="0" y="0"/>
                  </a:moveTo>
                  <a:lnTo>
                    <a:pt x="6827520" y="0"/>
                  </a:lnTo>
                  <a:lnTo>
                    <a:pt x="6827520" y="2194560"/>
                  </a:lnTo>
                  <a:lnTo>
                    <a:pt x="0" y="2194560"/>
                  </a:lnTo>
                  <a:close/>
                </a:path>
              </a:pathLst>
            </a:custGeom>
            <a:blipFill>
              <a:blip r:embed="rId2">
                <a:alphaModFix amt="0"/>
              </a:blip>
              <a:stretch>
                <a:fillRect l="0" t="-10620" r="0" b="-10620"/>
              </a:stretch>
            </a:blipFill>
          </p:spPr>
        </p:sp>
        <p:sp>
          <p:nvSpPr>
            <p:cNvPr name="TextBox 34" id="34"/>
            <p:cNvSpPr txBox="true"/>
            <p:nvPr/>
          </p:nvSpPr>
          <p:spPr>
            <a:xfrm>
              <a:off x="0" y="-38100"/>
              <a:ext cx="6827520" cy="2232660"/>
            </a:xfrm>
            <a:prstGeom prst="rect">
              <a:avLst/>
            </a:prstGeom>
          </p:spPr>
          <p:txBody>
            <a:bodyPr anchor="ctr" rtlCol="false" tIns="0" lIns="0" bIns="0" rIns="0"/>
            <a:lstStyle/>
            <a:p>
              <a:pPr algn="l">
                <a:lnSpc>
                  <a:spcPts val="2280"/>
                </a:lnSpc>
              </a:pPr>
              <a:r>
                <a:rPr lang="en-US" sz="1900">
                  <a:solidFill>
                    <a:srgbClr val="8888A8"/>
                  </a:solidFill>
                  <a:latin typeface="Calibri (MS)"/>
                  <a:ea typeface="Calibri (MS)"/>
                  <a:cs typeface="Calibri (MS)"/>
                  <a:sym typeface="Calibri (MS)"/>
                </a:rPr>
                <a:t>User passwords are never stored in plain text. Django uses PBKDF2 algorithm with SHA256 to securely hash all passwords.</a:t>
              </a:r>
            </a:p>
          </p:txBody>
        </p:sp>
      </p:grpSp>
      <p:grpSp>
        <p:nvGrpSpPr>
          <p:cNvPr name="Group 35" id="35"/>
          <p:cNvGrpSpPr/>
          <p:nvPr/>
        </p:nvGrpSpPr>
        <p:grpSpPr>
          <a:xfrm rot="0">
            <a:off x="12240263" y="2913383"/>
            <a:ext cx="5511803" cy="3225803"/>
            <a:chOff x="0" y="0"/>
            <a:chExt cx="7349071" cy="4301071"/>
          </a:xfrm>
        </p:grpSpPr>
        <p:sp>
          <p:nvSpPr>
            <p:cNvPr name="Freeform 36" id="36"/>
            <p:cNvSpPr/>
            <p:nvPr/>
          </p:nvSpPr>
          <p:spPr>
            <a:xfrm flipH="false" flipV="false" rot="0">
              <a:off x="16891" y="16891"/>
              <a:ext cx="7315200" cy="4267200"/>
            </a:xfrm>
            <a:custGeom>
              <a:avLst/>
              <a:gdLst/>
              <a:ahLst/>
              <a:cxnLst/>
              <a:rect r="r" b="b" t="t" l="l"/>
              <a:pathLst>
                <a:path h="4267200" w="7315200">
                  <a:moveTo>
                    <a:pt x="0" y="0"/>
                  </a:moveTo>
                  <a:lnTo>
                    <a:pt x="7315200" y="0"/>
                  </a:lnTo>
                  <a:lnTo>
                    <a:pt x="7315200" y="4267200"/>
                  </a:lnTo>
                  <a:lnTo>
                    <a:pt x="0" y="4267200"/>
                  </a:lnTo>
                  <a:close/>
                </a:path>
              </a:pathLst>
            </a:custGeom>
            <a:solidFill>
              <a:srgbClr val="1A1A35"/>
            </a:solidFill>
          </p:spPr>
        </p:sp>
        <p:sp>
          <p:nvSpPr>
            <p:cNvPr name="Freeform 37" id="37"/>
            <p:cNvSpPr/>
            <p:nvPr/>
          </p:nvSpPr>
          <p:spPr>
            <a:xfrm flipH="false" flipV="false" rot="0">
              <a:off x="0" y="0"/>
              <a:ext cx="7348982" cy="4300982"/>
            </a:xfrm>
            <a:custGeom>
              <a:avLst/>
              <a:gdLst/>
              <a:ahLst/>
              <a:cxnLst/>
              <a:rect r="r" b="b" t="t" l="l"/>
              <a:pathLst>
                <a:path h="4300982" w="7348982">
                  <a:moveTo>
                    <a:pt x="16891" y="0"/>
                  </a:moveTo>
                  <a:lnTo>
                    <a:pt x="7332091" y="0"/>
                  </a:lnTo>
                  <a:cubicBezTo>
                    <a:pt x="7341489" y="0"/>
                    <a:pt x="7348982" y="7620"/>
                    <a:pt x="7348982" y="16891"/>
                  </a:cubicBezTo>
                  <a:lnTo>
                    <a:pt x="7348982" y="4284091"/>
                  </a:lnTo>
                  <a:cubicBezTo>
                    <a:pt x="7348982" y="4293489"/>
                    <a:pt x="7341362" y="4300982"/>
                    <a:pt x="733209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7332091" y="4267200"/>
                  </a:lnTo>
                  <a:lnTo>
                    <a:pt x="7332091" y="4284091"/>
                  </a:lnTo>
                  <a:lnTo>
                    <a:pt x="7315200" y="4284091"/>
                  </a:lnTo>
                  <a:lnTo>
                    <a:pt x="7315200" y="16891"/>
                  </a:lnTo>
                  <a:lnTo>
                    <a:pt x="7332091" y="16891"/>
                  </a:lnTo>
                  <a:lnTo>
                    <a:pt x="7332091" y="33909"/>
                  </a:lnTo>
                  <a:lnTo>
                    <a:pt x="16891" y="33909"/>
                  </a:lnTo>
                  <a:close/>
                </a:path>
              </a:pathLst>
            </a:custGeom>
            <a:solidFill>
              <a:srgbClr val="6AF7C4"/>
            </a:solidFill>
          </p:spPr>
        </p:sp>
      </p:grpSp>
      <p:grpSp>
        <p:nvGrpSpPr>
          <p:cNvPr name="Group 38" id="38"/>
          <p:cNvGrpSpPr/>
          <p:nvPr/>
        </p:nvGrpSpPr>
        <p:grpSpPr>
          <a:xfrm rot="0">
            <a:off x="12435840" y="3108960"/>
            <a:ext cx="1097280" cy="1097280"/>
            <a:chOff x="0" y="0"/>
            <a:chExt cx="1463040" cy="1463040"/>
          </a:xfrm>
        </p:grpSpPr>
        <p:sp>
          <p:nvSpPr>
            <p:cNvPr name="Freeform 39" id="39"/>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2">
                <a:alphaModFix amt="0"/>
              </a:blip>
              <a:stretch>
                <a:fillRect l="-78303" t="0" r="-78303" b="0"/>
              </a:stretch>
            </a:blipFill>
          </p:spPr>
        </p:sp>
        <p:sp>
          <p:nvSpPr>
            <p:cNvPr name="TextBox 40" id="40"/>
            <p:cNvSpPr txBox="true"/>
            <p:nvPr/>
          </p:nvSpPr>
          <p:spPr>
            <a:xfrm>
              <a:off x="0" y="-76200"/>
              <a:ext cx="1463040" cy="153924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41" id="41"/>
          <p:cNvGrpSpPr/>
          <p:nvPr/>
        </p:nvGrpSpPr>
        <p:grpSpPr>
          <a:xfrm rot="0">
            <a:off x="13624560" y="3108960"/>
            <a:ext cx="3840480" cy="1097280"/>
            <a:chOff x="0" y="0"/>
            <a:chExt cx="5120640" cy="1463040"/>
          </a:xfrm>
        </p:grpSpPr>
        <p:sp>
          <p:nvSpPr>
            <p:cNvPr name="Freeform 42" id="42"/>
            <p:cNvSpPr/>
            <p:nvPr/>
          </p:nvSpPr>
          <p:spPr>
            <a:xfrm flipH="false" flipV="false" rot="0">
              <a:off x="0" y="0"/>
              <a:ext cx="5120640" cy="1463040"/>
            </a:xfrm>
            <a:custGeom>
              <a:avLst/>
              <a:gdLst/>
              <a:ahLst/>
              <a:cxnLst/>
              <a:rect r="r" b="b" t="t" l="l"/>
              <a:pathLst>
                <a:path h="1463040" w="5120640">
                  <a:moveTo>
                    <a:pt x="0" y="0"/>
                  </a:moveTo>
                  <a:lnTo>
                    <a:pt x="5120640" y="0"/>
                  </a:lnTo>
                  <a:lnTo>
                    <a:pt x="5120640" y="1463040"/>
                  </a:lnTo>
                  <a:lnTo>
                    <a:pt x="0" y="1463040"/>
                  </a:lnTo>
                  <a:close/>
                </a:path>
              </a:pathLst>
            </a:custGeom>
            <a:blipFill>
              <a:blip r:embed="rId2">
                <a:alphaModFix amt="0"/>
              </a:blip>
              <a:stretch>
                <a:fillRect l="0" t="-18197" r="0" b="-18197"/>
              </a:stretch>
            </a:blipFill>
          </p:spPr>
        </p:sp>
        <p:sp>
          <p:nvSpPr>
            <p:cNvPr name="TextBox 43" id="43"/>
            <p:cNvSpPr txBox="true"/>
            <p:nvPr/>
          </p:nvSpPr>
          <p:spPr>
            <a:xfrm>
              <a:off x="0" y="-19050"/>
              <a:ext cx="5120640" cy="1482090"/>
            </a:xfrm>
            <a:prstGeom prst="rect">
              <a:avLst/>
            </a:prstGeom>
          </p:spPr>
          <p:txBody>
            <a:bodyPr anchor="ctr" rtlCol="false" tIns="0" lIns="0" bIns="0" rIns="0"/>
            <a:lstStyle/>
            <a:p>
              <a:pPr algn="l">
                <a:lnSpc>
                  <a:spcPts val="2640"/>
                </a:lnSpc>
              </a:pPr>
              <a:r>
                <a:rPr lang="en-US" sz="2200" b="true">
                  <a:solidFill>
                    <a:srgbClr val="6AF7C4"/>
                  </a:solidFill>
                  <a:latin typeface="Arial Bold"/>
                  <a:ea typeface="Arial Bold"/>
                  <a:cs typeface="Arial Bold"/>
                  <a:sym typeface="Arial Bold"/>
                </a:rPr>
                <a:t>Session Management</a:t>
              </a:r>
            </a:p>
          </p:txBody>
        </p:sp>
      </p:grpSp>
      <p:grpSp>
        <p:nvGrpSpPr>
          <p:cNvPr name="Group 44" id="44"/>
          <p:cNvGrpSpPr/>
          <p:nvPr/>
        </p:nvGrpSpPr>
        <p:grpSpPr>
          <a:xfrm rot="0">
            <a:off x="12435840" y="4297680"/>
            <a:ext cx="5120640" cy="1645920"/>
            <a:chOff x="0" y="0"/>
            <a:chExt cx="6827520" cy="2194560"/>
          </a:xfrm>
        </p:grpSpPr>
        <p:sp>
          <p:nvSpPr>
            <p:cNvPr name="Freeform 45" id="45"/>
            <p:cNvSpPr/>
            <p:nvPr/>
          </p:nvSpPr>
          <p:spPr>
            <a:xfrm flipH="false" flipV="false" rot="0">
              <a:off x="0" y="0"/>
              <a:ext cx="6827520" cy="2194560"/>
            </a:xfrm>
            <a:custGeom>
              <a:avLst/>
              <a:gdLst/>
              <a:ahLst/>
              <a:cxnLst/>
              <a:rect r="r" b="b" t="t" l="l"/>
              <a:pathLst>
                <a:path h="2194560" w="6827520">
                  <a:moveTo>
                    <a:pt x="0" y="0"/>
                  </a:moveTo>
                  <a:lnTo>
                    <a:pt x="6827520" y="0"/>
                  </a:lnTo>
                  <a:lnTo>
                    <a:pt x="6827520" y="2194560"/>
                  </a:lnTo>
                  <a:lnTo>
                    <a:pt x="0" y="2194560"/>
                  </a:lnTo>
                  <a:close/>
                </a:path>
              </a:pathLst>
            </a:custGeom>
            <a:blipFill>
              <a:blip r:embed="rId2">
                <a:alphaModFix amt="0"/>
              </a:blip>
              <a:stretch>
                <a:fillRect l="0" t="-10620" r="0" b="-10620"/>
              </a:stretch>
            </a:blipFill>
          </p:spPr>
        </p:sp>
        <p:sp>
          <p:nvSpPr>
            <p:cNvPr name="TextBox 46" id="46"/>
            <p:cNvSpPr txBox="true"/>
            <p:nvPr/>
          </p:nvSpPr>
          <p:spPr>
            <a:xfrm>
              <a:off x="0" y="-38100"/>
              <a:ext cx="6827520" cy="2232660"/>
            </a:xfrm>
            <a:prstGeom prst="rect">
              <a:avLst/>
            </a:prstGeom>
          </p:spPr>
          <p:txBody>
            <a:bodyPr anchor="ctr" rtlCol="false" tIns="0" lIns="0" bIns="0" rIns="0"/>
            <a:lstStyle/>
            <a:p>
              <a:pPr algn="l">
                <a:lnSpc>
                  <a:spcPts val="2280"/>
                </a:lnSpc>
              </a:pPr>
              <a:r>
                <a:rPr lang="en-US" sz="1900">
                  <a:solidFill>
                    <a:srgbClr val="8888A8"/>
                  </a:solidFill>
                  <a:latin typeface="Calibri (MS)"/>
                  <a:ea typeface="Calibri (MS)"/>
                  <a:cs typeface="Calibri (MS)"/>
                  <a:sym typeface="Calibri (MS)"/>
                </a:rPr>
                <a:t>Django creates encrypted session cookies after login. Sessions expire automatically and are stored server-side, not in the browser.</a:t>
              </a:r>
            </a:p>
          </p:txBody>
        </p:sp>
      </p:grpSp>
      <p:grpSp>
        <p:nvGrpSpPr>
          <p:cNvPr name="Group 47" id="47"/>
          <p:cNvGrpSpPr/>
          <p:nvPr/>
        </p:nvGrpSpPr>
        <p:grpSpPr>
          <a:xfrm rot="0">
            <a:off x="535943" y="6479543"/>
            <a:ext cx="5511803" cy="3225803"/>
            <a:chOff x="0" y="0"/>
            <a:chExt cx="7349071" cy="4301071"/>
          </a:xfrm>
        </p:grpSpPr>
        <p:sp>
          <p:nvSpPr>
            <p:cNvPr name="Freeform 48" id="48"/>
            <p:cNvSpPr/>
            <p:nvPr/>
          </p:nvSpPr>
          <p:spPr>
            <a:xfrm flipH="false" flipV="false" rot="0">
              <a:off x="16891" y="16891"/>
              <a:ext cx="7315200" cy="4267200"/>
            </a:xfrm>
            <a:custGeom>
              <a:avLst/>
              <a:gdLst/>
              <a:ahLst/>
              <a:cxnLst/>
              <a:rect r="r" b="b" t="t" l="l"/>
              <a:pathLst>
                <a:path h="4267200" w="7315200">
                  <a:moveTo>
                    <a:pt x="0" y="0"/>
                  </a:moveTo>
                  <a:lnTo>
                    <a:pt x="7315200" y="0"/>
                  </a:lnTo>
                  <a:lnTo>
                    <a:pt x="7315200" y="4267200"/>
                  </a:lnTo>
                  <a:lnTo>
                    <a:pt x="0" y="4267200"/>
                  </a:lnTo>
                  <a:close/>
                </a:path>
              </a:pathLst>
            </a:custGeom>
            <a:solidFill>
              <a:srgbClr val="1A1A35"/>
            </a:solidFill>
          </p:spPr>
        </p:sp>
        <p:sp>
          <p:nvSpPr>
            <p:cNvPr name="Freeform 49" id="49"/>
            <p:cNvSpPr/>
            <p:nvPr/>
          </p:nvSpPr>
          <p:spPr>
            <a:xfrm flipH="false" flipV="false" rot="0">
              <a:off x="0" y="0"/>
              <a:ext cx="7348982" cy="4300982"/>
            </a:xfrm>
            <a:custGeom>
              <a:avLst/>
              <a:gdLst/>
              <a:ahLst/>
              <a:cxnLst/>
              <a:rect r="r" b="b" t="t" l="l"/>
              <a:pathLst>
                <a:path h="4300982" w="7348982">
                  <a:moveTo>
                    <a:pt x="16891" y="0"/>
                  </a:moveTo>
                  <a:lnTo>
                    <a:pt x="7332091" y="0"/>
                  </a:lnTo>
                  <a:cubicBezTo>
                    <a:pt x="7341489" y="0"/>
                    <a:pt x="7348982" y="7620"/>
                    <a:pt x="7348982" y="16891"/>
                  </a:cubicBezTo>
                  <a:lnTo>
                    <a:pt x="7348982" y="4284091"/>
                  </a:lnTo>
                  <a:cubicBezTo>
                    <a:pt x="7348982" y="4293489"/>
                    <a:pt x="7341362" y="4300982"/>
                    <a:pt x="733209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7332091" y="4267200"/>
                  </a:lnTo>
                  <a:lnTo>
                    <a:pt x="7332091" y="4284091"/>
                  </a:lnTo>
                  <a:lnTo>
                    <a:pt x="7315200" y="4284091"/>
                  </a:lnTo>
                  <a:lnTo>
                    <a:pt x="7315200" y="16891"/>
                  </a:lnTo>
                  <a:lnTo>
                    <a:pt x="7332091" y="16891"/>
                  </a:lnTo>
                  <a:lnTo>
                    <a:pt x="7332091" y="33909"/>
                  </a:lnTo>
                  <a:lnTo>
                    <a:pt x="16891" y="33909"/>
                  </a:lnTo>
                  <a:close/>
                </a:path>
              </a:pathLst>
            </a:custGeom>
            <a:solidFill>
              <a:srgbClr val="F7C46A"/>
            </a:solidFill>
          </p:spPr>
        </p:sp>
      </p:grpSp>
      <p:grpSp>
        <p:nvGrpSpPr>
          <p:cNvPr name="Group 50" id="50"/>
          <p:cNvGrpSpPr/>
          <p:nvPr/>
        </p:nvGrpSpPr>
        <p:grpSpPr>
          <a:xfrm rot="0">
            <a:off x="731520" y="6675120"/>
            <a:ext cx="1097280" cy="1097280"/>
            <a:chOff x="0" y="0"/>
            <a:chExt cx="1463040" cy="1463040"/>
          </a:xfrm>
        </p:grpSpPr>
        <p:sp>
          <p:nvSpPr>
            <p:cNvPr name="Freeform 51" id="51"/>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2">
                <a:alphaModFix amt="0"/>
              </a:blip>
              <a:stretch>
                <a:fillRect l="-78303" t="0" r="-78303" b="0"/>
              </a:stretch>
            </a:blipFill>
          </p:spPr>
        </p:sp>
        <p:sp>
          <p:nvSpPr>
            <p:cNvPr name="TextBox 52" id="52"/>
            <p:cNvSpPr txBox="true"/>
            <p:nvPr/>
          </p:nvSpPr>
          <p:spPr>
            <a:xfrm>
              <a:off x="0" y="-76200"/>
              <a:ext cx="1463040" cy="153924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53" id="53"/>
          <p:cNvGrpSpPr/>
          <p:nvPr/>
        </p:nvGrpSpPr>
        <p:grpSpPr>
          <a:xfrm rot="0">
            <a:off x="1920240" y="6675120"/>
            <a:ext cx="3840480" cy="1097280"/>
            <a:chOff x="0" y="0"/>
            <a:chExt cx="5120640" cy="1463040"/>
          </a:xfrm>
        </p:grpSpPr>
        <p:sp>
          <p:nvSpPr>
            <p:cNvPr name="Freeform 54" id="54"/>
            <p:cNvSpPr/>
            <p:nvPr/>
          </p:nvSpPr>
          <p:spPr>
            <a:xfrm flipH="false" flipV="false" rot="0">
              <a:off x="0" y="0"/>
              <a:ext cx="5120640" cy="1463040"/>
            </a:xfrm>
            <a:custGeom>
              <a:avLst/>
              <a:gdLst/>
              <a:ahLst/>
              <a:cxnLst/>
              <a:rect r="r" b="b" t="t" l="l"/>
              <a:pathLst>
                <a:path h="1463040" w="5120640">
                  <a:moveTo>
                    <a:pt x="0" y="0"/>
                  </a:moveTo>
                  <a:lnTo>
                    <a:pt x="5120640" y="0"/>
                  </a:lnTo>
                  <a:lnTo>
                    <a:pt x="5120640" y="1463040"/>
                  </a:lnTo>
                  <a:lnTo>
                    <a:pt x="0" y="1463040"/>
                  </a:lnTo>
                  <a:close/>
                </a:path>
              </a:pathLst>
            </a:custGeom>
            <a:blipFill>
              <a:blip r:embed="rId2">
                <a:alphaModFix amt="0"/>
              </a:blip>
              <a:stretch>
                <a:fillRect l="0" t="-18197" r="0" b="-18197"/>
              </a:stretch>
            </a:blipFill>
          </p:spPr>
        </p:sp>
        <p:sp>
          <p:nvSpPr>
            <p:cNvPr name="TextBox 55" id="55"/>
            <p:cNvSpPr txBox="true"/>
            <p:nvPr/>
          </p:nvSpPr>
          <p:spPr>
            <a:xfrm>
              <a:off x="0" y="-19050"/>
              <a:ext cx="5120640" cy="1482090"/>
            </a:xfrm>
            <a:prstGeom prst="rect">
              <a:avLst/>
            </a:prstGeom>
          </p:spPr>
          <p:txBody>
            <a:bodyPr anchor="ctr" rtlCol="false" tIns="0" lIns="0" bIns="0" rIns="0"/>
            <a:lstStyle/>
            <a:p>
              <a:pPr algn="l">
                <a:lnSpc>
                  <a:spcPts val="2640"/>
                </a:lnSpc>
              </a:pPr>
              <a:r>
                <a:rPr lang="en-US" sz="2200" b="true">
                  <a:solidFill>
                    <a:srgbClr val="F7C46A"/>
                  </a:solidFill>
                  <a:latin typeface="Arial Bold"/>
                  <a:ea typeface="Arial Bold"/>
                  <a:cs typeface="Arial Bold"/>
                  <a:sym typeface="Arial Bold"/>
                </a:rPr>
                <a:t>User Data Isolation</a:t>
              </a:r>
            </a:p>
          </p:txBody>
        </p:sp>
      </p:grpSp>
      <p:grpSp>
        <p:nvGrpSpPr>
          <p:cNvPr name="Group 56" id="56"/>
          <p:cNvGrpSpPr/>
          <p:nvPr/>
        </p:nvGrpSpPr>
        <p:grpSpPr>
          <a:xfrm rot="0">
            <a:off x="731520" y="7863840"/>
            <a:ext cx="5120640" cy="1645920"/>
            <a:chOff x="0" y="0"/>
            <a:chExt cx="6827520" cy="2194560"/>
          </a:xfrm>
        </p:grpSpPr>
        <p:sp>
          <p:nvSpPr>
            <p:cNvPr name="Freeform 57" id="57"/>
            <p:cNvSpPr/>
            <p:nvPr/>
          </p:nvSpPr>
          <p:spPr>
            <a:xfrm flipH="false" flipV="false" rot="0">
              <a:off x="0" y="0"/>
              <a:ext cx="6827520" cy="2194560"/>
            </a:xfrm>
            <a:custGeom>
              <a:avLst/>
              <a:gdLst/>
              <a:ahLst/>
              <a:cxnLst/>
              <a:rect r="r" b="b" t="t" l="l"/>
              <a:pathLst>
                <a:path h="2194560" w="6827520">
                  <a:moveTo>
                    <a:pt x="0" y="0"/>
                  </a:moveTo>
                  <a:lnTo>
                    <a:pt x="6827520" y="0"/>
                  </a:lnTo>
                  <a:lnTo>
                    <a:pt x="6827520" y="2194560"/>
                  </a:lnTo>
                  <a:lnTo>
                    <a:pt x="0" y="2194560"/>
                  </a:lnTo>
                  <a:close/>
                </a:path>
              </a:pathLst>
            </a:custGeom>
            <a:blipFill>
              <a:blip r:embed="rId2">
                <a:alphaModFix amt="0"/>
              </a:blip>
              <a:stretch>
                <a:fillRect l="0" t="-10620" r="0" b="-10620"/>
              </a:stretch>
            </a:blipFill>
          </p:spPr>
        </p:sp>
        <p:sp>
          <p:nvSpPr>
            <p:cNvPr name="TextBox 58" id="58"/>
            <p:cNvSpPr txBox="true"/>
            <p:nvPr/>
          </p:nvSpPr>
          <p:spPr>
            <a:xfrm>
              <a:off x="0" y="-38100"/>
              <a:ext cx="6827520" cy="2232660"/>
            </a:xfrm>
            <a:prstGeom prst="rect">
              <a:avLst/>
            </a:prstGeom>
          </p:spPr>
          <p:txBody>
            <a:bodyPr anchor="ctr" rtlCol="false" tIns="0" lIns="0" bIns="0" rIns="0"/>
            <a:lstStyle/>
            <a:p>
              <a:pPr algn="l">
                <a:lnSpc>
                  <a:spcPts val="2280"/>
                </a:lnSpc>
              </a:pPr>
              <a:r>
                <a:rPr lang="en-US" sz="1900">
                  <a:solidFill>
                    <a:srgbClr val="8888A8"/>
                  </a:solidFill>
                  <a:latin typeface="Calibri (MS)"/>
                  <a:ea typeface="Calibri (MS)"/>
                  <a:cs typeface="Calibri (MS)"/>
                  <a:sym typeface="Calibri (MS)"/>
                </a:rPr>
                <a:t>Every database query filters by request.user ensuring complete data privacy. Users can never access or modify other users' content.</a:t>
              </a:r>
            </a:p>
          </p:txBody>
        </p:sp>
      </p:grpSp>
      <p:grpSp>
        <p:nvGrpSpPr>
          <p:cNvPr name="Group 59" id="59"/>
          <p:cNvGrpSpPr/>
          <p:nvPr/>
        </p:nvGrpSpPr>
        <p:grpSpPr>
          <a:xfrm rot="0">
            <a:off x="6388103" y="6479543"/>
            <a:ext cx="5511803" cy="3225803"/>
            <a:chOff x="0" y="0"/>
            <a:chExt cx="7349071" cy="4301071"/>
          </a:xfrm>
        </p:grpSpPr>
        <p:sp>
          <p:nvSpPr>
            <p:cNvPr name="Freeform 60" id="60"/>
            <p:cNvSpPr/>
            <p:nvPr/>
          </p:nvSpPr>
          <p:spPr>
            <a:xfrm flipH="false" flipV="false" rot="0">
              <a:off x="16891" y="16891"/>
              <a:ext cx="7315200" cy="4267200"/>
            </a:xfrm>
            <a:custGeom>
              <a:avLst/>
              <a:gdLst/>
              <a:ahLst/>
              <a:cxnLst/>
              <a:rect r="r" b="b" t="t" l="l"/>
              <a:pathLst>
                <a:path h="4267200" w="7315200">
                  <a:moveTo>
                    <a:pt x="0" y="0"/>
                  </a:moveTo>
                  <a:lnTo>
                    <a:pt x="7315200" y="0"/>
                  </a:lnTo>
                  <a:lnTo>
                    <a:pt x="7315200" y="4267200"/>
                  </a:lnTo>
                  <a:lnTo>
                    <a:pt x="0" y="4267200"/>
                  </a:lnTo>
                  <a:close/>
                </a:path>
              </a:pathLst>
            </a:custGeom>
            <a:solidFill>
              <a:srgbClr val="1A1A35"/>
            </a:solidFill>
          </p:spPr>
        </p:sp>
        <p:sp>
          <p:nvSpPr>
            <p:cNvPr name="Freeform 61" id="61"/>
            <p:cNvSpPr/>
            <p:nvPr/>
          </p:nvSpPr>
          <p:spPr>
            <a:xfrm flipH="false" flipV="false" rot="0">
              <a:off x="0" y="0"/>
              <a:ext cx="7348982" cy="4300982"/>
            </a:xfrm>
            <a:custGeom>
              <a:avLst/>
              <a:gdLst/>
              <a:ahLst/>
              <a:cxnLst/>
              <a:rect r="r" b="b" t="t" l="l"/>
              <a:pathLst>
                <a:path h="4300982" w="7348982">
                  <a:moveTo>
                    <a:pt x="16891" y="0"/>
                  </a:moveTo>
                  <a:lnTo>
                    <a:pt x="7332091" y="0"/>
                  </a:lnTo>
                  <a:cubicBezTo>
                    <a:pt x="7341489" y="0"/>
                    <a:pt x="7348982" y="7620"/>
                    <a:pt x="7348982" y="16891"/>
                  </a:cubicBezTo>
                  <a:lnTo>
                    <a:pt x="7348982" y="4284091"/>
                  </a:lnTo>
                  <a:cubicBezTo>
                    <a:pt x="7348982" y="4293489"/>
                    <a:pt x="7341362" y="4300982"/>
                    <a:pt x="733209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7332091" y="4267200"/>
                  </a:lnTo>
                  <a:lnTo>
                    <a:pt x="7332091" y="4284091"/>
                  </a:lnTo>
                  <a:lnTo>
                    <a:pt x="7315200" y="4284091"/>
                  </a:lnTo>
                  <a:lnTo>
                    <a:pt x="7315200" y="16891"/>
                  </a:lnTo>
                  <a:lnTo>
                    <a:pt x="7332091" y="16891"/>
                  </a:lnTo>
                  <a:lnTo>
                    <a:pt x="7332091" y="33909"/>
                  </a:lnTo>
                  <a:lnTo>
                    <a:pt x="16891" y="33909"/>
                  </a:lnTo>
                  <a:close/>
                </a:path>
              </a:pathLst>
            </a:custGeom>
            <a:solidFill>
              <a:srgbClr val="7C6AF7"/>
            </a:solidFill>
          </p:spPr>
        </p:sp>
      </p:grpSp>
      <p:grpSp>
        <p:nvGrpSpPr>
          <p:cNvPr name="Group 62" id="62"/>
          <p:cNvGrpSpPr/>
          <p:nvPr/>
        </p:nvGrpSpPr>
        <p:grpSpPr>
          <a:xfrm rot="0">
            <a:off x="6583680" y="6675120"/>
            <a:ext cx="1097280" cy="1097280"/>
            <a:chOff x="0" y="0"/>
            <a:chExt cx="1463040" cy="1463040"/>
          </a:xfrm>
        </p:grpSpPr>
        <p:sp>
          <p:nvSpPr>
            <p:cNvPr name="Freeform 63" id="63"/>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2">
                <a:alphaModFix amt="0"/>
              </a:blip>
              <a:stretch>
                <a:fillRect l="-78303" t="0" r="-78303" b="0"/>
              </a:stretch>
            </a:blipFill>
          </p:spPr>
        </p:sp>
        <p:sp>
          <p:nvSpPr>
            <p:cNvPr name="TextBox 64" id="64"/>
            <p:cNvSpPr txBox="true"/>
            <p:nvPr/>
          </p:nvSpPr>
          <p:spPr>
            <a:xfrm>
              <a:off x="0" y="-76200"/>
              <a:ext cx="1463040" cy="153924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65" id="65"/>
          <p:cNvGrpSpPr/>
          <p:nvPr/>
        </p:nvGrpSpPr>
        <p:grpSpPr>
          <a:xfrm rot="0">
            <a:off x="7772400" y="6675120"/>
            <a:ext cx="3840480" cy="1097280"/>
            <a:chOff x="0" y="0"/>
            <a:chExt cx="5120640" cy="1463040"/>
          </a:xfrm>
        </p:grpSpPr>
        <p:sp>
          <p:nvSpPr>
            <p:cNvPr name="Freeform 66" id="66"/>
            <p:cNvSpPr/>
            <p:nvPr/>
          </p:nvSpPr>
          <p:spPr>
            <a:xfrm flipH="false" flipV="false" rot="0">
              <a:off x="0" y="0"/>
              <a:ext cx="5120640" cy="1463040"/>
            </a:xfrm>
            <a:custGeom>
              <a:avLst/>
              <a:gdLst/>
              <a:ahLst/>
              <a:cxnLst/>
              <a:rect r="r" b="b" t="t" l="l"/>
              <a:pathLst>
                <a:path h="1463040" w="5120640">
                  <a:moveTo>
                    <a:pt x="0" y="0"/>
                  </a:moveTo>
                  <a:lnTo>
                    <a:pt x="5120640" y="0"/>
                  </a:lnTo>
                  <a:lnTo>
                    <a:pt x="5120640" y="1463040"/>
                  </a:lnTo>
                  <a:lnTo>
                    <a:pt x="0" y="1463040"/>
                  </a:lnTo>
                  <a:close/>
                </a:path>
              </a:pathLst>
            </a:custGeom>
            <a:blipFill>
              <a:blip r:embed="rId2">
                <a:alphaModFix amt="0"/>
              </a:blip>
              <a:stretch>
                <a:fillRect l="0" t="-18197" r="0" b="-18197"/>
              </a:stretch>
            </a:blipFill>
          </p:spPr>
        </p:sp>
        <p:sp>
          <p:nvSpPr>
            <p:cNvPr name="TextBox 67" id="67"/>
            <p:cNvSpPr txBox="true"/>
            <p:nvPr/>
          </p:nvSpPr>
          <p:spPr>
            <a:xfrm>
              <a:off x="0" y="-19050"/>
              <a:ext cx="5120640" cy="1482090"/>
            </a:xfrm>
            <a:prstGeom prst="rect">
              <a:avLst/>
            </a:prstGeom>
          </p:spPr>
          <p:txBody>
            <a:bodyPr anchor="ctr" rtlCol="false" tIns="0" lIns="0" bIns="0" rIns="0"/>
            <a:lstStyle/>
            <a:p>
              <a:pPr algn="l">
                <a:lnSpc>
                  <a:spcPts val="2640"/>
                </a:lnSpc>
              </a:pPr>
              <a:r>
                <a:rPr lang="en-US" sz="2200" b="true">
                  <a:solidFill>
                    <a:srgbClr val="7C6AF7"/>
                  </a:solidFill>
                  <a:latin typeface="Arial Bold"/>
                  <a:ea typeface="Arial Bold"/>
                  <a:cs typeface="Arial Bold"/>
                  <a:sym typeface="Arial Bold"/>
                </a:rPr>
                <a:t>Login Required</a:t>
              </a:r>
            </a:p>
          </p:txBody>
        </p:sp>
      </p:grpSp>
      <p:grpSp>
        <p:nvGrpSpPr>
          <p:cNvPr name="Group 68" id="68"/>
          <p:cNvGrpSpPr/>
          <p:nvPr/>
        </p:nvGrpSpPr>
        <p:grpSpPr>
          <a:xfrm rot="0">
            <a:off x="6583680" y="7863840"/>
            <a:ext cx="5120640" cy="1645920"/>
            <a:chOff x="0" y="0"/>
            <a:chExt cx="6827520" cy="2194560"/>
          </a:xfrm>
        </p:grpSpPr>
        <p:sp>
          <p:nvSpPr>
            <p:cNvPr name="Freeform 69" id="69"/>
            <p:cNvSpPr/>
            <p:nvPr/>
          </p:nvSpPr>
          <p:spPr>
            <a:xfrm flipH="false" flipV="false" rot="0">
              <a:off x="0" y="0"/>
              <a:ext cx="6827520" cy="2194560"/>
            </a:xfrm>
            <a:custGeom>
              <a:avLst/>
              <a:gdLst/>
              <a:ahLst/>
              <a:cxnLst/>
              <a:rect r="r" b="b" t="t" l="l"/>
              <a:pathLst>
                <a:path h="2194560" w="6827520">
                  <a:moveTo>
                    <a:pt x="0" y="0"/>
                  </a:moveTo>
                  <a:lnTo>
                    <a:pt x="6827520" y="0"/>
                  </a:lnTo>
                  <a:lnTo>
                    <a:pt x="6827520" y="2194560"/>
                  </a:lnTo>
                  <a:lnTo>
                    <a:pt x="0" y="2194560"/>
                  </a:lnTo>
                  <a:close/>
                </a:path>
              </a:pathLst>
            </a:custGeom>
            <a:blipFill>
              <a:blip r:embed="rId2">
                <a:alphaModFix amt="0"/>
              </a:blip>
              <a:stretch>
                <a:fillRect l="0" t="-10620" r="0" b="-10620"/>
              </a:stretch>
            </a:blipFill>
          </p:spPr>
        </p:sp>
        <p:sp>
          <p:nvSpPr>
            <p:cNvPr name="TextBox 70" id="70"/>
            <p:cNvSpPr txBox="true"/>
            <p:nvPr/>
          </p:nvSpPr>
          <p:spPr>
            <a:xfrm>
              <a:off x="0" y="-38100"/>
              <a:ext cx="6827520" cy="2232660"/>
            </a:xfrm>
            <a:prstGeom prst="rect">
              <a:avLst/>
            </a:prstGeom>
          </p:spPr>
          <p:txBody>
            <a:bodyPr anchor="ctr" rtlCol="false" tIns="0" lIns="0" bIns="0" rIns="0"/>
            <a:lstStyle/>
            <a:p>
              <a:pPr algn="l">
                <a:lnSpc>
                  <a:spcPts val="2280"/>
                </a:lnSpc>
              </a:pPr>
              <a:r>
                <a:rPr lang="en-US" sz="1900">
                  <a:solidFill>
                    <a:srgbClr val="8888A8"/>
                  </a:solidFill>
                  <a:latin typeface="Calibri (MS)"/>
                  <a:ea typeface="Calibri (MS)"/>
                  <a:cs typeface="Calibri (MS)"/>
                  <a:sym typeface="Calibri (MS)"/>
                </a:rPr>
                <a:t>All pages except login and register use @login_required decorator. Unauthenticated users are automatically redirected to login.</a:t>
              </a:r>
            </a:p>
          </p:txBody>
        </p:sp>
      </p:grpSp>
      <p:grpSp>
        <p:nvGrpSpPr>
          <p:cNvPr name="Group 71" id="71"/>
          <p:cNvGrpSpPr/>
          <p:nvPr/>
        </p:nvGrpSpPr>
        <p:grpSpPr>
          <a:xfrm rot="0">
            <a:off x="12240263" y="6479543"/>
            <a:ext cx="5511803" cy="3225803"/>
            <a:chOff x="0" y="0"/>
            <a:chExt cx="7349071" cy="4301071"/>
          </a:xfrm>
        </p:grpSpPr>
        <p:sp>
          <p:nvSpPr>
            <p:cNvPr name="Freeform 72" id="72"/>
            <p:cNvSpPr/>
            <p:nvPr/>
          </p:nvSpPr>
          <p:spPr>
            <a:xfrm flipH="false" flipV="false" rot="0">
              <a:off x="16891" y="16891"/>
              <a:ext cx="7315200" cy="4267200"/>
            </a:xfrm>
            <a:custGeom>
              <a:avLst/>
              <a:gdLst/>
              <a:ahLst/>
              <a:cxnLst/>
              <a:rect r="r" b="b" t="t" l="l"/>
              <a:pathLst>
                <a:path h="4267200" w="7315200">
                  <a:moveTo>
                    <a:pt x="0" y="0"/>
                  </a:moveTo>
                  <a:lnTo>
                    <a:pt x="7315200" y="0"/>
                  </a:lnTo>
                  <a:lnTo>
                    <a:pt x="7315200" y="4267200"/>
                  </a:lnTo>
                  <a:lnTo>
                    <a:pt x="0" y="4267200"/>
                  </a:lnTo>
                  <a:close/>
                </a:path>
              </a:pathLst>
            </a:custGeom>
            <a:solidFill>
              <a:srgbClr val="1A1A35"/>
            </a:solidFill>
          </p:spPr>
        </p:sp>
        <p:sp>
          <p:nvSpPr>
            <p:cNvPr name="Freeform 73" id="73"/>
            <p:cNvSpPr/>
            <p:nvPr/>
          </p:nvSpPr>
          <p:spPr>
            <a:xfrm flipH="false" flipV="false" rot="0">
              <a:off x="0" y="0"/>
              <a:ext cx="7348982" cy="4300982"/>
            </a:xfrm>
            <a:custGeom>
              <a:avLst/>
              <a:gdLst/>
              <a:ahLst/>
              <a:cxnLst/>
              <a:rect r="r" b="b" t="t" l="l"/>
              <a:pathLst>
                <a:path h="4300982" w="7348982">
                  <a:moveTo>
                    <a:pt x="16891" y="0"/>
                  </a:moveTo>
                  <a:lnTo>
                    <a:pt x="7332091" y="0"/>
                  </a:lnTo>
                  <a:cubicBezTo>
                    <a:pt x="7341489" y="0"/>
                    <a:pt x="7348982" y="7620"/>
                    <a:pt x="7348982" y="16891"/>
                  </a:cubicBezTo>
                  <a:lnTo>
                    <a:pt x="7348982" y="4284091"/>
                  </a:lnTo>
                  <a:cubicBezTo>
                    <a:pt x="7348982" y="4293489"/>
                    <a:pt x="7341362" y="4300982"/>
                    <a:pt x="733209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7332091" y="4267200"/>
                  </a:lnTo>
                  <a:lnTo>
                    <a:pt x="7332091" y="4284091"/>
                  </a:lnTo>
                  <a:lnTo>
                    <a:pt x="7315200" y="4284091"/>
                  </a:lnTo>
                  <a:lnTo>
                    <a:pt x="7315200" y="16891"/>
                  </a:lnTo>
                  <a:lnTo>
                    <a:pt x="7332091" y="16891"/>
                  </a:lnTo>
                  <a:lnTo>
                    <a:pt x="7332091" y="33909"/>
                  </a:lnTo>
                  <a:lnTo>
                    <a:pt x="16891" y="33909"/>
                  </a:lnTo>
                  <a:close/>
                </a:path>
              </a:pathLst>
            </a:custGeom>
            <a:solidFill>
              <a:srgbClr val="6AF7C4"/>
            </a:solidFill>
          </p:spPr>
        </p:sp>
      </p:grpSp>
      <p:grpSp>
        <p:nvGrpSpPr>
          <p:cNvPr name="Group 74" id="74"/>
          <p:cNvGrpSpPr/>
          <p:nvPr/>
        </p:nvGrpSpPr>
        <p:grpSpPr>
          <a:xfrm rot="0">
            <a:off x="12435840" y="6675120"/>
            <a:ext cx="1097280" cy="1097280"/>
            <a:chOff x="0" y="0"/>
            <a:chExt cx="1463040" cy="1463040"/>
          </a:xfrm>
        </p:grpSpPr>
        <p:sp>
          <p:nvSpPr>
            <p:cNvPr name="Freeform 75" id="75"/>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2">
                <a:alphaModFix amt="0"/>
              </a:blip>
              <a:stretch>
                <a:fillRect l="-78303" t="0" r="-78303" b="0"/>
              </a:stretch>
            </a:blipFill>
          </p:spPr>
        </p:sp>
        <p:sp>
          <p:nvSpPr>
            <p:cNvPr name="TextBox 76" id="76"/>
            <p:cNvSpPr txBox="true"/>
            <p:nvPr/>
          </p:nvSpPr>
          <p:spPr>
            <a:xfrm>
              <a:off x="0" y="-76200"/>
              <a:ext cx="1463040" cy="153924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77" id="77"/>
          <p:cNvGrpSpPr/>
          <p:nvPr/>
        </p:nvGrpSpPr>
        <p:grpSpPr>
          <a:xfrm rot="0">
            <a:off x="13624560" y="6675120"/>
            <a:ext cx="3840480" cy="1097280"/>
            <a:chOff x="0" y="0"/>
            <a:chExt cx="5120640" cy="1463040"/>
          </a:xfrm>
        </p:grpSpPr>
        <p:sp>
          <p:nvSpPr>
            <p:cNvPr name="Freeform 78" id="78"/>
            <p:cNvSpPr/>
            <p:nvPr/>
          </p:nvSpPr>
          <p:spPr>
            <a:xfrm flipH="false" flipV="false" rot="0">
              <a:off x="0" y="0"/>
              <a:ext cx="5120640" cy="1463040"/>
            </a:xfrm>
            <a:custGeom>
              <a:avLst/>
              <a:gdLst/>
              <a:ahLst/>
              <a:cxnLst/>
              <a:rect r="r" b="b" t="t" l="l"/>
              <a:pathLst>
                <a:path h="1463040" w="5120640">
                  <a:moveTo>
                    <a:pt x="0" y="0"/>
                  </a:moveTo>
                  <a:lnTo>
                    <a:pt x="5120640" y="0"/>
                  </a:lnTo>
                  <a:lnTo>
                    <a:pt x="5120640" y="1463040"/>
                  </a:lnTo>
                  <a:lnTo>
                    <a:pt x="0" y="1463040"/>
                  </a:lnTo>
                  <a:close/>
                </a:path>
              </a:pathLst>
            </a:custGeom>
            <a:blipFill>
              <a:blip r:embed="rId2">
                <a:alphaModFix amt="0"/>
              </a:blip>
              <a:stretch>
                <a:fillRect l="0" t="-18197" r="0" b="-18197"/>
              </a:stretch>
            </a:blipFill>
          </p:spPr>
        </p:sp>
        <p:sp>
          <p:nvSpPr>
            <p:cNvPr name="TextBox 79" id="79"/>
            <p:cNvSpPr txBox="true"/>
            <p:nvPr/>
          </p:nvSpPr>
          <p:spPr>
            <a:xfrm>
              <a:off x="0" y="-19050"/>
              <a:ext cx="5120640" cy="1482090"/>
            </a:xfrm>
            <a:prstGeom prst="rect">
              <a:avLst/>
            </a:prstGeom>
          </p:spPr>
          <p:txBody>
            <a:bodyPr anchor="ctr" rtlCol="false" tIns="0" lIns="0" bIns="0" rIns="0"/>
            <a:lstStyle/>
            <a:p>
              <a:pPr algn="l">
                <a:lnSpc>
                  <a:spcPts val="2640"/>
                </a:lnSpc>
              </a:pPr>
              <a:r>
                <a:rPr lang="en-US" sz="2200" b="true">
                  <a:solidFill>
                    <a:srgbClr val="6AF7C4"/>
                  </a:solidFill>
                  <a:latin typeface="Arial Bold"/>
                  <a:ea typeface="Arial Bold"/>
                  <a:cs typeface="Arial Bold"/>
                  <a:sym typeface="Arial Bold"/>
                </a:rPr>
                <a:t>Input Validation</a:t>
              </a:r>
            </a:p>
          </p:txBody>
        </p:sp>
      </p:grpSp>
      <p:grpSp>
        <p:nvGrpSpPr>
          <p:cNvPr name="Group 80" id="80"/>
          <p:cNvGrpSpPr/>
          <p:nvPr/>
        </p:nvGrpSpPr>
        <p:grpSpPr>
          <a:xfrm rot="0">
            <a:off x="12435840" y="7863840"/>
            <a:ext cx="5120640" cy="1645920"/>
            <a:chOff x="0" y="0"/>
            <a:chExt cx="6827520" cy="2194560"/>
          </a:xfrm>
        </p:grpSpPr>
        <p:sp>
          <p:nvSpPr>
            <p:cNvPr name="Freeform 81" id="81"/>
            <p:cNvSpPr/>
            <p:nvPr/>
          </p:nvSpPr>
          <p:spPr>
            <a:xfrm flipH="false" flipV="false" rot="0">
              <a:off x="0" y="0"/>
              <a:ext cx="6827520" cy="2194560"/>
            </a:xfrm>
            <a:custGeom>
              <a:avLst/>
              <a:gdLst/>
              <a:ahLst/>
              <a:cxnLst/>
              <a:rect r="r" b="b" t="t" l="l"/>
              <a:pathLst>
                <a:path h="2194560" w="6827520">
                  <a:moveTo>
                    <a:pt x="0" y="0"/>
                  </a:moveTo>
                  <a:lnTo>
                    <a:pt x="6827520" y="0"/>
                  </a:lnTo>
                  <a:lnTo>
                    <a:pt x="6827520" y="2194560"/>
                  </a:lnTo>
                  <a:lnTo>
                    <a:pt x="0" y="2194560"/>
                  </a:lnTo>
                  <a:close/>
                </a:path>
              </a:pathLst>
            </a:custGeom>
            <a:blipFill>
              <a:blip r:embed="rId2">
                <a:alphaModFix amt="0"/>
              </a:blip>
              <a:stretch>
                <a:fillRect l="0" t="-10620" r="0" b="-10620"/>
              </a:stretch>
            </a:blipFill>
          </p:spPr>
        </p:sp>
        <p:sp>
          <p:nvSpPr>
            <p:cNvPr name="TextBox 82" id="82"/>
            <p:cNvSpPr txBox="true"/>
            <p:nvPr/>
          </p:nvSpPr>
          <p:spPr>
            <a:xfrm>
              <a:off x="0" y="-38100"/>
              <a:ext cx="6827520" cy="2232660"/>
            </a:xfrm>
            <a:prstGeom prst="rect">
              <a:avLst/>
            </a:prstGeom>
          </p:spPr>
          <p:txBody>
            <a:bodyPr anchor="ctr" rtlCol="false" tIns="0" lIns="0" bIns="0" rIns="0"/>
            <a:lstStyle/>
            <a:p>
              <a:pPr algn="l">
                <a:lnSpc>
                  <a:spcPts val="2280"/>
                </a:lnSpc>
              </a:pPr>
              <a:r>
                <a:rPr lang="en-US" sz="1900">
                  <a:solidFill>
                    <a:srgbClr val="8888A8"/>
                  </a:solidFill>
                  <a:latin typeface="Calibri (MS)"/>
                  <a:ea typeface="Calibri (MS)"/>
                  <a:cs typeface="Calibri (MS)"/>
                  <a:sym typeface="Calibri (MS)"/>
                </a:rPr>
                <a:t>Django forms validate all user input server-side. ModelForms enforce data types, max lengths and required fields automatically.</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16891" y="16891"/>
              <a:ext cx="292608" cy="13715999"/>
            </a:xfrm>
            <a:custGeom>
              <a:avLst/>
              <a:gdLst/>
              <a:ahLst/>
              <a:cxnLst/>
              <a:rect r="r" b="b" t="t" l="l"/>
              <a:pathLst>
                <a:path h="13715999" w="292608">
                  <a:moveTo>
                    <a:pt x="0" y="0"/>
                  </a:moveTo>
                  <a:lnTo>
                    <a:pt x="292608" y="0"/>
                  </a:lnTo>
                  <a:lnTo>
                    <a:pt x="292608" y="13715999"/>
                  </a:lnTo>
                  <a:lnTo>
                    <a:pt x="0" y="13715999"/>
                  </a:lnTo>
                  <a:close/>
                </a:path>
              </a:pathLst>
            </a:custGeom>
            <a:solidFill>
              <a:srgbClr val="F7C46A"/>
            </a:solidFill>
          </p:spPr>
        </p:sp>
        <p:sp>
          <p:nvSpPr>
            <p:cNvPr name="Freeform 4" id="4"/>
            <p:cNvSpPr/>
            <p:nvPr/>
          </p:nvSpPr>
          <p:spPr>
            <a:xfrm flipH="false" flipV="false" rot="0">
              <a:off x="0" y="0"/>
              <a:ext cx="326390" cy="13749782"/>
            </a:xfrm>
            <a:custGeom>
              <a:avLst/>
              <a:gdLst/>
              <a:ahLst/>
              <a:cxnLst/>
              <a:rect r="r" b="b" t="t" l="l"/>
              <a:pathLst>
                <a:path h="13749782" w="326390">
                  <a:moveTo>
                    <a:pt x="16891" y="0"/>
                  </a:moveTo>
                  <a:lnTo>
                    <a:pt x="309499" y="0"/>
                  </a:lnTo>
                  <a:cubicBezTo>
                    <a:pt x="318897" y="0"/>
                    <a:pt x="326390" y="7620"/>
                    <a:pt x="326390" y="16891"/>
                  </a:cubicBezTo>
                  <a:lnTo>
                    <a:pt x="326390" y="13732890"/>
                  </a:lnTo>
                  <a:cubicBezTo>
                    <a:pt x="326390" y="13742290"/>
                    <a:pt x="318770" y="13749782"/>
                    <a:pt x="309499"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09499" y="13716000"/>
                  </a:lnTo>
                  <a:lnTo>
                    <a:pt x="309499" y="13732890"/>
                  </a:lnTo>
                  <a:lnTo>
                    <a:pt x="292608" y="13732890"/>
                  </a:lnTo>
                  <a:lnTo>
                    <a:pt x="292608" y="16891"/>
                  </a:lnTo>
                  <a:lnTo>
                    <a:pt x="309499" y="16891"/>
                  </a:lnTo>
                  <a:lnTo>
                    <a:pt x="309499" y="33909"/>
                  </a:lnTo>
                  <a:lnTo>
                    <a:pt x="16891" y="33909"/>
                  </a:lnTo>
                  <a:close/>
                </a:path>
              </a:pathLst>
            </a:custGeom>
            <a:solidFill>
              <a:srgbClr val="F7C46A"/>
            </a:solidFill>
          </p:spPr>
        </p:sp>
      </p:grpSp>
      <p:grpSp>
        <p:nvGrpSpPr>
          <p:cNvPr name="Group 5" id="5"/>
          <p:cNvGrpSpPr/>
          <p:nvPr/>
        </p:nvGrpSpPr>
        <p:grpSpPr>
          <a:xfrm rot="0">
            <a:off x="368865" y="286202"/>
            <a:ext cx="2194560" cy="3441502"/>
            <a:chOff x="0" y="0"/>
            <a:chExt cx="2926080" cy="4588669"/>
          </a:xfrm>
        </p:grpSpPr>
        <p:sp>
          <p:nvSpPr>
            <p:cNvPr name="Freeform 6" id="6"/>
            <p:cNvSpPr/>
            <p:nvPr/>
          </p:nvSpPr>
          <p:spPr>
            <a:xfrm flipH="false" flipV="false" rot="0">
              <a:off x="0" y="0"/>
              <a:ext cx="2926080" cy="4588669"/>
            </a:xfrm>
            <a:custGeom>
              <a:avLst/>
              <a:gdLst/>
              <a:ahLst/>
              <a:cxnLst/>
              <a:rect r="r" b="b" t="t" l="l"/>
              <a:pathLst>
                <a:path h="4588669" w="2926080">
                  <a:moveTo>
                    <a:pt x="0" y="0"/>
                  </a:moveTo>
                  <a:lnTo>
                    <a:pt x="2926080" y="0"/>
                  </a:lnTo>
                  <a:lnTo>
                    <a:pt x="2926080" y="4588669"/>
                  </a:lnTo>
                  <a:lnTo>
                    <a:pt x="0" y="4588669"/>
                  </a:lnTo>
                  <a:close/>
                </a:path>
              </a:pathLst>
            </a:custGeom>
            <a:blipFill>
              <a:blip r:embed="rId2">
                <a:alphaModFix amt="0"/>
              </a:blip>
              <a:stretch>
                <a:fillRect l="-35535" t="0" r="-35535" b="57488"/>
              </a:stretch>
            </a:blipFill>
          </p:spPr>
        </p:sp>
        <p:sp>
          <p:nvSpPr>
            <p:cNvPr name="TextBox 7" id="7"/>
            <p:cNvSpPr txBox="true"/>
            <p:nvPr/>
          </p:nvSpPr>
          <p:spPr>
            <a:xfrm>
              <a:off x="0" y="-47625"/>
              <a:ext cx="2926080" cy="4636294"/>
            </a:xfrm>
            <a:prstGeom prst="rect">
              <a:avLst/>
            </a:prstGeom>
          </p:spPr>
          <p:txBody>
            <a:bodyPr anchor="ctr" rtlCol="false" tIns="0" lIns="0" bIns="0" rIns="0"/>
            <a:lstStyle/>
            <a:p>
              <a:pPr algn="l">
                <a:lnSpc>
                  <a:spcPts val="11519"/>
                </a:lnSpc>
              </a:pPr>
              <a:r>
                <a:rPr lang="en-US" sz="9600" b="true">
                  <a:solidFill>
                    <a:srgbClr val="F7C46A"/>
                  </a:solidFill>
                  <a:latin typeface="Arial Bold"/>
                  <a:ea typeface="Arial Bold"/>
                  <a:cs typeface="Arial Bold"/>
                  <a:sym typeface="Arial Bold"/>
                </a:rPr>
                <a:t>14</a:t>
              </a:r>
            </a:p>
            <a:p>
              <a:pPr algn="l">
                <a:lnSpc>
                  <a:spcPts val="11519"/>
                </a:lnSpc>
              </a:pPr>
            </a:p>
          </p:txBody>
        </p:sp>
      </p:grpSp>
      <p:grpSp>
        <p:nvGrpSpPr>
          <p:cNvPr name="Group 8" id="8"/>
          <p:cNvGrpSpPr/>
          <p:nvPr/>
        </p:nvGrpSpPr>
        <p:grpSpPr>
          <a:xfrm rot="0">
            <a:off x="548640" y="1645920"/>
            <a:ext cx="16459200" cy="1097280"/>
            <a:chOff x="0" y="0"/>
            <a:chExt cx="21945600" cy="1463040"/>
          </a:xfrm>
        </p:grpSpPr>
        <p:sp>
          <p:nvSpPr>
            <p:cNvPr name="Freeform 9" id="9"/>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2">
                <a:alphaModFix amt="0"/>
              </a:blip>
              <a:stretch>
                <a:fillRect l="0" t="-242275" r="0" b="-242275"/>
              </a:stretch>
            </a:blipFill>
          </p:spPr>
        </p:sp>
        <p:sp>
          <p:nvSpPr>
            <p:cNvPr name="TextBox 10" id="10"/>
            <p:cNvSpPr txBox="true"/>
            <p:nvPr/>
          </p:nvSpPr>
          <p:spPr>
            <a:xfrm>
              <a:off x="0" y="-28575"/>
              <a:ext cx="21945600" cy="1491615"/>
            </a:xfrm>
            <a:prstGeom prst="rect">
              <a:avLst/>
            </a:prstGeom>
          </p:spPr>
          <p:txBody>
            <a:bodyPr anchor="ctr" rtlCol="false" tIns="0" lIns="0" bIns="0" rIns="0"/>
            <a:lstStyle/>
            <a:p>
              <a:pPr algn="l">
                <a:lnSpc>
                  <a:spcPts val="7680"/>
                </a:lnSpc>
              </a:pPr>
              <a:r>
                <a:rPr lang="en-US" sz="6400" b="true">
                  <a:solidFill>
                    <a:srgbClr val="FFFFFF"/>
                  </a:solidFill>
                  <a:latin typeface="Arial Bold"/>
                  <a:ea typeface="Arial Bold"/>
                  <a:cs typeface="Arial Bold"/>
                  <a:sym typeface="Arial Bold"/>
                </a:rPr>
                <a:t>Real World Impact</a:t>
              </a:r>
            </a:p>
          </p:txBody>
        </p:sp>
      </p:grpSp>
      <p:grpSp>
        <p:nvGrpSpPr>
          <p:cNvPr name="Group 11" id="11"/>
          <p:cNvGrpSpPr/>
          <p:nvPr/>
        </p:nvGrpSpPr>
        <p:grpSpPr>
          <a:xfrm rot="0">
            <a:off x="535943" y="3187703"/>
            <a:ext cx="5511803" cy="3042923"/>
            <a:chOff x="0" y="0"/>
            <a:chExt cx="7349071" cy="4057231"/>
          </a:xfrm>
        </p:grpSpPr>
        <p:sp>
          <p:nvSpPr>
            <p:cNvPr name="Freeform 12" id="12"/>
            <p:cNvSpPr/>
            <p:nvPr/>
          </p:nvSpPr>
          <p:spPr>
            <a:xfrm flipH="false" flipV="false" rot="0">
              <a:off x="16891" y="16891"/>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1A1A35"/>
            </a:solidFill>
          </p:spPr>
        </p:sp>
        <p:sp>
          <p:nvSpPr>
            <p:cNvPr name="Freeform 13" id="13"/>
            <p:cNvSpPr/>
            <p:nvPr/>
          </p:nvSpPr>
          <p:spPr>
            <a:xfrm flipH="false" flipV="false" rot="0">
              <a:off x="0" y="0"/>
              <a:ext cx="7348982" cy="4057142"/>
            </a:xfrm>
            <a:custGeom>
              <a:avLst/>
              <a:gdLst/>
              <a:ahLst/>
              <a:cxnLst/>
              <a:rect r="r" b="b" t="t" l="l"/>
              <a:pathLst>
                <a:path h="4057142" w="7348982">
                  <a:moveTo>
                    <a:pt x="16891" y="0"/>
                  </a:moveTo>
                  <a:lnTo>
                    <a:pt x="7332091" y="0"/>
                  </a:lnTo>
                  <a:cubicBezTo>
                    <a:pt x="7341489" y="0"/>
                    <a:pt x="7348982" y="7620"/>
                    <a:pt x="7348982" y="16891"/>
                  </a:cubicBezTo>
                  <a:lnTo>
                    <a:pt x="7348982" y="4040251"/>
                  </a:lnTo>
                  <a:cubicBezTo>
                    <a:pt x="7348982" y="4049649"/>
                    <a:pt x="7341362" y="4057142"/>
                    <a:pt x="733209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7332091" y="4023360"/>
                  </a:lnTo>
                  <a:lnTo>
                    <a:pt x="7332091" y="4040251"/>
                  </a:lnTo>
                  <a:lnTo>
                    <a:pt x="7315200" y="4040251"/>
                  </a:lnTo>
                  <a:lnTo>
                    <a:pt x="7315200" y="16891"/>
                  </a:lnTo>
                  <a:lnTo>
                    <a:pt x="7332091" y="16891"/>
                  </a:lnTo>
                  <a:lnTo>
                    <a:pt x="7332091" y="33909"/>
                  </a:lnTo>
                  <a:lnTo>
                    <a:pt x="16891" y="33909"/>
                  </a:lnTo>
                  <a:close/>
                </a:path>
              </a:pathLst>
            </a:custGeom>
            <a:solidFill>
              <a:srgbClr val="7C6AF7"/>
            </a:solidFill>
          </p:spPr>
        </p:sp>
      </p:grpSp>
      <p:grpSp>
        <p:nvGrpSpPr>
          <p:cNvPr name="Group 14" id="14"/>
          <p:cNvGrpSpPr/>
          <p:nvPr/>
        </p:nvGrpSpPr>
        <p:grpSpPr>
          <a:xfrm rot="0">
            <a:off x="548640" y="3383280"/>
            <a:ext cx="5486400" cy="822960"/>
            <a:chOff x="0" y="0"/>
            <a:chExt cx="7315200" cy="1097280"/>
          </a:xfrm>
        </p:grpSpPr>
        <p:sp>
          <p:nvSpPr>
            <p:cNvPr name="Freeform 15" id="15"/>
            <p:cNvSpPr/>
            <p:nvPr/>
          </p:nvSpPr>
          <p:spPr>
            <a:xfrm flipH="false" flipV="false" rot="0">
              <a:off x="0" y="0"/>
              <a:ext cx="7315200" cy="1097280"/>
            </a:xfrm>
            <a:custGeom>
              <a:avLst/>
              <a:gdLst/>
              <a:ahLst/>
              <a:cxnLst/>
              <a:rect r="r" b="b" t="t" l="l"/>
              <a:pathLst>
                <a:path h="1097280" w="7315200">
                  <a:moveTo>
                    <a:pt x="0" y="0"/>
                  </a:moveTo>
                  <a:lnTo>
                    <a:pt x="7315200" y="0"/>
                  </a:lnTo>
                  <a:lnTo>
                    <a:pt x="7315200" y="1097280"/>
                  </a:lnTo>
                  <a:lnTo>
                    <a:pt x="0" y="1097280"/>
                  </a:lnTo>
                  <a:close/>
                </a:path>
              </a:pathLst>
            </a:custGeom>
            <a:blipFill>
              <a:blip r:embed="rId2">
                <a:alphaModFix amt="0"/>
              </a:blip>
              <a:stretch>
                <a:fillRect l="0" t="-79900" r="0" b="-79900"/>
              </a:stretch>
            </a:blipFill>
          </p:spPr>
        </p:sp>
        <p:sp>
          <p:nvSpPr>
            <p:cNvPr name="TextBox 16" id="16"/>
            <p:cNvSpPr txBox="true"/>
            <p:nvPr/>
          </p:nvSpPr>
          <p:spPr>
            <a:xfrm>
              <a:off x="0" y="-76200"/>
              <a:ext cx="7315200" cy="117348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17" id="17"/>
          <p:cNvGrpSpPr/>
          <p:nvPr/>
        </p:nvGrpSpPr>
        <p:grpSpPr>
          <a:xfrm rot="0">
            <a:off x="731520" y="4261104"/>
            <a:ext cx="5120640" cy="640080"/>
            <a:chOff x="0" y="0"/>
            <a:chExt cx="6827520" cy="853440"/>
          </a:xfrm>
        </p:grpSpPr>
        <p:sp>
          <p:nvSpPr>
            <p:cNvPr name="Freeform 18" id="18"/>
            <p:cNvSpPr/>
            <p:nvPr/>
          </p:nvSpPr>
          <p:spPr>
            <a:xfrm flipH="false" flipV="false" rot="0">
              <a:off x="0" y="0"/>
              <a:ext cx="6827520" cy="853440"/>
            </a:xfrm>
            <a:custGeom>
              <a:avLst/>
              <a:gdLst/>
              <a:ahLst/>
              <a:cxnLst/>
              <a:rect r="r" b="b" t="t" l="l"/>
              <a:pathLst>
                <a:path h="853440" w="6827520">
                  <a:moveTo>
                    <a:pt x="0" y="0"/>
                  </a:moveTo>
                  <a:lnTo>
                    <a:pt x="6827520" y="0"/>
                  </a:lnTo>
                  <a:lnTo>
                    <a:pt x="6827520" y="853440"/>
                  </a:lnTo>
                  <a:lnTo>
                    <a:pt x="0" y="853440"/>
                  </a:lnTo>
                  <a:close/>
                </a:path>
              </a:pathLst>
            </a:custGeom>
            <a:blipFill>
              <a:blip r:embed="rId2">
                <a:alphaModFix amt="0"/>
              </a:blip>
              <a:stretch>
                <a:fillRect l="0" t="-105880" r="0" b="-105880"/>
              </a:stretch>
            </a:blipFill>
          </p:spPr>
        </p:sp>
        <p:sp>
          <p:nvSpPr>
            <p:cNvPr name="TextBox 19" id="19"/>
            <p:cNvSpPr txBox="true"/>
            <p:nvPr/>
          </p:nvSpPr>
          <p:spPr>
            <a:xfrm>
              <a:off x="0" y="-9525"/>
              <a:ext cx="6827520" cy="862965"/>
            </a:xfrm>
            <a:prstGeom prst="rect">
              <a:avLst/>
            </a:prstGeom>
          </p:spPr>
          <p:txBody>
            <a:bodyPr anchor="ctr" rtlCol="false" tIns="0" lIns="0" bIns="0" rIns="0"/>
            <a:lstStyle/>
            <a:p>
              <a:pPr algn="ctr">
                <a:lnSpc>
                  <a:spcPts val="2879"/>
                </a:lnSpc>
              </a:pPr>
              <a:r>
                <a:rPr lang="en-US" sz="2400" b="true">
                  <a:solidFill>
                    <a:srgbClr val="7C6AF7"/>
                  </a:solidFill>
                  <a:latin typeface="Arial Bold"/>
                  <a:ea typeface="Arial Bold"/>
                  <a:cs typeface="Arial Bold"/>
                  <a:sym typeface="Arial Bold"/>
                </a:rPr>
                <a:t>Saves Time</a:t>
              </a:r>
            </a:p>
          </p:txBody>
        </p:sp>
      </p:grpSp>
      <p:grpSp>
        <p:nvGrpSpPr>
          <p:cNvPr name="Group 20" id="20"/>
          <p:cNvGrpSpPr/>
          <p:nvPr/>
        </p:nvGrpSpPr>
        <p:grpSpPr>
          <a:xfrm rot="0">
            <a:off x="731520" y="4937760"/>
            <a:ext cx="5120640" cy="1097280"/>
            <a:chOff x="0" y="0"/>
            <a:chExt cx="6827520" cy="1463040"/>
          </a:xfrm>
        </p:grpSpPr>
        <p:sp>
          <p:nvSpPr>
            <p:cNvPr name="Freeform 21" id="21"/>
            <p:cNvSpPr/>
            <p:nvPr/>
          </p:nvSpPr>
          <p:spPr>
            <a:xfrm flipH="false" flipV="false" rot="0">
              <a:off x="0" y="0"/>
              <a:ext cx="6827520" cy="1463040"/>
            </a:xfrm>
            <a:custGeom>
              <a:avLst/>
              <a:gdLst/>
              <a:ahLst/>
              <a:cxnLst/>
              <a:rect r="r" b="b" t="t" l="l"/>
              <a:pathLst>
                <a:path h="1463040" w="6827520">
                  <a:moveTo>
                    <a:pt x="0" y="0"/>
                  </a:moveTo>
                  <a:lnTo>
                    <a:pt x="6827520" y="0"/>
                  </a:lnTo>
                  <a:lnTo>
                    <a:pt x="6827520" y="1463040"/>
                  </a:lnTo>
                  <a:lnTo>
                    <a:pt x="0" y="1463040"/>
                  </a:lnTo>
                  <a:close/>
                </a:path>
              </a:pathLst>
            </a:custGeom>
            <a:blipFill>
              <a:blip r:embed="rId2">
                <a:alphaModFix amt="0"/>
              </a:blip>
              <a:stretch>
                <a:fillRect l="0" t="-40930" r="0" b="-40930"/>
              </a:stretch>
            </a:blipFill>
          </p:spPr>
        </p:sp>
        <p:sp>
          <p:nvSpPr>
            <p:cNvPr name="TextBox 22" id="22"/>
            <p:cNvSpPr txBox="true"/>
            <p:nvPr/>
          </p:nvSpPr>
          <p:spPr>
            <a:xfrm>
              <a:off x="0" y="-38100"/>
              <a:ext cx="6827520" cy="1501140"/>
            </a:xfrm>
            <a:prstGeom prst="rect">
              <a:avLst/>
            </a:prstGeom>
          </p:spPr>
          <p:txBody>
            <a:bodyPr anchor="ctr" rtlCol="false" tIns="0" lIns="0" bIns="0" rIns="0"/>
            <a:lstStyle/>
            <a:p>
              <a:pPr algn="ctr">
                <a:lnSpc>
                  <a:spcPts val="2280"/>
                </a:lnSpc>
              </a:pPr>
              <a:r>
                <a:rPr lang="en-US" sz="1900">
                  <a:solidFill>
                    <a:srgbClr val="8888A8"/>
                  </a:solidFill>
                  <a:latin typeface="Calibri (MS)"/>
                  <a:ea typeface="Calibri (MS)"/>
                  <a:cs typeface="Calibri (MS)"/>
                  <a:sym typeface="Calibri (MS)"/>
                </a:rPr>
                <a:t>No more switching between IMDb, MAL, Goodreads — everything in one dashboard</a:t>
              </a:r>
            </a:p>
          </p:txBody>
        </p:sp>
      </p:grpSp>
      <p:grpSp>
        <p:nvGrpSpPr>
          <p:cNvPr name="Group 23" id="23"/>
          <p:cNvGrpSpPr/>
          <p:nvPr/>
        </p:nvGrpSpPr>
        <p:grpSpPr>
          <a:xfrm rot="0">
            <a:off x="6388103" y="3187703"/>
            <a:ext cx="5511803" cy="3042923"/>
            <a:chOff x="0" y="0"/>
            <a:chExt cx="7349071" cy="4057231"/>
          </a:xfrm>
        </p:grpSpPr>
        <p:sp>
          <p:nvSpPr>
            <p:cNvPr name="Freeform 24" id="24"/>
            <p:cNvSpPr/>
            <p:nvPr/>
          </p:nvSpPr>
          <p:spPr>
            <a:xfrm flipH="false" flipV="false" rot="0">
              <a:off x="16891" y="16891"/>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1A1A35"/>
            </a:solidFill>
          </p:spPr>
        </p:sp>
        <p:sp>
          <p:nvSpPr>
            <p:cNvPr name="Freeform 25" id="25"/>
            <p:cNvSpPr/>
            <p:nvPr/>
          </p:nvSpPr>
          <p:spPr>
            <a:xfrm flipH="false" flipV="false" rot="0">
              <a:off x="0" y="0"/>
              <a:ext cx="7348982" cy="4057142"/>
            </a:xfrm>
            <a:custGeom>
              <a:avLst/>
              <a:gdLst/>
              <a:ahLst/>
              <a:cxnLst/>
              <a:rect r="r" b="b" t="t" l="l"/>
              <a:pathLst>
                <a:path h="4057142" w="7348982">
                  <a:moveTo>
                    <a:pt x="16891" y="0"/>
                  </a:moveTo>
                  <a:lnTo>
                    <a:pt x="7332091" y="0"/>
                  </a:lnTo>
                  <a:cubicBezTo>
                    <a:pt x="7341489" y="0"/>
                    <a:pt x="7348982" y="7620"/>
                    <a:pt x="7348982" y="16891"/>
                  </a:cubicBezTo>
                  <a:lnTo>
                    <a:pt x="7348982" y="4040251"/>
                  </a:lnTo>
                  <a:cubicBezTo>
                    <a:pt x="7348982" y="4049649"/>
                    <a:pt x="7341362" y="4057142"/>
                    <a:pt x="733209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7332091" y="4023360"/>
                  </a:lnTo>
                  <a:lnTo>
                    <a:pt x="7332091" y="4040251"/>
                  </a:lnTo>
                  <a:lnTo>
                    <a:pt x="7315200" y="4040251"/>
                  </a:lnTo>
                  <a:lnTo>
                    <a:pt x="7315200" y="16891"/>
                  </a:lnTo>
                  <a:lnTo>
                    <a:pt x="7332091" y="16891"/>
                  </a:lnTo>
                  <a:lnTo>
                    <a:pt x="7332091" y="33909"/>
                  </a:lnTo>
                  <a:lnTo>
                    <a:pt x="16891" y="33909"/>
                  </a:lnTo>
                  <a:close/>
                </a:path>
              </a:pathLst>
            </a:custGeom>
            <a:solidFill>
              <a:srgbClr val="F76A6A"/>
            </a:solidFill>
          </p:spPr>
        </p:sp>
      </p:grpSp>
      <p:grpSp>
        <p:nvGrpSpPr>
          <p:cNvPr name="Group 26" id="26"/>
          <p:cNvGrpSpPr/>
          <p:nvPr/>
        </p:nvGrpSpPr>
        <p:grpSpPr>
          <a:xfrm rot="0">
            <a:off x="6400800" y="3383280"/>
            <a:ext cx="5486400" cy="822960"/>
            <a:chOff x="0" y="0"/>
            <a:chExt cx="7315200" cy="1097280"/>
          </a:xfrm>
        </p:grpSpPr>
        <p:sp>
          <p:nvSpPr>
            <p:cNvPr name="Freeform 27" id="27"/>
            <p:cNvSpPr/>
            <p:nvPr/>
          </p:nvSpPr>
          <p:spPr>
            <a:xfrm flipH="false" flipV="false" rot="0">
              <a:off x="0" y="0"/>
              <a:ext cx="7315200" cy="1097280"/>
            </a:xfrm>
            <a:custGeom>
              <a:avLst/>
              <a:gdLst/>
              <a:ahLst/>
              <a:cxnLst/>
              <a:rect r="r" b="b" t="t" l="l"/>
              <a:pathLst>
                <a:path h="1097280" w="7315200">
                  <a:moveTo>
                    <a:pt x="0" y="0"/>
                  </a:moveTo>
                  <a:lnTo>
                    <a:pt x="7315200" y="0"/>
                  </a:lnTo>
                  <a:lnTo>
                    <a:pt x="7315200" y="1097280"/>
                  </a:lnTo>
                  <a:lnTo>
                    <a:pt x="0" y="1097280"/>
                  </a:lnTo>
                  <a:close/>
                </a:path>
              </a:pathLst>
            </a:custGeom>
            <a:blipFill>
              <a:blip r:embed="rId2">
                <a:alphaModFix amt="0"/>
              </a:blip>
              <a:stretch>
                <a:fillRect l="0" t="-79900" r="0" b="-79900"/>
              </a:stretch>
            </a:blipFill>
          </p:spPr>
        </p:sp>
        <p:sp>
          <p:nvSpPr>
            <p:cNvPr name="TextBox 28" id="28"/>
            <p:cNvSpPr txBox="true"/>
            <p:nvPr/>
          </p:nvSpPr>
          <p:spPr>
            <a:xfrm>
              <a:off x="0" y="-76200"/>
              <a:ext cx="7315200" cy="117348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29" id="29"/>
          <p:cNvGrpSpPr/>
          <p:nvPr/>
        </p:nvGrpSpPr>
        <p:grpSpPr>
          <a:xfrm rot="0">
            <a:off x="6583680" y="4261104"/>
            <a:ext cx="5120640" cy="640080"/>
            <a:chOff x="0" y="0"/>
            <a:chExt cx="6827520" cy="853440"/>
          </a:xfrm>
        </p:grpSpPr>
        <p:sp>
          <p:nvSpPr>
            <p:cNvPr name="Freeform 30" id="30"/>
            <p:cNvSpPr/>
            <p:nvPr/>
          </p:nvSpPr>
          <p:spPr>
            <a:xfrm flipH="false" flipV="false" rot="0">
              <a:off x="0" y="0"/>
              <a:ext cx="6827520" cy="853440"/>
            </a:xfrm>
            <a:custGeom>
              <a:avLst/>
              <a:gdLst/>
              <a:ahLst/>
              <a:cxnLst/>
              <a:rect r="r" b="b" t="t" l="l"/>
              <a:pathLst>
                <a:path h="853440" w="6827520">
                  <a:moveTo>
                    <a:pt x="0" y="0"/>
                  </a:moveTo>
                  <a:lnTo>
                    <a:pt x="6827520" y="0"/>
                  </a:lnTo>
                  <a:lnTo>
                    <a:pt x="6827520" y="853440"/>
                  </a:lnTo>
                  <a:lnTo>
                    <a:pt x="0" y="853440"/>
                  </a:lnTo>
                  <a:close/>
                </a:path>
              </a:pathLst>
            </a:custGeom>
            <a:blipFill>
              <a:blip r:embed="rId2">
                <a:alphaModFix amt="0"/>
              </a:blip>
              <a:stretch>
                <a:fillRect l="0" t="-105880" r="0" b="-105880"/>
              </a:stretch>
            </a:blipFill>
          </p:spPr>
        </p:sp>
        <p:sp>
          <p:nvSpPr>
            <p:cNvPr name="TextBox 31" id="31"/>
            <p:cNvSpPr txBox="true"/>
            <p:nvPr/>
          </p:nvSpPr>
          <p:spPr>
            <a:xfrm>
              <a:off x="0" y="-9525"/>
              <a:ext cx="6827520" cy="862965"/>
            </a:xfrm>
            <a:prstGeom prst="rect">
              <a:avLst/>
            </a:prstGeom>
          </p:spPr>
          <p:txBody>
            <a:bodyPr anchor="ctr" rtlCol="false" tIns="0" lIns="0" bIns="0" rIns="0"/>
            <a:lstStyle/>
            <a:p>
              <a:pPr algn="ctr">
                <a:lnSpc>
                  <a:spcPts val="2879"/>
                </a:lnSpc>
              </a:pPr>
              <a:r>
                <a:rPr lang="en-US" sz="2400" b="true">
                  <a:solidFill>
                    <a:srgbClr val="F76A6A"/>
                  </a:solidFill>
                  <a:latin typeface="Arial Bold"/>
                  <a:ea typeface="Arial Bold"/>
                  <a:cs typeface="Arial Bold"/>
                  <a:sym typeface="Arial Bold"/>
                </a:rPr>
                <a:t>Boosts Productivity</a:t>
              </a:r>
            </a:p>
          </p:txBody>
        </p:sp>
      </p:grpSp>
      <p:grpSp>
        <p:nvGrpSpPr>
          <p:cNvPr name="Group 32" id="32"/>
          <p:cNvGrpSpPr/>
          <p:nvPr/>
        </p:nvGrpSpPr>
        <p:grpSpPr>
          <a:xfrm rot="0">
            <a:off x="6583680" y="4937760"/>
            <a:ext cx="5120640" cy="1097280"/>
            <a:chOff x="0" y="0"/>
            <a:chExt cx="6827520" cy="1463040"/>
          </a:xfrm>
        </p:grpSpPr>
        <p:sp>
          <p:nvSpPr>
            <p:cNvPr name="Freeform 33" id="33"/>
            <p:cNvSpPr/>
            <p:nvPr/>
          </p:nvSpPr>
          <p:spPr>
            <a:xfrm flipH="false" flipV="false" rot="0">
              <a:off x="0" y="0"/>
              <a:ext cx="6827520" cy="1463040"/>
            </a:xfrm>
            <a:custGeom>
              <a:avLst/>
              <a:gdLst/>
              <a:ahLst/>
              <a:cxnLst/>
              <a:rect r="r" b="b" t="t" l="l"/>
              <a:pathLst>
                <a:path h="1463040" w="6827520">
                  <a:moveTo>
                    <a:pt x="0" y="0"/>
                  </a:moveTo>
                  <a:lnTo>
                    <a:pt x="6827520" y="0"/>
                  </a:lnTo>
                  <a:lnTo>
                    <a:pt x="6827520" y="1463040"/>
                  </a:lnTo>
                  <a:lnTo>
                    <a:pt x="0" y="1463040"/>
                  </a:lnTo>
                  <a:close/>
                </a:path>
              </a:pathLst>
            </a:custGeom>
            <a:blipFill>
              <a:blip r:embed="rId2">
                <a:alphaModFix amt="0"/>
              </a:blip>
              <a:stretch>
                <a:fillRect l="0" t="-40930" r="0" b="-40930"/>
              </a:stretch>
            </a:blipFill>
          </p:spPr>
        </p:sp>
        <p:sp>
          <p:nvSpPr>
            <p:cNvPr name="TextBox 34" id="34"/>
            <p:cNvSpPr txBox="true"/>
            <p:nvPr/>
          </p:nvSpPr>
          <p:spPr>
            <a:xfrm>
              <a:off x="0" y="-38100"/>
              <a:ext cx="6827520" cy="1501140"/>
            </a:xfrm>
            <a:prstGeom prst="rect">
              <a:avLst/>
            </a:prstGeom>
          </p:spPr>
          <p:txBody>
            <a:bodyPr anchor="ctr" rtlCol="false" tIns="0" lIns="0" bIns="0" rIns="0"/>
            <a:lstStyle/>
            <a:p>
              <a:pPr algn="ctr">
                <a:lnSpc>
                  <a:spcPts val="2280"/>
                </a:lnSpc>
              </a:pPr>
              <a:r>
                <a:rPr lang="en-US" sz="1900">
                  <a:solidFill>
                    <a:srgbClr val="8888A8"/>
                  </a:solidFill>
                  <a:latin typeface="Calibri (MS)"/>
                  <a:ea typeface="Calibri (MS)"/>
                  <a:cs typeface="Calibri (MS)"/>
                  <a:sym typeface="Calibri (MS)"/>
                </a:rPr>
                <a:t>Track progress on books and courses, never lose your place again</a:t>
              </a:r>
            </a:p>
          </p:txBody>
        </p:sp>
      </p:grpSp>
      <p:grpSp>
        <p:nvGrpSpPr>
          <p:cNvPr name="Group 35" id="35"/>
          <p:cNvGrpSpPr/>
          <p:nvPr/>
        </p:nvGrpSpPr>
        <p:grpSpPr>
          <a:xfrm rot="0">
            <a:off x="12240263" y="3187703"/>
            <a:ext cx="5511803" cy="3042923"/>
            <a:chOff x="0" y="0"/>
            <a:chExt cx="7349071" cy="4057231"/>
          </a:xfrm>
        </p:grpSpPr>
        <p:sp>
          <p:nvSpPr>
            <p:cNvPr name="Freeform 36" id="36"/>
            <p:cNvSpPr/>
            <p:nvPr/>
          </p:nvSpPr>
          <p:spPr>
            <a:xfrm flipH="false" flipV="false" rot="0">
              <a:off x="16891" y="16891"/>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1A1A35"/>
            </a:solidFill>
          </p:spPr>
        </p:sp>
        <p:sp>
          <p:nvSpPr>
            <p:cNvPr name="Freeform 37" id="37"/>
            <p:cNvSpPr/>
            <p:nvPr/>
          </p:nvSpPr>
          <p:spPr>
            <a:xfrm flipH="false" flipV="false" rot="0">
              <a:off x="0" y="0"/>
              <a:ext cx="7348982" cy="4057142"/>
            </a:xfrm>
            <a:custGeom>
              <a:avLst/>
              <a:gdLst/>
              <a:ahLst/>
              <a:cxnLst/>
              <a:rect r="r" b="b" t="t" l="l"/>
              <a:pathLst>
                <a:path h="4057142" w="7348982">
                  <a:moveTo>
                    <a:pt x="16891" y="0"/>
                  </a:moveTo>
                  <a:lnTo>
                    <a:pt x="7332091" y="0"/>
                  </a:lnTo>
                  <a:cubicBezTo>
                    <a:pt x="7341489" y="0"/>
                    <a:pt x="7348982" y="7620"/>
                    <a:pt x="7348982" y="16891"/>
                  </a:cubicBezTo>
                  <a:lnTo>
                    <a:pt x="7348982" y="4040251"/>
                  </a:lnTo>
                  <a:cubicBezTo>
                    <a:pt x="7348982" y="4049649"/>
                    <a:pt x="7341362" y="4057142"/>
                    <a:pt x="733209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7332091" y="4023360"/>
                  </a:lnTo>
                  <a:lnTo>
                    <a:pt x="7332091" y="4040251"/>
                  </a:lnTo>
                  <a:lnTo>
                    <a:pt x="7315200" y="4040251"/>
                  </a:lnTo>
                  <a:lnTo>
                    <a:pt x="7315200" y="16891"/>
                  </a:lnTo>
                  <a:lnTo>
                    <a:pt x="7332091" y="16891"/>
                  </a:lnTo>
                  <a:lnTo>
                    <a:pt x="7332091" y="33909"/>
                  </a:lnTo>
                  <a:lnTo>
                    <a:pt x="16891" y="33909"/>
                  </a:lnTo>
                  <a:close/>
                </a:path>
              </a:pathLst>
            </a:custGeom>
            <a:solidFill>
              <a:srgbClr val="6AF7C4"/>
            </a:solidFill>
          </p:spPr>
        </p:sp>
      </p:grpSp>
      <p:grpSp>
        <p:nvGrpSpPr>
          <p:cNvPr name="Group 38" id="38"/>
          <p:cNvGrpSpPr/>
          <p:nvPr/>
        </p:nvGrpSpPr>
        <p:grpSpPr>
          <a:xfrm rot="0">
            <a:off x="12252960" y="3383280"/>
            <a:ext cx="5486400" cy="822960"/>
            <a:chOff x="0" y="0"/>
            <a:chExt cx="7315200" cy="1097280"/>
          </a:xfrm>
        </p:grpSpPr>
        <p:sp>
          <p:nvSpPr>
            <p:cNvPr name="Freeform 39" id="39"/>
            <p:cNvSpPr/>
            <p:nvPr/>
          </p:nvSpPr>
          <p:spPr>
            <a:xfrm flipH="false" flipV="false" rot="0">
              <a:off x="0" y="0"/>
              <a:ext cx="7315200" cy="1097280"/>
            </a:xfrm>
            <a:custGeom>
              <a:avLst/>
              <a:gdLst/>
              <a:ahLst/>
              <a:cxnLst/>
              <a:rect r="r" b="b" t="t" l="l"/>
              <a:pathLst>
                <a:path h="1097280" w="7315200">
                  <a:moveTo>
                    <a:pt x="0" y="0"/>
                  </a:moveTo>
                  <a:lnTo>
                    <a:pt x="7315200" y="0"/>
                  </a:lnTo>
                  <a:lnTo>
                    <a:pt x="7315200" y="1097280"/>
                  </a:lnTo>
                  <a:lnTo>
                    <a:pt x="0" y="1097280"/>
                  </a:lnTo>
                  <a:close/>
                </a:path>
              </a:pathLst>
            </a:custGeom>
            <a:blipFill>
              <a:blip r:embed="rId2">
                <a:alphaModFix amt="0"/>
              </a:blip>
              <a:stretch>
                <a:fillRect l="0" t="-79900" r="0" b="-79900"/>
              </a:stretch>
            </a:blipFill>
          </p:spPr>
        </p:sp>
        <p:sp>
          <p:nvSpPr>
            <p:cNvPr name="TextBox 40" id="40"/>
            <p:cNvSpPr txBox="true"/>
            <p:nvPr/>
          </p:nvSpPr>
          <p:spPr>
            <a:xfrm>
              <a:off x="0" y="-76200"/>
              <a:ext cx="7315200" cy="117348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41" id="41"/>
          <p:cNvGrpSpPr/>
          <p:nvPr/>
        </p:nvGrpSpPr>
        <p:grpSpPr>
          <a:xfrm rot="0">
            <a:off x="12435840" y="4261104"/>
            <a:ext cx="5120640" cy="640080"/>
            <a:chOff x="0" y="0"/>
            <a:chExt cx="6827520" cy="853440"/>
          </a:xfrm>
        </p:grpSpPr>
        <p:sp>
          <p:nvSpPr>
            <p:cNvPr name="Freeform 42" id="42"/>
            <p:cNvSpPr/>
            <p:nvPr/>
          </p:nvSpPr>
          <p:spPr>
            <a:xfrm flipH="false" flipV="false" rot="0">
              <a:off x="0" y="0"/>
              <a:ext cx="6827520" cy="853440"/>
            </a:xfrm>
            <a:custGeom>
              <a:avLst/>
              <a:gdLst/>
              <a:ahLst/>
              <a:cxnLst/>
              <a:rect r="r" b="b" t="t" l="l"/>
              <a:pathLst>
                <a:path h="853440" w="6827520">
                  <a:moveTo>
                    <a:pt x="0" y="0"/>
                  </a:moveTo>
                  <a:lnTo>
                    <a:pt x="6827520" y="0"/>
                  </a:lnTo>
                  <a:lnTo>
                    <a:pt x="6827520" y="853440"/>
                  </a:lnTo>
                  <a:lnTo>
                    <a:pt x="0" y="853440"/>
                  </a:lnTo>
                  <a:close/>
                </a:path>
              </a:pathLst>
            </a:custGeom>
            <a:blipFill>
              <a:blip r:embed="rId2">
                <a:alphaModFix amt="0"/>
              </a:blip>
              <a:stretch>
                <a:fillRect l="0" t="-105880" r="0" b="-105880"/>
              </a:stretch>
            </a:blipFill>
          </p:spPr>
        </p:sp>
        <p:sp>
          <p:nvSpPr>
            <p:cNvPr name="TextBox 43" id="43"/>
            <p:cNvSpPr txBox="true"/>
            <p:nvPr/>
          </p:nvSpPr>
          <p:spPr>
            <a:xfrm>
              <a:off x="0" y="-9525"/>
              <a:ext cx="6827520" cy="862965"/>
            </a:xfrm>
            <a:prstGeom prst="rect">
              <a:avLst/>
            </a:prstGeom>
          </p:spPr>
          <p:txBody>
            <a:bodyPr anchor="ctr" rtlCol="false" tIns="0" lIns="0" bIns="0" rIns="0"/>
            <a:lstStyle/>
            <a:p>
              <a:pPr algn="ctr">
                <a:lnSpc>
                  <a:spcPts val="2879"/>
                </a:lnSpc>
              </a:pPr>
              <a:r>
                <a:rPr lang="en-US" sz="2400" b="true">
                  <a:solidFill>
                    <a:srgbClr val="6AF7C4"/>
                  </a:solidFill>
                  <a:latin typeface="Arial Bold"/>
                  <a:ea typeface="Arial Bold"/>
                  <a:cs typeface="Arial Bold"/>
                  <a:sym typeface="Arial Bold"/>
                </a:rPr>
                <a:t>Better Decisions</a:t>
              </a:r>
            </a:p>
          </p:txBody>
        </p:sp>
      </p:grpSp>
      <p:grpSp>
        <p:nvGrpSpPr>
          <p:cNvPr name="Group 44" id="44"/>
          <p:cNvGrpSpPr/>
          <p:nvPr/>
        </p:nvGrpSpPr>
        <p:grpSpPr>
          <a:xfrm rot="0">
            <a:off x="12435840" y="4937760"/>
            <a:ext cx="5120640" cy="1097280"/>
            <a:chOff x="0" y="0"/>
            <a:chExt cx="6827520" cy="1463040"/>
          </a:xfrm>
        </p:grpSpPr>
        <p:sp>
          <p:nvSpPr>
            <p:cNvPr name="Freeform 45" id="45"/>
            <p:cNvSpPr/>
            <p:nvPr/>
          </p:nvSpPr>
          <p:spPr>
            <a:xfrm flipH="false" flipV="false" rot="0">
              <a:off x="0" y="0"/>
              <a:ext cx="6827520" cy="1463040"/>
            </a:xfrm>
            <a:custGeom>
              <a:avLst/>
              <a:gdLst/>
              <a:ahLst/>
              <a:cxnLst/>
              <a:rect r="r" b="b" t="t" l="l"/>
              <a:pathLst>
                <a:path h="1463040" w="6827520">
                  <a:moveTo>
                    <a:pt x="0" y="0"/>
                  </a:moveTo>
                  <a:lnTo>
                    <a:pt x="6827520" y="0"/>
                  </a:lnTo>
                  <a:lnTo>
                    <a:pt x="6827520" y="1463040"/>
                  </a:lnTo>
                  <a:lnTo>
                    <a:pt x="0" y="1463040"/>
                  </a:lnTo>
                  <a:close/>
                </a:path>
              </a:pathLst>
            </a:custGeom>
            <a:blipFill>
              <a:blip r:embed="rId2">
                <a:alphaModFix amt="0"/>
              </a:blip>
              <a:stretch>
                <a:fillRect l="0" t="-40930" r="0" b="-40930"/>
              </a:stretch>
            </a:blipFill>
          </p:spPr>
        </p:sp>
        <p:sp>
          <p:nvSpPr>
            <p:cNvPr name="TextBox 46" id="46"/>
            <p:cNvSpPr txBox="true"/>
            <p:nvPr/>
          </p:nvSpPr>
          <p:spPr>
            <a:xfrm>
              <a:off x="0" y="-38100"/>
              <a:ext cx="6827520" cy="1501140"/>
            </a:xfrm>
            <a:prstGeom prst="rect">
              <a:avLst/>
            </a:prstGeom>
          </p:spPr>
          <p:txBody>
            <a:bodyPr anchor="ctr" rtlCol="false" tIns="0" lIns="0" bIns="0" rIns="0"/>
            <a:lstStyle/>
            <a:p>
              <a:pPr algn="ctr">
                <a:lnSpc>
                  <a:spcPts val="2280"/>
                </a:lnSpc>
              </a:pPr>
              <a:r>
                <a:rPr lang="en-US" sz="1900">
                  <a:solidFill>
                    <a:srgbClr val="8888A8"/>
                  </a:solidFill>
                  <a:latin typeface="Calibri (MS)"/>
                  <a:ea typeface="Calibri (MS)"/>
                  <a:cs typeface="Calibri (MS)"/>
                  <a:sym typeface="Calibri (MS)"/>
                </a:rPr>
                <a:t>Ratings and stats help users discover what genres they truly enjoy most</a:t>
              </a:r>
            </a:p>
          </p:txBody>
        </p:sp>
      </p:grpSp>
      <p:grpSp>
        <p:nvGrpSpPr>
          <p:cNvPr name="Group 47" id="47"/>
          <p:cNvGrpSpPr/>
          <p:nvPr/>
        </p:nvGrpSpPr>
        <p:grpSpPr>
          <a:xfrm rot="0">
            <a:off x="535943" y="6570983"/>
            <a:ext cx="5511803" cy="3042923"/>
            <a:chOff x="0" y="0"/>
            <a:chExt cx="7349071" cy="4057231"/>
          </a:xfrm>
        </p:grpSpPr>
        <p:sp>
          <p:nvSpPr>
            <p:cNvPr name="Freeform 48" id="48"/>
            <p:cNvSpPr/>
            <p:nvPr/>
          </p:nvSpPr>
          <p:spPr>
            <a:xfrm flipH="false" flipV="false" rot="0">
              <a:off x="16891" y="16891"/>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1A1A35"/>
            </a:solidFill>
          </p:spPr>
        </p:sp>
        <p:sp>
          <p:nvSpPr>
            <p:cNvPr name="Freeform 49" id="49"/>
            <p:cNvSpPr/>
            <p:nvPr/>
          </p:nvSpPr>
          <p:spPr>
            <a:xfrm flipH="false" flipV="false" rot="0">
              <a:off x="0" y="0"/>
              <a:ext cx="7348982" cy="4057142"/>
            </a:xfrm>
            <a:custGeom>
              <a:avLst/>
              <a:gdLst/>
              <a:ahLst/>
              <a:cxnLst/>
              <a:rect r="r" b="b" t="t" l="l"/>
              <a:pathLst>
                <a:path h="4057142" w="7348982">
                  <a:moveTo>
                    <a:pt x="16891" y="0"/>
                  </a:moveTo>
                  <a:lnTo>
                    <a:pt x="7332091" y="0"/>
                  </a:lnTo>
                  <a:cubicBezTo>
                    <a:pt x="7341489" y="0"/>
                    <a:pt x="7348982" y="7620"/>
                    <a:pt x="7348982" y="16891"/>
                  </a:cubicBezTo>
                  <a:lnTo>
                    <a:pt x="7348982" y="4040251"/>
                  </a:lnTo>
                  <a:cubicBezTo>
                    <a:pt x="7348982" y="4049649"/>
                    <a:pt x="7341362" y="4057142"/>
                    <a:pt x="733209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7332091" y="4023360"/>
                  </a:lnTo>
                  <a:lnTo>
                    <a:pt x="7332091" y="4040251"/>
                  </a:lnTo>
                  <a:lnTo>
                    <a:pt x="7315200" y="4040251"/>
                  </a:lnTo>
                  <a:lnTo>
                    <a:pt x="7315200" y="16891"/>
                  </a:lnTo>
                  <a:lnTo>
                    <a:pt x="7332091" y="16891"/>
                  </a:lnTo>
                  <a:lnTo>
                    <a:pt x="7332091" y="33909"/>
                  </a:lnTo>
                  <a:lnTo>
                    <a:pt x="16891" y="33909"/>
                  </a:lnTo>
                  <a:close/>
                </a:path>
              </a:pathLst>
            </a:custGeom>
            <a:solidFill>
              <a:srgbClr val="F7C46A"/>
            </a:solidFill>
          </p:spPr>
        </p:sp>
      </p:grpSp>
      <p:grpSp>
        <p:nvGrpSpPr>
          <p:cNvPr name="Group 50" id="50"/>
          <p:cNvGrpSpPr/>
          <p:nvPr/>
        </p:nvGrpSpPr>
        <p:grpSpPr>
          <a:xfrm rot="0">
            <a:off x="548640" y="6766560"/>
            <a:ext cx="5486400" cy="822960"/>
            <a:chOff x="0" y="0"/>
            <a:chExt cx="7315200" cy="1097280"/>
          </a:xfrm>
        </p:grpSpPr>
        <p:sp>
          <p:nvSpPr>
            <p:cNvPr name="Freeform 51" id="51"/>
            <p:cNvSpPr/>
            <p:nvPr/>
          </p:nvSpPr>
          <p:spPr>
            <a:xfrm flipH="false" flipV="false" rot="0">
              <a:off x="0" y="0"/>
              <a:ext cx="7315200" cy="1097280"/>
            </a:xfrm>
            <a:custGeom>
              <a:avLst/>
              <a:gdLst/>
              <a:ahLst/>
              <a:cxnLst/>
              <a:rect r="r" b="b" t="t" l="l"/>
              <a:pathLst>
                <a:path h="1097280" w="7315200">
                  <a:moveTo>
                    <a:pt x="0" y="0"/>
                  </a:moveTo>
                  <a:lnTo>
                    <a:pt x="7315200" y="0"/>
                  </a:lnTo>
                  <a:lnTo>
                    <a:pt x="7315200" y="1097280"/>
                  </a:lnTo>
                  <a:lnTo>
                    <a:pt x="0" y="1097280"/>
                  </a:lnTo>
                  <a:close/>
                </a:path>
              </a:pathLst>
            </a:custGeom>
            <a:blipFill>
              <a:blip r:embed="rId2">
                <a:alphaModFix amt="0"/>
              </a:blip>
              <a:stretch>
                <a:fillRect l="0" t="-79900" r="0" b="-79900"/>
              </a:stretch>
            </a:blipFill>
          </p:spPr>
        </p:sp>
        <p:sp>
          <p:nvSpPr>
            <p:cNvPr name="TextBox 52" id="52"/>
            <p:cNvSpPr txBox="true"/>
            <p:nvPr/>
          </p:nvSpPr>
          <p:spPr>
            <a:xfrm>
              <a:off x="0" y="-76200"/>
              <a:ext cx="7315200" cy="117348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53" id="53"/>
          <p:cNvGrpSpPr/>
          <p:nvPr/>
        </p:nvGrpSpPr>
        <p:grpSpPr>
          <a:xfrm rot="0">
            <a:off x="731520" y="7644384"/>
            <a:ext cx="5120640" cy="640080"/>
            <a:chOff x="0" y="0"/>
            <a:chExt cx="6827520" cy="853440"/>
          </a:xfrm>
        </p:grpSpPr>
        <p:sp>
          <p:nvSpPr>
            <p:cNvPr name="Freeform 54" id="54"/>
            <p:cNvSpPr/>
            <p:nvPr/>
          </p:nvSpPr>
          <p:spPr>
            <a:xfrm flipH="false" flipV="false" rot="0">
              <a:off x="0" y="0"/>
              <a:ext cx="6827520" cy="853440"/>
            </a:xfrm>
            <a:custGeom>
              <a:avLst/>
              <a:gdLst/>
              <a:ahLst/>
              <a:cxnLst/>
              <a:rect r="r" b="b" t="t" l="l"/>
              <a:pathLst>
                <a:path h="853440" w="6827520">
                  <a:moveTo>
                    <a:pt x="0" y="0"/>
                  </a:moveTo>
                  <a:lnTo>
                    <a:pt x="6827520" y="0"/>
                  </a:lnTo>
                  <a:lnTo>
                    <a:pt x="6827520" y="853440"/>
                  </a:lnTo>
                  <a:lnTo>
                    <a:pt x="0" y="853440"/>
                  </a:lnTo>
                  <a:close/>
                </a:path>
              </a:pathLst>
            </a:custGeom>
            <a:blipFill>
              <a:blip r:embed="rId2">
                <a:alphaModFix amt="0"/>
              </a:blip>
              <a:stretch>
                <a:fillRect l="0" t="-105880" r="0" b="-105880"/>
              </a:stretch>
            </a:blipFill>
          </p:spPr>
        </p:sp>
        <p:sp>
          <p:nvSpPr>
            <p:cNvPr name="TextBox 55" id="55"/>
            <p:cNvSpPr txBox="true"/>
            <p:nvPr/>
          </p:nvSpPr>
          <p:spPr>
            <a:xfrm>
              <a:off x="0" y="-9525"/>
              <a:ext cx="6827520" cy="862965"/>
            </a:xfrm>
            <a:prstGeom prst="rect">
              <a:avLst/>
            </a:prstGeom>
          </p:spPr>
          <p:txBody>
            <a:bodyPr anchor="ctr" rtlCol="false" tIns="0" lIns="0" bIns="0" rIns="0"/>
            <a:lstStyle/>
            <a:p>
              <a:pPr algn="ctr">
                <a:lnSpc>
                  <a:spcPts val="2879"/>
                </a:lnSpc>
              </a:pPr>
              <a:r>
                <a:rPr lang="en-US" sz="2400" b="true">
                  <a:solidFill>
                    <a:srgbClr val="F7C46A"/>
                  </a:solidFill>
                  <a:latin typeface="Arial Bold"/>
                  <a:ea typeface="Arial Bold"/>
                  <a:cs typeface="Arial Bold"/>
                  <a:sym typeface="Arial Bold"/>
                </a:rPr>
                <a:t>Students &amp; Binge Watchers</a:t>
              </a:r>
            </a:p>
          </p:txBody>
        </p:sp>
      </p:grpSp>
      <p:grpSp>
        <p:nvGrpSpPr>
          <p:cNvPr name="Group 56" id="56"/>
          <p:cNvGrpSpPr/>
          <p:nvPr/>
        </p:nvGrpSpPr>
        <p:grpSpPr>
          <a:xfrm rot="0">
            <a:off x="731520" y="8321040"/>
            <a:ext cx="5120640" cy="1097280"/>
            <a:chOff x="0" y="0"/>
            <a:chExt cx="6827520" cy="1463040"/>
          </a:xfrm>
        </p:grpSpPr>
        <p:sp>
          <p:nvSpPr>
            <p:cNvPr name="Freeform 57" id="57"/>
            <p:cNvSpPr/>
            <p:nvPr/>
          </p:nvSpPr>
          <p:spPr>
            <a:xfrm flipH="false" flipV="false" rot="0">
              <a:off x="0" y="0"/>
              <a:ext cx="6827520" cy="1463040"/>
            </a:xfrm>
            <a:custGeom>
              <a:avLst/>
              <a:gdLst/>
              <a:ahLst/>
              <a:cxnLst/>
              <a:rect r="r" b="b" t="t" l="l"/>
              <a:pathLst>
                <a:path h="1463040" w="6827520">
                  <a:moveTo>
                    <a:pt x="0" y="0"/>
                  </a:moveTo>
                  <a:lnTo>
                    <a:pt x="6827520" y="0"/>
                  </a:lnTo>
                  <a:lnTo>
                    <a:pt x="6827520" y="1463040"/>
                  </a:lnTo>
                  <a:lnTo>
                    <a:pt x="0" y="1463040"/>
                  </a:lnTo>
                  <a:close/>
                </a:path>
              </a:pathLst>
            </a:custGeom>
            <a:blipFill>
              <a:blip r:embed="rId2">
                <a:alphaModFix amt="0"/>
              </a:blip>
              <a:stretch>
                <a:fillRect l="0" t="-40930" r="0" b="-40930"/>
              </a:stretch>
            </a:blipFill>
          </p:spPr>
        </p:sp>
        <p:sp>
          <p:nvSpPr>
            <p:cNvPr name="TextBox 58" id="58"/>
            <p:cNvSpPr txBox="true"/>
            <p:nvPr/>
          </p:nvSpPr>
          <p:spPr>
            <a:xfrm>
              <a:off x="0" y="-38100"/>
              <a:ext cx="6827520" cy="1501140"/>
            </a:xfrm>
            <a:prstGeom prst="rect">
              <a:avLst/>
            </a:prstGeom>
          </p:spPr>
          <p:txBody>
            <a:bodyPr anchor="ctr" rtlCol="false" tIns="0" lIns="0" bIns="0" rIns="0"/>
            <a:lstStyle/>
            <a:p>
              <a:pPr algn="ctr">
                <a:lnSpc>
                  <a:spcPts val="2280"/>
                </a:lnSpc>
              </a:pPr>
              <a:r>
                <a:rPr lang="en-US" sz="1900">
                  <a:solidFill>
                    <a:srgbClr val="8888A8"/>
                  </a:solidFill>
                  <a:latin typeface="Calibri (MS)"/>
                  <a:ea typeface="Calibri (MS)"/>
                  <a:cs typeface="Calibri (MS)"/>
                  <a:sym typeface="Calibri (MS)"/>
                </a:rPr>
                <a:t>Perfect for college students managing entertainment alongside studies</a:t>
              </a:r>
            </a:p>
          </p:txBody>
        </p:sp>
      </p:grpSp>
      <p:grpSp>
        <p:nvGrpSpPr>
          <p:cNvPr name="Group 59" id="59"/>
          <p:cNvGrpSpPr/>
          <p:nvPr/>
        </p:nvGrpSpPr>
        <p:grpSpPr>
          <a:xfrm rot="0">
            <a:off x="6388103" y="6570983"/>
            <a:ext cx="5511803" cy="3042923"/>
            <a:chOff x="0" y="0"/>
            <a:chExt cx="7349071" cy="4057231"/>
          </a:xfrm>
        </p:grpSpPr>
        <p:sp>
          <p:nvSpPr>
            <p:cNvPr name="Freeform 60" id="60"/>
            <p:cNvSpPr/>
            <p:nvPr/>
          </p:nvSpPr>
          <p:spPr>
            <a:xfrm flipH="false" flipV="false" rot="0">
              <a:off x="16891" y="16891"/>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1A1A35"/>
            </a:solidFill>
          </p:spPr>
        </p:sp>
        <p:sp>
          <p:nvSpPr>
            <p:cNvPr name="Freeform 61" id="61"/>
            <p:cNvSpPr/>
            <p:nvPr/>
          </p:nvSpPr>
          <p:spPr>
            <a:xfrm flipH="false" flipV="false" rot="0">
              <a:off x="0" y="0"/>
              <a:ext cx="7348982" cy="4057142"/>
            </a:xfrm>
            <a:custGeom>
              <a:avLst/>
              <a:gdLst/>
              <a:ahLst/>
              <a:cxnLst/>
              <a:rect r="r" b="b" t="t" l="l"/>
              <a:pathLst>
                <a:path h="4057142" w="7348982">
                  <a:moveTo>
                    <a:pt x="16891" y="0"/>
                  </a:moveTo>
                  <a:lnTo>
                    <a:pt x="7332091" y="0"/>
                  </a:lnTo>
                  <a:cubicBezTo>
                    <a:pt x="7341489" y="0"/>
                    <a:pt x="7348982" y="7620"/>
                    <a:pt x="7348982" y="16891"/>
                  </a:cubicBezTo>
                  <a:lnTo>
                    <a:pt x="7348982" y="4040251"/>
                  </a:lnTo>
                  <a:cubicBezTo>
                    <a:pt x="7348982" y="4049649"/>
                    <a:pt x="7341362" y="4057142"/>
                    <a:pt x="733209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7332091" y="4023360"/>
                  </a:lnTo>
                  <a:lnTo>
                    <a:pt x="7332091" y="4040251"/>
                  </a:lnTo>
                  <a:lnTo>
                    <a:pt x="7315200" y="4040251"/>
                  </a:lnTo>
                  <a:lnTo>
                    <a:pt x="7315200" y="16891"/>
                  </a:lnTo>
                  <a:lnTo>
                    <a:pt x="7332091" y="16891"/>
                  </a:lnTo>
                  <a:lnTo>
                    <a:pt x="7332091" y="33909"/>
                  </a:lnTo>
                  <a:lnTo>
                    <a:pt x="16891" y="33909"/>
                  </a:lnTo>
                  <a:close/>
                </a:path>
              </a:pathLst>
            </a:custGeom>
            <a:solidFill>
              <a:srgbClr val="7C6AF7"/>
            </a:solidFill>
          </p:spPr>
        </p:sp>
      </p:grpSp>
      <p:grpSp>
        <p:nvGrpSpPr>
          <p:cNvPr name="Group 62" id="62"/>
          <p:cNvGrpSpPr/>
          <p:nvPr/>
        </p:nvGrpSpPr>
        <p:grpSpPr>
          <a:xfrm rot="0">
            <a:off x="6400800" y="6766560"/>
            <a:ext cx="5486400" cy="822960"/>
            <a:chOff x="0" y="0"/>
            <a:chExt cx="7315200" cy="1097280"/>
          </a:xfrm>
        </p:grpSpPr>
        <p:sp>
          <p:nvSpPr>
            <p:cNvPr name="Freeform 63" id="63"/>
            <p:cNvSpPr/>
            <p:nvPr/>
          </p:nvSpPr>
          <p:spPr>
            <a:xfrm flipH="false" flipV="false" rot="0">
              <a:off x="0" y="0"/>
              <a:ext cx="7315200" cy="1097280"/>
            </a:xfrm>
            <a:custGeom>
              <a:avLst/>
              <a:gdLst/>
              <a:ahLst/>
              <a:cxnLst/>
              <a:rect r="r" b="b" t="t" l="l"/>
              <a:pathLst>
                <a:path h="1097280" w="7315200">
                  <a:moveTo>
                    <a:pt x="0" y="0"/>
                  </a:moveTo>
                  <a:lnTo>
                    <a:pt x="7315200" y="0"/>
                  </a:lnTo>
                  <a:lnTo>
                    <a:pt x="7315200" y="1097280"/>
                  </a:lnTo>
                  <a:lnTo>
                    <a:pt x="0" y="1097280"/>
                  </a:lnTo>
                  <a:close/>
                </a:path>
              </a:pathLst>
            </a:custGeom>
            <a:blipFill>
              <a:blip r:embed="rId2">
                <a:alphaModFix amt="0"/>
              </a:blip>
              <a:stretch>
                <a:fillRect l="0" t="-79900" r="0" b="-79900"/>
              </a:stretch>
            </a:blipFill>
          </p:spPr>
        </p:sp>
        <p:sp>
          <p:nvSpPr>
            <p:cNvPr name="TextBox 64" id="64"/>
            <p:cNvSpPr txBox="true"/>
            <p:nvPr/>
          </p:nvSpPr>
          <p:spPr>
            <a:xfrm>
              <a:off x="0" y="-76200"/>
              <a:ext cx="7315200" cy="117348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65" id="65"/>
          <p:cNvGrpSpPr/>
          <p:nvPr/>
        </p:nvGrpSpPr>
        <p:grpSpPr>
          <a:xfrm rot="0">
            <a:off x="6583680" y="7644384"/>
            <a:ext cx="5120640" cy="640080"/>
            <a:chOff x="0" y="0"/>
            <a:chExt cx="6827520" cy="853440"/>
          </a:xfrm>
        </p:grpSpPr>
        <p:sp>
          <p:nvSpPr>
            <p:cNvPr name="Freeform 66" id="66"/>
            <p:cNvSpPr/>
            <p:nvPr/>
          </p:nvSpPr>
          <p:spPr>
            <a:xfrm flipH="false" flipV="false" rot="0">
              <a:off x="0" y="0"/>
              <a:ext cx="6827520" cy="853440"/>
            </a:xfrm>
            <a:custGeom>
              <a:avLst/>
              <a:gdLst/>
              <a:ahLst/>
              <a:cxnLst/>
              <a:rect r="r" b="b" t="t" l="l"/>
              <a:pathLst>
                <a:path h="853440" w="6827520">
                  <a:moveTo>
                    <a:pt x="0" y="0"/>
                  </a:moveTo>
                  <a:lnTo>
                    <a:pt x="6827520" y="0"/>
                  </a:lnTo>
                  <a:lnTo>
                    <a:pt x="6827520" y="853440"/>
                  </a:lnTo>
                  <a:lnTo>
                    <a:pt x="0" y="853440"/>
                  </a:lnTo>
                  <a:close/>
                </a:path>
              </a:pathLst>
            </a:custGeom>
            <a:blipFill>
              <a:blip r:embed="rId2">
                <a:alphaModFix amt="0"/>
              </a:blip>
              <a:stretch>
                <a:fillRect l="0" t="-105880" r="0" b="-105880"/>
              </a:stretch>
            </a:blipFill>
          </p:spPr>
        </p:sp>
        <p:sp>
          <p:nvSpPr>
            <p:cNvPr name="TextBox 67" id="67"/>
            <p:cNvSpPr txBox="true"/>
            <p:nvPr/>
          </p:nvSpPr>
          <p:spPr>
            <a:xfrm>
              <a:off x="0" y="-9525"/>
              <a:ext cx="6827520" cy="862965"/>
            </a:xfrm>
            <a:prstGeom prst="rect">
              <a:avLst/>
            </a:prstGeom>
          </p:spPr>
          <p:txBody>
            <a:bodyPr anchor="ctr" rtlCol="false" tIns="0" lIns="0" bIns="0" rIns="0"/>
            <a:lstStyle/>
            <a:p>
              <a:pPr algn="ctr">
                <a:lnSpc>
                  <a:spcPts val="2879"/>
                </a:lnSpc>
              </a:pPr>
              <a:r>
                <a:rPr lang="en-US" sz="2400" b="true">
                  <a:solidFill>
                    <a:srgbClr val="7C6AF7"/>
                  </a:solidFill>
                  <a:latin typeface="Arial Bold"/>
                  <a:ea typeface="Arial Bold"/>
                  <a:cs typeface="Arial Bold"/>
                  <a:sym typeface="Arial Bold"/>
                </a:rPr>
                <a:t>Universally Accessible</a:t>
              </a:r>
            </a:p>
          </p:txBody>
        </p:sp>
      </p:grpSp>
      <p:grpSp>
        <p:nvGrpSpPr>
          <p:cNvPr name="Group 68" id="68"/>
          <p:cNvGrpSpPr/>
          <p:nvPr/>
        </p:nvGrpSpPr>
        <p:grpSpPr>
          <a:xfrm rot="0">
            <a:off x="6583680" y="8321040"/>
            <a:ext cx="5120640" cy="1097280"/>
            <a:chOff x="0" y="0"/>
            <a:chExt cx="6827520" cy="1463040"/>
          </a:xfrm>
        </p:grpSpPr>
        <p:sp>
          <p:nvSpPr>
            <p:cNvPr name="Freeform 69" id="69"/>
            <p:cNvSpPr/>
            <p:nvPr/>
          </p:nvSpPr>
          <p:spPr>
            <a:xfrm flipH="false" flipV="false" rot="0">
              <a:off x="0" y="0"/>
              <a:ext cx="6827520" cy="1463040"/>
            </a:xfrm>
            <a:custGeom>
              <a:avLst/>
              <a:gdLst/>
              <a:ahLst/>
              <a:cxnLst/>
              <a:rect r="r" b="b" t="t" l="l"/>
              <a:pathLst>
                <a:path h="1463040" w="6827520">
                  <a:moveTo>
                    <a:pt x="0" y="0"/>
                  </a:moveTo>
                  <a:lnTo>
                    <a:pt x="6827520" y="0"/>
                  </a:lnTo>
                  <a:lnTo>
                    <a:pt x="6827520" y="1463040"/>
                  </a:lnTo>
                  <a:lnTo>
                    <a:pt x="0" y="1463040"/>
                  </a:lnTo>
                  <a:close/>
                </a:path>
              </a:pathLst>
            </a:custGeom>
            <a:blipFill>
              <a:blip r:embed="rId2">
                <a:alphaModFix amt="0"/>
              </a:blip>
              <a:stretch>
                <a:fillRect l="0" t="-40930" r="0" b="-40930"/>
              </a:stretch>
            </a:blipFill>
          </p:spPr>
        </p:sp>
        <p:sp>
          <p:nvSpPr>
            <p:cNvPr name="TextBox 70" id="70"/>
            <p:cNvSpPr txBox="true"/>
            <p:nvPr/>
          </p:nvSpPr>
          <p:spPr>
            <a:xfrm>
              <a:off x="0" y="-38100"/>
              <a:ext cx="6827520" cy="1501140"/>
            </a:xfrm>
            <a:prstGeom prst="rect">
              <a:avLst/>
            </a:prstGeom>
          </p:spPr>
          <p:txBody>
            <a:bodyPr anchor="ctr" rtlCol="false" tIns="0" lIns="0" bIns="0" rIns="0"/>
            <a:lstStyle/>
            <a:p>
              <a:pPr algn="ctr">
                <a:lnSpc>
                  <a:spcPts val="2280"/>
                </a:lnSpc>
              </a:pPr>
              <a:r>
                <a:rPr lang="en-US" sz="1900">
                  <a:solidFill>
                    <a:srgbClr val="8888A8"/>
                  </a:solidFill>
                  <a:latin typeface="Calibri (MS)"/>
                  <a:ea typeface="Calibri (MS)"/>
                  <a:cs typeface="Calibri (MS)"/>
                  <a:sym typeface="Calibri (MS)"/>
                </a:rPr>
                <a:t>Web-based application works on any device with a modern browser</a:t>
              </a:r>
            </a:p>
          </p:txBody>
        </p:sp>
      </p:grpSp>
      <p:grpSp>
        <p:nvGrpSpPr>
          <p:cNvPr name="Group 71" id="71"/>
          <p:cNvGrpSpPr/>
          <p:nvPr/>
        </p:nvGrpSpPr>
        <p:grpSpPr>
          <a:xfrm rot="0">
            <a:off x="12240263" y="6570983"/>
            <a:ext cx="5511803" cy="3042923"/>
            <a:chOff x="0" y="0"/>
            <a:chExt cx="7349071" cy="4057231"/>
          </a:xfrm>
        </p:grpSpPr>
        <p:sp>
          <p:nvSpPr>
            <p:cNvPr name="Freeform 72" id="72"/>
            <p:cNvSpPr/>
            <p:nvPr/>
          </p:nvSpPr>
          <p:spPr>
            <a:xfrm flipH="false" flipV="false" rot="0">
              <a:off x="16891" y="16891"/>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1A1A35"/>
            </a:solidFill>
          </p:spPr>
        </p:sp>
        <p:sp>
          <p:nvSpPr>
            <p:cNvPr name="Freeform 73" id="73"/>
            <p:cNvSpPr/>
            <p:nvPr/>
          </p:nvSpPr>
          <p:spPr>
            <a:xfrm flipH="false" flipV="false" rot="0">
              <a:off x="0" y="0"/>
              <a:ext cx="7348982" cy="4057142"/>
            </a:xfrm>
            <a:custGeom>
              <a:avLst/>
              <a:gdLst/>
              <a:ahLst/>
              <a:cxnLst/>
              <a:rect r="r" b="b" t="t" l="l"/>
              <a:pathLst>
                <a:path h="4057142" w="7348982">
                  <a:moveTo>
                    <a:pt x="16891" y="0"/>
                  </a:moveTo>
                  <a:lnTo>
                    <a:pt x="7332091" y="0"/>
                  </a:lnTo>
                  <a:cubicBezTo>
                    <a:pt x="7341489" y="0"/>
                    <a:pt x="7348982" y="7620"/>
                    <a:pt x="7348982" y="16891"/>
                  </a:cubicBezTo>
                  <a:lnTo>
                    <a:pt x="7348982" y="4040251"/>
                  </a:lnTo>
                  <a:cubicBezTo>
                    <a:pt x="7348982" y="4049649"/>
                    <a:pt x="7341362" y="4057142"/>
                    <a:pt x="733209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7332091" y="4023360"/>
                  </a:lnTo>
                  <a:lnTo>
                    <a:pt x="7332091" y="4040251"/>
                  </a:lnTo>
                  <a:lnTo>
                    <a:pt x="7315200" y="4040251"/>
                  </a:lnTo>
                  <a:lnTo>
                    <a:pt x="7315200" y="16891"/>
                  </a:lnTo>
                  <a:lnTo>
                    <a:pt x="7332091" y="16891"/>
                  </a:lnTo>
                  <a:lnTo>
                    <a:pt x="7332091" y="33909"/>
                  </a:lnTo>
                  <a:lnTo>
                    <a:pt x="16891" y="33909"/>
                  </a:lnTo>
                  <a:close/>
                </a:path>
              </a:pathLst>
            </a:custGeom>
            <a:solidFill>
              <a:srgbClr val="F76A6A"/>
            </a:solidFill>
          </p:spPr>
        </p:sp>
      </p:grpSp>
      <p:grpSp>
        <p:nvGrpSpPr>
          <p:cNvPr name="Group 74" id="74"/>
          <p:cNvGrpSpPr/>
          <p:nvPr/>
        </p:nvGrpSpPr>
        <p:grpSpPr>
          <a:xfrm rot="0">
            <a:off x="12252960" y="6766560"/>
            <a:ext cx="5486400" cy="822960"/>
            <a:chOff x="0" y="0"/>
            <a:chExt cx="7315200" cy="1097280"/>
          </a:xfrm>
        </p:grpSpPr>
        <p:sp>
          <p:nvSpPr>
            <p:cNvPr name="Freeform 75" id="75"/>
            <p:cNvSpPr/>
            <p:nvPr/>
          </p:nvSpPr>
          <p:spPr>
            <a:xfrm flipH="false" flipV="false" rot="0">
              <a:off x="0" y="0"/>
              <a:ext cx="7315200" cy="1097280"/>
            </a:xfrm>
            <a:custGeom>
              <a:avLst/>
              <a:gdLst/>
              <a:ahLst/>
              <a:cxnLst/>
              <a:rect r="r" b="b" t="t" l="l"/>
              <a:pathLst>
                <a:path h="1097280" w="7315200">
                  <a:moveTo>
                    <a:pt x="0" y="0"/>
                  </a:moveTo>
                  <a:lnTo>
                    <a:pt x="7315200" y="0"/>
                  </a:lnTo>
                  <a:lnTo>
                    <a:pt x="7315200" y="1097280"/>
                  </a:lnTo>
                  <a:lnTo>
                    <a:pt x="0" y="1097280"/>
                  </a:lnTo>
                  <a:close/>
                </a:path>
              </a:pathLst>
            </a:custGeom>
            <a:blipFill>
              <a:blip r:embed="rId2">
                <a:alphaModFix amt="0"/>
              </a:blip>
              <a:stretch>
                <a:fillRect l="0" t="-79900" r="0" b="-79900"/>
              </a:stretch>
            </a:blipFill>
          </p:spPr>
        </p:sp>
        <p:sp>
          <p:nvSpPr>
            <p:cNvPr name="TextBox 76" id="76"/>
            <p:cNvSpPr txBox="true"/>
            <p:nvPr/>
          </p:nvSpPr>
          <p:spPr>
            <a:xfrm>
              <a:off x="0" y="-76200"/>
              <a:ext cx="7315200" cy="117348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77" id="77"/>
          <p:cNvGrpSpPr/>
          <p:nvPr/>
        </p:nvGrpSpPr>
        <p:grpSpPr>
          <a:xfrm rot="0">
            <a:off x="12435840" y="7644384"/>
            <a:ext cx="5120640" cy="640080"/>
            <a:chOff x="0" y="0"/>
            <a:chExt cx="6827520" cy="853440"/>
          </a:xfrm>
        </p:grpSpPr>
        <p:sp>
          <p:nvSpPr>
            <p:cNvPr name="Freeform 78" id="78"/>
            <p:cNvSpPr/>
            <p:nvPr/>
          </p:nvSpPr>
          <p:spPr>
            <a:xfrm flipH="false" flipV="false" rot="0">
              <a:off x="0" y="0"/>
              <a:ext cx="6827520" cy="853440"/>
            </a:xfrm>
            <a:custGeom>
              <a:avLst/>
              <a:gdLst/>
              <a:ahLst/>
              <a:cxnLst/>
              <a:rect r="r" b="b" t="t" l="l"/>
              <a:pathLst>
                <a:path h="853440" w="6827520">
                  <a:moveTo>
                    <a:pt x="0" y="0"/>
                  </a:moveTo>
                  <a:lnTo>
                    <a:pt x="6827520" y="0"/>
                  </a:lnTo>
                  <a:lnTo>
                    <a:pt x="6827520" y="853440"/>
                  </a:lnTo>
                  <a:lnTo>
                    <a:pt x="0" y="853440"/>
                  </a:lnTo>
                  <a:close/>
                </a:path>
              </a:pathLst>
            </a:custGeom>
            <a:blipFill>
              <a:blip r:embed="rId2">
                <a:alphaModFix amt="0"/>
              </a:blip>
              <a:stretch>
                <a:fillRect l="0" t="-105880" r="0" b="-105880"/>
              </a:stretch>
            </a:blipFill>
          </p:spPr>
        </p:sp>
        <p:sp>
          <p:nvSpPr>
            <p:cNvPr name="TextBox 79" id="79"/>
            <p:cNvSpPr txBox="true"/>
            <p:nvPr/>
          </p:nvSpPr>
          <p:spPr>
            <a:xfrm>
              <a:off x="0" y="-9525"/>
              <a:ext cx="6827520" cy="862965"/>
            </a:xfrm>
            <a:prstGeom prst="rect">
              <a:avLst/>
            </a:prstGeom>
          </p:spPr>
          <p:txBody>
            <a:bodyPr anchor="ctr" rtlCol="false" tIns="0" lIns="0" bIns="0" rIns="0"/>
            <a:lstStyle/>
            <a:p>
              <a:pPr algn="ctr">
                <a:lnSpc>
                  <a:spcPts val="2879"/>
                </a:lnSpc>
              </a:pPr>
              <a:r>
                <a:rPr lang="en-US" sz="2400" b="true">
                  <a:solidFill>
                    <a:srgbClr val="F76A6A"/>
                  </a:solidFill>
                  <a:latin typeface="Arial Bold"/>
                  <a:ea typeface="Arial Bold"/>
                  <a:cs typeface="Arial Bold"/>
                  <a:sym typeface="Arial Bold"/>
                </a:rPr>
                <a:t>Private &amp; Secure</a:t>
              </a:r>
            </a:p>
          </p:txBody>
        </p:sp>
      </p:grpSp>
      <p:grpSp>
        <p:nvGrpSpPr>
          <p:cNvPr name="Group 80" id="80"/>
          <p:cNvGrpSpPr/>
          <p:nvPr/>
        </p:nvGrpSpPr>
        <p:grpSpPr>
          <a:xfrm rot="0">
            <a:off x="12435840" y="8321040"/>
            <a:ext cx="5120640" cy="1097280"/>
            <a:chOff x="0" y="0"/>
            <a:chExt cx="6827520" cy="1463040"/>
          </a:xfrm>
        </p:grpSpPr>
        <p:sp>
          <p:nvSpPr>
            <p:cNvPr name="Freeform 81" id="81"/>
            <p:cNvSpPr/>
            <p:nvPr/>
          </p:nvSpPr>
          <p:spPr>
            <a:xfrm flipH="false" flipV="false" rot="0">
              <a:off x="0" y="0"/>
              <a:ext cx="6827520" cy="1463040"/>
            </a:xfrm>
            <a:custGeom>
              <a:avLst/>
              <a:gdLst/>
              <a:ahLst/>
              <a:cxnLst/>
              <a:rect r="r" b="b" t="t" l="l"/>
              <a:pathLst>
                <a:path h="1463040" w="6827520">
                  <a:moveTo>
                    <a:pt x="0" y="0"/>
                  </a:moveTo>
                  <a:lnTo>
                    <a:pt x="6827520" y="0"/>
                  </a:lnTo>
                  <a:lnTo>
                    <a:pt x="6827520" y="1463040"/>
                  </a:lnTo>
                  <a:lnTo>
                    <a:pt x="0" y="1463040"/>
                  </a:lnTo>
                  <a:close/>
                </a:path>
              </a:pathLst>
            </a:custGeom>
            <a:blipFill>
              <a:blip r:embed="rId2">
                <a:alphaModFix amt="0"/>
              </a:blip>
              <a:stretch>
                <a:fillRect l="0" t="-40930" r="0" b="-40930"/>
              </a:stretch>
            </a:blipFill>
          </p:spPr>
        </p:sp>
        <p:sp>
          <p:nvSpPr>
            <p:cNvPr name="TextBox 82" id="82"/>
            <p:cNvSpPr txBox="true"/>
            <p:nvPr/>
          </p:nvSpPr>
          <p:spPr>
            <a:xfrm>
              <a:off x="0" y="-38100"/>
              <a:ext cx="6827520" cy="1501140"/>
            </a:xfrm>
            <a:prstGeom prst="rect">
              <a:avLst/>
            </a:prstGeom>
          </p:spPr>
          <p:txBody>
            <a:bodyPr anchor="ctr" rtlCol="false" tIns="0" lIns="0" bIns="0" rIns="0"/>
            <a:lstStyle/>
            <a:p>
              <a:pPr algn="ctr">
                <a:lnSpc>
                  <a:spcPts val="2280"/>
                </a:lnSpc>
              </a:pPr>
              <a:r>
                <a:rPr lang="en-US" sz="1900">
                  <a:solidFill>
                    <a:srgbClr val="8888A8"/>
                  </a:solidFill>
                  <a:latin typeface="Calibri (MS)"/>
                  <a:ea typeface="Calibri (MS)"/>
                  <a:cs typeface="Calibri (MS)"/>
                  <a:sym typeface="Calibri (MS)"/>
                </a:rPr>
                <a:t>Each user's data is fully isolated with Django's session-based auth</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16891" y="16891"/>
              <a:ext cx="292608" cy="13715999"/>
            </a:xfrm>
            <a:custGeom>
              <a:avLst/>
              <a:gdLst/>
              <a:ahLst/>
              <a:cxnLst/>
              <a:rect r="r" b="b" t="t" l="l"/>
              <a:pathLst>
                <a:path h="13715999" w="292608">
                  <a:moveTo>
                    <a:pt x="0" y="0"/>
                  </a:moveTo>
                  <a:lnTo>
                    <a:pt x="292608" y="0"/>
                  </a:lnTo>
                  <a:lnTo>
                    <a:pt x="292608" y="13715999"/>
                  </a:lnTo>
                  <a:lnTo>
                    <a:pt x="0" y="13715999"/>
                  </a:lnTo>
                  <a:close/>
                </a:path>
              </a:pathLst>
            </a:custGeom>
            <a:solidFill>
              <a:srgbClr val="7C6AF7"/>
            </a:solidFill>
          </p:spPr>
        </p:sp>
        <p:sp>
          <p:nvSpPr>
            <p:cNvPr name="Freeform 4" id="4"/>
            <p:cNvSpPr/>
            <p:nvPr/>
          </p:nvSpPr>
          <p:spPr>
            <a:xfrm flipH="false" flipV="false" rot="0">
              <a:off x="0" y="0"/>
              <a:ext cx="326390" cy="13749782"/>
            </a:xfrm>
            <a:custGeom>
              <a:avLst/>
              <a:gdLst/>
              <a:ahLst/>
              <a:cxnLst/>
              <a:rect r="r" b="b" t="t" l="l"/>
              <a:pathLst>
                <a:path h="13749782" w="326390">
                  <a:moveTo>
                    <a:pt x="16891" y="0"/>
                  </a:moveTo>
                  <a:lnTo>
                    <a:pt x="309499" y="0"/>
                  </a:lnTo>
                  <a:cubicBezTo>
                    <a:pt x="318897" y="0"/>
                    <a:pt x="326390" y="7620"/>
                    <a:pt x="326390" y="16891"/>
                  </a:cubicBezTo>
                  <a:lnTo>
                    <a:pt x="326390" y="13732890"/>
                  </a:lnTo>
                  <a:cubicBezTo>
                    <a:pt x="326390" y="13742290"/>
                    <a:pt x="318770" y="13749782"/>
                    <a:pt x="309499"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09499" y="13716000"/>
                  </a:lnTo>
                  <a:lnTo>
                    <a:pt x="309499" y="13732890"/>
                  </a:lnTo>
                  <a:lnTo>
                    <a:pt x="292608" y="13732890"/>
                  </a:lnTo>
                  <a:lnTo>
                    <a:pt x="292608" y="16891"/>
                  </a:lnTo>
                  <a:lnTo>
                    <a:pt x="309499" y="16891"/>
                  </a:lnTo>
                  <a:lnTo>
                    <a:pt x="309499" y="33909"/>
                  </a:lnTo>
                  <a:lnTo>
                    <a:pt x="16891" y="33909"/>
                  </a:lnTo>
                  <a:close/>
                </a:path>
              </a:pathLst>
            </a:custGeom>
            <a:solidFill>
              <a:srgbClr val="7C6AF7"/>
            </a:solidFill>
          </p:spPr>
        </p:sp>
      </p:grpSp>
      <p:grpSp>
        <p:nvGrpSpPr>
          <p:cNvPr name="Group 5" id="5"/>
          <p:cNvGrpSpPr/>
          <p:nvPr/>
        </p:nvGrpSpPr>
        <p:grpSpPr>
          <a:xfrm rot="0">
            <a:off x="548640" y="274320"/>
            <a:ext cx="2194560" cy="2585889"/>
            <a:chOff x="0" y="0"/>
            <a:chExt cx="2926080" cy="3447852"/>
          </a:xfrm>
        </p:grpSpPr>
        <p:sp>
          <p:nvSpPr>
            <p:cNvPr name="Freeform 6" id="6"/>
            <p:cNvSpPr/>
            <p:nvPr/>
          </p:nvSpPr>
          <p:spPr>
            <a:xfrm flipH="false" flipV="false" rot="0">
              <a:off x="0" y="0"/>
              <a:ext cx="2926080" cy="3447852"/>
            </a:xfrm>
            <a:custGeom>
              <a:avLst/>
              <a:gdLst/>
              <a:ahLst/>
              <a:cxnLst/>
              <a:rect r="r" b="b" t="t" l="l"/>
              <a:pathLst>
                <a:path h="3447852" w="2926080">
                  <a:moveTo>
                    <a:pt x="0" y="0"/>
                  </a:moveTo>
                  <a:lnTo>
                    <a:pt x="2926080" y="0"/>
                  </a:lnTo>
                  <a:lnTo>
                    <a:pt x="2926080" y="3447852"/>
                  </a:lnTo>
                  <a:lnTo>
                    <a:pt x="0" y="3447852"/>
                  </a:lnTo>
                  <a:close/>
                </a:path>
              </a:pathLst>
            </a:custGeom>
            <a:blipFill>
              <a:blip r:embed="rId2">
                <a:alphaModFix amt="0"/>
              </a:blip>
              <a:stretch>
                <a:fillRect l="-24843" t="0" r="-24843" b="50494"/>
              </a:stretch>
            </a:blipFill>
          </p:spPr>
        </p:sp>
        <p:sp>
          <p:nvSpPr>
            <p:cNvPr name="TextBox 7" id="7"/>
            <p:cNvSpPr txBox="true"/>
            <p:nvPr/>
          </p:nvSpPr>
          <p:spPr>
            <a:xfrm>
              <a:off x="0" y="-28575"/>
              <a:ext cx="2926080" cy="3476427"/>
            </a:xfrm>
            <a:prstGeom prst="rect">
              <a:avLst/>
            </a:prstGeom>
          </p:spPr>
          <p:txBody>
            <a:bodyPr anchor="ctr" rtlCol="false" tIns="0" lIns="0" bIns="0" rIns="0"/>
            <a:lstStyle/>
            <a:p>
              <a:pPr algn="l">
                <a:lnSpc>
                  <a:spcPts val="8640"/>
                </a:lnSpc>
              </a:pPr>
              <a:r>
                <a:rPr lang="en-US" sz="7200" b="true">
                  <a:solidFill>
                    <a:srgbClr val="7C6AF7"/>
                  </a:solidFill>
                  <a:latin typeface="Arial Bold"/>
                  <a:ea typeface="Arial Bold"/>
                  <a:cs typeface="Arial Bold"/>
                  <a:sym typeface="Arial Bold"/>
                </a:rPr>
                <a:t>15</a:t>
              </a:r>
            </a:p>
            <a:p>
              <a:pPr algn="l">
                <a:lnSpc>
                  <a:spcPts val="8640"/>
                </a:lnSpc>
              </a:pPr>
            </a:p>
          </p:txBody>
        </p:sp>
      </p:grpSp>
      <p:grpSp>
        <p:nvGrpSpPr>
          <p:cNvPr name="Group 8" id="8"/>
          <p:cNvGrpSpPr/>
          <p:nvPr/>
        </p:nvGrpSpPr>
        <p:grpSpPr>
          <a:xfrm rot="0">
            <a:off x="548640" y="1463040"/>
            <a:ext cx="16459200" cy="1005840"/>
            <a:chOff x="0" y="0"/>
            <a:chExt cx="21945600" cy="1341120"/>
          </a:xfrm>
        </p:grpSpPr>
        <p:sp>
          <p:nvSpPr>
            <p:cNvPr name="Freeform 9" id="9"/>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0" id="10"/>
            <p:cNvSpPr txBox="true"/>
            <p:nvPr/>
          </p:nvSpPr>
          <p:spPr>
            <a:xfrm>
              <a:off x="0" y="-28575"/>
              <a:ext cx="21945600" cy="1369695"/>
            </a:xfrm>
            <a:prstGeom prst="rect">
              <a:avLst/>
            </a:prstGeom>
          </p:spPr>
          <p:txBody>
            <a:bodyPr anchor="ctr" rtlCol="false" tIns="0" lIns="0" bIns="0" rIns="0"/>
            <a:lstStyle/>
            <a:p>
              <a:pPr algn="l">
                <a:lnSpc>
                  <a:spcPts val="7200"/>
                </a:lnSpc>
              </a:pPr>
              <a:r>
                <a:rPr lang="en-US" sz="6000" b="true">
                  <a:solidFill>
                    <a:srgbClr val="FFFFFF"/>
                  </a:solidFill>
                  <a:latin typeface="Arial Bold"/>
                  <a:ea typeface="Arial Bold"/>
                  <a:cs typeface="Arial Bold"/>
                  <a:sym typeface="Arial Bold"/>
                </a:rPr>
                <a:t>Before vs After TRAKORY</a:t>
              </a:r>
            </a:p>
          </p:txBody>
        </p:sp>
      </p:grpSp>
      <p:grpSp>
        <p:nvGrpSpPr>
          <p:cNvPr name="Group 11" id="11"/>
          <p:cNvGrpSpPr/>
          <p:nvPr/>
        </p:nvGrpSpPr>
        <p:grpSpPr>
          <a:xfrm rot="0">
            <a:off x="535943" y="2821943"/>
            <a:ext cx="8072123" cy="939803"/>
            <a:chOff x="0" y="0"/>
            <a:chExt cx="10762831" cy="1253071"/>
          </a:xfrm>
        </p:grpSpPr>
        <p:sp>
          <p:nvSpPr>
            <p:cNvPr name="Freeform 12" id="12"/>
            <p:cNvSpPr/>
            <p:nvPr/>
          </p:nvSpPr>
          <p:spPr>
            <a:xfrm flipH="false" flipV="false" rot="0">
              <a:off x="16891" y="16891"/>
              <a:ext cx="10728960" cy="1219200"/>
            </a:xfrm>
            <a:custGeom>
              <a:avLst/>
              <a:gdLst/>
              <a:ahLst/>
              <a:cxnLst/>
              <a:rect r="r" b="b" t="t" l="l"/>
              <a:pathLst>
                <a:path h="1219200" w="10728960">
                  <a:moveTo>
                    <a:pt x="0" y="0"/>
                  </a:moveTo>
                  <a:lnTo>
                    <a:pt x="10728960" y="0"/>
                  </a:lnTo>
                  <a:lnTo>
                    <a:pt x="10728960" y="1219200"/>
                  </a:lnTo>
                  <a:lnTo>
                    <a:pt x="0" y="1219200"/>
                  </a:lnTo>
                  <a:close/>
                </a:path>
              </a:pathLst>
            </a:custGeom>
            <a:solidFill>
              <a:srgbClr val="F76A6A">
                <a:alpha val="63922"/>
              </a:srgbClr>
            </a:solidFill>
          </p:spPr>
        </p:sp>
        <p:sp>
          <p:nvSpPr>
            <p:cNvPr name="Freeform 13" id="13"/>
            <p:cNvSpPr/>
            <p:nvPr/>
          </p:nvSpPr>
          <p:spPr>
            <a:xfrm flipH="false" flipV="false" rot="0">
              <a:off x="0" y="0"/>
              <a:ext cx="10762742" cy="1252984"/>
            </a:xfrm>
            <a:custGeom>
              <a:avLst/>
              <a:gdLst/>
              <a:ahLst/>
              <a:cxnLst/>
              <a:rect r="r" b="b" t="t" l="l"/>
              <a:pathLst>
                <a:path h="1252984" w="10762742">
                  <a:moveTo>
                    <a:pt x="16891" y="0"/>
                  </a:moveTo>
                  <a:lnTo>
                    <a:pt x="10745851" y="0"/>
                  </a:lnTo>
                  <a:cubicBezTo>
                    <a:pt x="10755249" y="0"/>
                    <a:pt x="10762742" y="7620"/>
                    <a:pt x="10762742" y="16891"/>
                  </a:cubicBezTo>
                  <a:lnTo>
                    <a:pt x="10762742" y="1236091"/>
                  </a:lnTo>
                  <a:cubicBezTo>
                    <a:pt x="10762742" y="1245489"/>
                    <a:pt x="10755122" y="1252982"/>
                    <a:pt x="10745851" y="1252982"/>
                  </a:cubicBezTo>
                  <a:lnTo>
                    <a:pt x="16891" y="1252982"/>
                  </a:lnTo>
                  <a:cubicBezTo>
                    <a:pt x="7620" y="1253109"/>
                    <a:pt x="0" y="1245489"/>
                    <a:pt x="0" y="1236091"/>
                  </a:cubicBezTo>
                  <a:lnTo>
                    <a:pt x="0" y="16891"/>
                  </a:lnTo>
                  <a:cubicBezTo>
                    <a:pt x="0" y="7620"/>
                    <a:pt x="7620" y="0"/>
                    <a:pt x="16891" y="0"/>
                  </a:cubicBezTo>
                  <a:moveTo>
                    <a:pt x="16891" y="33909"/>
                  </a:moveTo>
                  <a:lnTo>
                    <a:pt x="16891" y="16891"/>
                  </a:lnTo>
                  <a:lnTo>
                    <a:pt x="33909" y="16891"/>
                  </a:lnTo>
                  <a:lnTo>
                    <a:pt x="33909" y="1236091"/>
                  </a:lnTo>
                  <a:lnTo>
                    <a:pt x="16891" y="1236091"/>
                  </a:lnTo>
                  <a:lnTo>
                    <a:pt x="16891" y="1219200"/>
                  </a:lnTo>
                  <a:lnTo>
                    <a:pt x="10745851" y="1219200"/>
                  </a:lnTo>
                  <a:lnTo>
                    <a:pt x="10745851" y="1236091"/>
                  </a:lnTo>
                  <a:lnTo>
                    <a:pt x="10728960" y="1236091"/>
                  </a:lnTo>
                  <a:lnTo>
                    <a:pt x="10728960" y="16891"/>
                  </a:lnTo>
                  <a:lnTo>
                    <a:pt x="10745851" y="16891"/>
                  </a:lnTo>
                  <a:lnTo>
                    <a:pt x="10745851" y="33909"/>
                  </a:lnTo>
                  <a:lnTo>
                    <a:pt x="16891" y="33909"/>
                  </a:lnTo>
                  <a:close/>
                </a:path>
              </a:pathLst>
            </a:custGeom>
            <a:solidFill>
              <a:srgbClr val="F76A6A"/>
            </a:solidFill>
          </p:spPr>
        </p:sp>
      </p:grpSp>
      <p:grpSp>
        <p:nvGrpSpPr>
          <p:cNvPr name="Group 14" id="14"/>
          <p:cNvGrpSpPr/>
          <p:nvPr/>
        </p:nvGrpSpPr>
        <p:grpSpPr>
          <a:xfrm rot="0">
            <a:off x="548640" y="2834640"/>
            <a:ext cx="8046720" cy="914400"/>
            <a:chOff x="0" y="0"/>
            <a:chExt cx="10728960" cy="1219200"/>
          </a:xfrm>
        </p:grpSpPr>
        <p:sp>
          <p:nvSpPr>
            <p:cNvPr name="Freeform 15" id="15"/>
            <p:cNvSpPr/>
            <p:nvPr/>
          </p:nvSpPr>
          <p:spPr>
            <a:xfrm flipH="false" flipV="false" rot="0">
              <a:off x="0" y="0"/>
              <a:ext cx="10728960" cy="1219200"/>
            </a:xfrm>
            <a:custGeom>
              <a:avLst/>
              <a:gdLst/>
              <a:ahLst/>
              <a:cxnLst/>
              <a:rect r="r" b="b" t="t" l="l"/>
              <a:pathLst>
                <a:path h="1219200" w="10728960">
                  <a:moveTo>
                    <a:pt x="0" y="0"/>
                  </a:moveTo>
                  <a:lnTo>
                    <a:pt x="10728960" y="0"/>
                  </a:lnTo>
                  <a:lnTo>
                    <a:pt x="10728960" y="1219200"/>
                  </a:lnTo>
                  <a:lnTo>
                    <a:pt x="0" y="1219200"/>
                  </a:lnTo>
                  <a:close/>
                </a:path>
              </a:pathLst>
            </a:custGeom>
            <a:blipFill>
              <a:blip r:embed="rId2">
                <a:alphaModFix amt="0"/>
              </a:blip>
              <a:stretch>
                <a:fillRect l="0" t="-121468" r="0" b="-121468"/>
              </a:stretch>
            </a:blipFill>
          </p:spPr>
        </p:sp>
        <p:sp>
          <p:nvSpPr>
            <p:cNvPr name="TextBox 16" id="16"/>
            <p:cNvSpPr txBox="true"/>
            <p:nvPr/>
          </p:nvSpPr>
          <p:spPr>
            <a:xfrm>
              <a:off x="0" y="-19050"/>
              <a:ext cx="10728960" cy="1238250"/>
            </a:xfrm>
            <a:prstGeom prst="rect">
              <a:avLst/>
            </a:prstGeom>
          </p:spPr>
          <p:txBody>
            <a:bodyPr anchor="ctr" rtlCol="false" tIns="0" lIns="0" bIns="0" rIns="0"/>
            <a:lstStyle/>
            <a:p>
              <a:pPr algn="ctr">
                <a:lnSpc>
                  <a:spcPts val="3120"/>
                </a:lnSpc>
              </a:pPr>
              <a:r>
                <a:rPr lang="en-US" sz="2600" b="true">
                  <a:solidFill>
                    <a:srgbClr val="F76A6A"/>
                  </a:solidFill>
                  <a:latin typeface="Arial Bold"/>
                  <a:ea typeface="Arial Bold"/>
                  <a:cs typeface="Arial Bold"/>
                  <a:sym typeface="Arial Bold"/>
                </a:rPr>
                <a:t>❌  </a:t>
              </a:r>
              <a:r>
                <a:rPr lang="en-US" sz="2600" b="true">
                  <a:solidFill>
                    <a:srgbClr val="13132A"/>
                  </a:solidFill>
                  <a:latin typeface="Arial Bold"/>
                  <a:ea typeface="Arial Bold"/>
                  <a:cs typeface="Arial Bold"/>
                  <a:sym typeface="Arial Bold"/>
                </a:rPr>
                <a:t>Without TRAKORY</a:t>
              </a:r>
            </a:p>
          </p:txBody>
        </p:sp>
      </p:grpSp>
      <p:grpSp>
        <p:nvGrpSpPr>
          <p:cNvPr name="Group 17" id="17"/>
          <p:cNvGrpSpPr/>
          <p:nvPr/>
        </p:nvGrpSpPr>
        <p:grpSpPr>
          <a:xfrm rot="0">
            <a:off x="544830" y="3928110"/>
            <a:ext cx="8054340" cy="867156"/>
            <a:chOff x="0" y="0"/>
            <a:chExt cx="10739120" cy="1156208"/>
          </a:xfrm>
        </p:grpSpPr>
        <p:sp>
          <p:nvSpPr>
            <p:cNvPr name="Freeform 18" id="18"/>
            <p:cNvSpPr/>
            <p:nvPr/>
          </p:nvSpPr>
          <p:spPr>
            <a:xfrm flipH="false" flipV="false" rot="0">
              <a:off x="5080" y="5080"/>
              <a:ext cx="10728960" cy="1146048"/>
            </a:xfrm>
            <a:custGeom>
              <a:avLst/>
              <a:gdLst/>
              <a:ahLst/>
              <a:cxnLst/>
              <a:rect r="r" b="b" t="t" l="l"/>
              <a:pathLst>
                <a:path h="1146048" w="10728960">
                  <a:moveTo>
                    <a:pt x="0" y="0"/>
                  </a:moveTo>
                  <a:lnTo>
                    <a:pt x="10728960" y="0"/>
                  </a:lnTo>
                  <a:lnTo>
                    <a:pt x="10728960" y="1146048"/>
                  </a:lnTo>
                  <a:lnTo>
                    <a:pt x="0" y="1146048"/>
                  </a:lnTo>
                  <a:close/>
                </a:path>
              </a:pathLst>
            </a:custGeom>
            <a:solidFill>
              <a:srgbClr val="1A1A35"/>
            </a:solidFill>
          </p:spPr>
        </p:sp>
        <p:sp>
          <p:nvSpPr>
            <p:cNvPr name="Freeform 19" id="19"/>
            <p:cNvSpPr/>
            <p:nvPr/>
          </p:nvSpPr>
          <p:spPr>
            <a:xfrm flipH="false" flipV="false" rot="0">
              <a:off x="0" y="0"/>
              <a:ext cx="10739120" cy="1156208"/>
            </a:xfrm>
            <a:custGeom>
              <a:avLst/>
              <a:gdLst/>
              <a:ahLst/>
              <a:cxnLst/>
              <a:rect r="r" b="b" t="t" l="l"/>
              <a:pathLst>
                <a:path h="1156208" w="10739120">
                  <a:moveTo>
                    <a:pt x="5080" y="0"/>
                  </a:moveTo>
                  <a:lnTo>
                    <a:pt x="10734040" y="0"/>
                  </a:lnTo>
                  <a:cubicBezTo>
                    <a:pt x="10736834" y="0"/>
                    <a:pt x="10739120" y="2286"/>
                    <a:pt x="10739120" y="5080"/>
                  </a:cubicBezTo>
                  <a:lnTo>
                    <a:pt x="10739120" y="1151128"/>
                  </a:lnTo>
                  <a:cubicBezTo>
                    <a:pt x="10739120" y="1153922"/>
                    <a:pt x="10736834" y="1156208"/>
                    <a:pt x="10734040" y="1156208"/>
                  </a:cubicBezTo>
                  <a:lnTo>
                    <a:pt x="5080" y="1156208"/>
                  </a:lnTo>
                  <a:cubicBezTo>
                    <a:pt x="2286" y="1156208"/>
                    <a:pt x="0" y="1153922"/>
                    <a:pt x="0" y="1151128"/>
                  </a:cubicBezTo>
                  <a:lnTo>
                    <a:pt x="0" y="5080"/>
                  </a:lnTo>
                  <a:cubicBezTo>
                    <a:pt x="0" y="2286"/>
                    <a:pt x="2286" y="0"/>
                    <a:pt x="5080" y="0"/>
                  </a:cubicBezTo>
                  <a:moveTo>
                    <a:pt x="5080" y="10160"/>
                  </a:moveTo>
                  <a:lnTo>
                    <a:pt x="5080" y="5080"/>
                  </a:lnTo>
                  <a:lnTo>
                    <a:pt x="10160" y="5080"/>
                  </a:lnTo>
                  <a:lnTo>
                    <a:pt x="10160" y="1151128"/>
                  </a:lnTo>
                  <a:lnTo>
                    <a:pt x="5080" y="1151128"/>
                  </a:lnTo>
                  <a:lnTo>
                    <a:pt x="5080" y="1146048"/>
                  </a:lnTo>
                  <a:lnTo>
                    <a:pt x="10734040" y="1146048"/>
                  </a:lnTo>
                  <a:lnTo>
                    <a:pt x="10734040" y="1151128"/>
                  </a:lnTo>
                  <a:lnTo>
                    <a:pt x="10728960" y="1151128"/>
                  </a:lnTo>
                  <a:lnTo>
                    <a:pt x="10728960" y="5080"/>
                  </a:lnTo>
                  <a:lnTo>
                    <a:pt x="10734040" y="5080"/>
                  </a:lnTo>
                  <a:lnTo>
                    <a:pt x="10734040" y="10160"/>
                  </a:lnTo>
                  <a:lnTo>
                    <a:pt x="5080" y="10160"/>
                  </a:lnTo>
                  <a:close/>
                </a:path>
              </a:pathLst>
            </a:custGeom>
            <a:solidFill>
              <a:srgbClr val="F76A6A"/>
            </a:solidFill>
          </p:spPr>
        </p:sp>
      </p:grpSp>
      <p:grpSp>
        <p:nvGrpSpPr>
          <p:cNvPr name="Group 20" id="20"/>
          <p:cNvGrpSpPr/>
          <p:nvPr/>
        </p:nvGrpSpPr>
        <p:grpSpPr>
          <a:xfrm rot="0">
            <a:off x="822960" y="3931920"/>
            <a:ext cx="7498080" cy="859536"/>
            <a:chOff x="0" y="0"/>
            <a:chExt cx="9997440" cy="1146048"/>
          </a:xfrm>
        </p:grpSpPr>
        <p:sp>
          <p:nvSpPr>
            <p:cNvPr name="Freeform 21" id="21"/>
            <p:cNvSpPr/>
            <p:nvPr/>
          </p:nvSpPr>
          <p:spPr>
            <a:xfrm flipH="false" flipV="false" rot="0">
              <a:off x="0" y="0"/>
              <a:ext cx="9997440" cy="1146048"/>
            </a:xfrm>
            <a:custGeom>
              <a:avLst/>
              <a:gdLst/>
              <a:ahLst/>
              <a:cxnLst/>
              <a:rect r="r" b="b" t="t" l="l"/>
              <a:pathLst>
                <a:path h="1146048" w="9997440">
                  <a:moveTo>
                    <a:pt x="0" y="0"/>
                  </a:moveTo>
                  <a:lnTo>
                    <a:pt x="9997440" y="0"/>
                  </a:lnTo>
                  <a:lnTo>
                    <a:pt x="9997440" y="1146048"/>
                  </a:lnTo>
                  <a:lnTo>
                    <a:pt x="0" y="1146048"/>
                  </a:lnTo>
                  <a:close/>
                </a:path>
              </a:pathLst>
            </a:custGeom>
            <a:blipFill>
              <a:blip r:embed="rId2">
                <a:alphaModFix amt="0"/>
              </a:blip>
              <a:stretch>
                <a:fillRect l="0" t="-119975" r="0" b="-119975"/>
              </a:stretch>
            </a:blipFill>
          </p:spPr>
        </p:sp>
        <p:sp>
          <p:nvSpPr>
            <p:cNvPr name="TextBox 22" id="22"/>
            <p:cNvSpPr txBox="true"/>
            <p:nvPr/>
          </p:nvSpPr>
          <p:spPr>
            <a:xfrm>
              <a:off x="0" y="-38100"/>
              <a:ext cx="9997440" cy="1184148"/>
            </a:xfrm>
            <a:prstGeom prst="rect">
              <a:avLst/>
            </a:prstGeom>
          </p:spPr>
          <p:txBody>
            <a:bodyPr anchor="ctr" rtlCol="false" tIns="0" lIns="0" bIns="0" rIns="0"/>
            <a:lstStyle/>
            <a:p>
              <a:pPr algn="l">
                <a:lnSpc>
                  <a:spcPts val="2280"/>
                </a:lnSpc>
              </a:pPr>
              <a:r>
                <a:rPr lang="en-US" sz="1900">
                  <a:solidFill>
                    <a:srgbClr val="8888A8"/>
                  </a:solidFill>
                  <a:latin typeface="Calibri (MS)"/>
                  <a:ea typeface="Calibri (MS)"/>
                  <a:cs typeface="Calibri (MS)"/>
                  <a:sym typeface="Calibri (MS)"/>
                </a:rPr>
                <a:t>✗  Using 5 different apps for different content types</a:t>
              </a:r>
            </a:p>
          </p:txBody>
        </p:sp>
      </p:grpSp>
      <p:grpSp>
        <p:nvGrpSpPr>
          <p:cNvPr name="Group 23" id="23"/>
          <p:cNvGrpSpPr/>
          <p:nvPr/>
        </p:nvGrpSpPr>
        <p:grpSpPr>
          <a:xfrm rot="0">
            <a:off x="544830" y="4879086"/>
            <a:ext cx="8054340" cy="867156"/>
            <a:chOff x="0" y="0"/>
            <a:chExt cx="10739120" cy="1156208"/>
          </a:xfrm>
        </p:grpSpPr>
        <p:sp>
          <p:nvSpPr>
            <p:cNvPr name="Freeform 24" id="24"/>
            <p:cNvSpPr/>
            <p:nvPr/>
          </p:nvSpPr>
          <p:spPr>
            <a:xfrm flipH="false" flipV="false" rot="0">
              <a:off x="5080" y="5080"/>
              <a:ext cx="10728960" cy="1146048"/>
            </a:xfrm>
            <a:custGeom>
              <a:avLst/>
              <a:gdLst/>
              <a:ahLst/>
              <a:cxnLst/>
              <a:rect r="r" b="b" t="t" l="l"/>
              <a:pathLst>
                <a:path h="1146048" w="10728960">
                  <a:moveTo>
                    <a:pt x="0" y="0"/>
                  </a:moveTo>
                  <a:lnTo>
                    <a:pt x="10728960" y="0"/>
                  </a:lnTo>
                  <a:lnTo>
                    <a:pt x="10728960" y="1146048"/>
                  </a:lnTo>
                  <a:lnTo>
                    <a:pt x="0" y="1146048"/>
                  </a:lnTo>
                  <a:close/>
                </a:path>
              </a:pathLst>
            </a:custGeom>
            <a:solidFill>
              <a:srgbClr val="13132A"/>
            </a:solidFill>
          </p:spPr>
        </p:sp>
        <p:sp>
          <p:nvSpPr>
            <p:cNvPr name="Freeform 25" id="25"/>
            <p:cNvSpPr/>
            <p:nvPr/>
          </p:nvSpPr>
          <p:spPr>
            <a:xfrm flipH="false" flipV="false" rot="0">
              <a:off x="0" y="0"/>
              <a:ext cx="10739120" cy="1156208"/>
            </a:xfrm>
            <a:custGeom>
              <a:avLst/>
              <a:gdLst/>
              <a:ahLst/>
              <a:cxnLst/>
              <a:rect r="r" b="b" t="t" l="l"/>
              <a:pathLst>
                <a:path h="1156208" w="10739120">
                  <a:moveTo>
                    <a:pt x="5080" y="0"/>
                  </a:moveTo>
                  <a:lnTo>
                    <a:pt x="10734040" y="0"/>
                  </a:lnTo>
                  <a:cubicBezTo>
                    <a:pt x="10736834" y="0"/>
                    <a:pt x="10739120" y="2286"/>
                    <a:pt x="10739120" y="5080"/>
                  </a:cubicBezTo>
                  <a:lnTo>
                    <a:pt x="10739120" y="1151128"/>
                  </a:lnTo>
                  <a:cubicBezTo>
                    <a:pt x="10739120" y="1153922"/>
                    <a:pt x="10736834" y="1156208"/>
                    <a:pt x="10734040" y="1156208"/>
                  </a:cubicBezTo>
                  <a:lnTo>
                    <a:pt x="5080" y="1156208"/>
                  </a:lnTo>
                  <a:cubicBezTo>
                    <a:pt x="2286" y="1156208"/>
                    <a:pt x="0" y="1153922"/>
                    <a:pt x="0" y="1151128"/>
                  </a:cubicBezTo>
                  <a:lnTo>
                    <a:pt x="0" y="5080"/>
                  </a:lnTo>
                  <a:cubicBezTo>
                    <a:pt x="0" y="2286"/>
                    <a:pt x="2286" y="0"/>
                    <a:pt x="5080" y="0"/>
                  </a:cubicBezTo>
                  <a:moveTo>
                    <a:pt x="5080" y="10160"/>
                  </a:moveTo>
                  <a:lnTo>
                    <a:pt x="5080" y="5080"/>
                  </a:lnTo>
                  <a:lnTo>
                    <a:pt x="10160" y="5080"/>
                  </a:lnTo>
                  <a:lnTo>
                    <a:pt x="10160" y="1151128"/>
                  </a:lnTo>
                  <a:lnTo>
                    <a:pt x="5080" y="1151128"/>
                  </a:lnTo>
                  <a:lnTo>
                    <a:pt x="5080" y="1146048"/>
                  </a:lnTo>
                  <a:lnTo>
                    <a:pt x="10734040" y="1146048"/>
                  </a:lnTo>
                  <a:lnTo>
                    <a:pt x="10734040" y="1151128"/>
                  </a:lnTo>
                  <a:lnTo>
                    <a:pt x="10728960" y="1151128"/>
                  </a:lnTo>
                  <a:lnTo>
                    <a:pt x="10728960" y="5080"/>
                  </a:lnTo>
                  <a:lnTo>
                    <a:pt x="10734040" y="5080"/>
                  </a:lnTo>
                  <a:lnTo>
                    <a:pt x="10734040" y="10160"/>
                  </a:lnTo>
                  <a:lnTo>
                    <a:pt x="5080" y="10160"/>
                  </a:lnTo>
                  <a:close/>
                </a:path>
              </a:pathLst>
            </a:custGeom>
            <a:solidFill>
              <a:srgbClr val="F76A6A"/>
            </a:solidFill>
          </p:spPr>
        </p:sp>
      </p:grpSp>
      <p:grpSp>
        <p:nvGrpSpPr>
          <p:cNvPr name="Group 26" id="26"/>
          <p:cNvGrpSpPr/>
          <p:nvPr/>
        </p:nvGrpSpPr>
        <p:grpSpPr>
          <a:xfrm rot="0">
            <a:off x="822960" y="4882896"/>
            <a:ext cx="7498080" cy="859536"/>
            <a:chOff x="0" y="0"/>
            <a:chExt cx="9997440" cy="1146048"/>
          </a:xfrm>
        </p:grpSpPr>
        <p:sp>
          <p:nvSpPr>
            <p:cNvPr name="Freeform 27" id="27"/>
            <p:cNvSpPr/>
            <p:nvPr/>
          </p:nvSpPr>
          <p:spPr>
            <a:xfrm flipH="false" flipV="false" rot="0">
              <a:off x="0" y="0"/>
              <a:ext cx="9997440" cy="1146048"/>
            </a:xfrm>
            <a:custGeom>
              <a:avLst/>
              <a:gdLst/>
              <a:ahLst/>
              <a:cxnLst/>
              <a:rect r="r" b="b" t="t" l="l"/>
              <a:pathLst>
                <a:path h="1146048" w="9997440">
                  <a:moveTo>
                    <a:pt x="0" y="0"/>
                  </a:moveTo>
                  <a:lnTo>
                    <a:pt x="9997440" y="0"/>
                  </a:lnTo>
                  <a:lnTo>
                    <a:pt x="9997440" y="1146048"/>
                  </a:lnTo>
                  <a:lnTo>
                    <a:pt x="0" y="1146048"/>
                  </a:lnTo>
                  <a:close/>
                </a:path>
              </a:pathLst>
            </a:custGeom>
            <a:blipFill>
              <a:blip r:embed="rId2">
                <a:alphaModFix amt="0"/>
              </a:blip>
              <a:stretch>
                <a:fillRect l="0" t="-119975" r="0" b="-119975"/>
              </a:stretch>
            </a:blipFill>
          </p:spPr>
        </p:sp>
        <p:sp>
          <p:nvSpPr>
            <p:cNvPr name="TextBox 28" id="28"/>
            <p:cNvSpPr txBox="true"/>
            <p:nvPr/>
          </p:nvSpPr>
          <p:spPr>
            <a:xfrm>
              <a:off x="0" y="-38100"/>
              <a:ext cx="9997440" cy="1184148"/>
            </a:xfrm>
            <a:prstGeom prst="rect">
              <a:avLst/>
            </a:prstGeom>
          </p:spPr>
          <p:txBody>
            <a:bodyPr anchor="ctr" rtlCol="false" tIns="0" lIns="0" bIns="0" rIns="0"/>
            <a:lstStyle/>
            <a:p>
              <a:pPr algn="l">
                <a:lnSpc>
                  <a:spcPts val="2280"/>
                </a:lnSpc>
              </a:pPr>
              <a:r>
                <a:rPr lang="en-US" sz="1900">
                  <a:solidFill>
                    <a:srgbClr val="8888A8"/>
                  </a:solidFill>
                  <a:latin typeface="Calibri (MS)"/>
                  <a:ea typeface="Calibri (MS)"/>
                  <a:cs typeface="Calibri (MS)"/>
                  <a:sym typeface="Calibri (MS)"/>
                </a:rPr>
                <a:t>✗  Forgetting episode numbers mid-series</a:t>
              </a:r>
            </a:p>
          </p:txBody>
        </p:sp>
      </p:grpSp>
      <p:grpSp>
        <p:nvGrpSpPr>
          <p:cNvPr name="Group 29" id="29"/>
          <p:cNvGrpSpPr/>
          <p:nvPr/>
        </p:nvGrpSpPr>
        <p:grpSpPr>
          <a:xfrm rot="0">
            <a:off x="544830" y="5830062"/>
            <a:ext cx="8054340" cy="867156"/>
            <a:chOff x="0" y="0"/>
            <a:chExt cx="10739120" cy="1156208"/>
          </a:xfrm>
        </p:grpSpPr>
        <p:sp>
          <p:nvSpPr>
            <p:cNvPr name="Freeform 30" id="30"/>
            <p:cNvSpPr/>
            <p:nvPr/>
          </p:nvSpPr>
          <p:spPr>
            <a:xfrm flipH="false" flipV="false" rot="0">
              <a:off x="5080" y="5080"/>
              <a:ext cx="10728960" cy="1146048"/>
            </a:xfrm>
            <a:custGeom>
              <a:avLst/>
              <a:gdLst/>
              <a:ahLst/>
              <a:cxnLst/>
              <a:rect r="r" b="b" t="t" l="l"/>
              <a:pathLst>
                <a:path h="1146048" w="10728960">
                  <a:moveTo>
                    <a:pt x="0" y="0"/>
                  </a:moveTo>
                  <a:lnTo>
                    <a:pt x="10728960" y="0"/>
                  </a:lnTo>
                  <a:lnTo>
                    <a:pt x="10728960" y="1146048"/>
                  </a:lnTo>
                  <a:lnTo>
                    <a:pt x="0" y="1146048"/>
                  </a:lnTo>
                  <a:close/>
                </a:path>
              </a:pathLst>
            </a:custGeom>
            <a:solidFill>
              <a:srgbClr val="1A1A35"/>
            </a:solidFill>
          </p:spPr>
        </p:sp>
        <p:sp>
          <p:nvSpPr>
            <p:cNvPr name="Freeform 31" id="31"/>
            <p:cNvSpPr/>
            <p:nvPr/>
          </p:nvSpPr>
          <p:spPr>
            <a:xfrm flipH="false" flipV="false" rot="0">
              <a:off x="0" y="0"/>
              <a:ext cx="10739120" cy="1156208"/>
            </a:xfrm>
            <a:custGeom>
              <a:avLst/>
              <a:gdLst/>
              <a:ahLst/>
              <a:cxnLst/>
              <a:rect r="r" b="b" t="t" l="l"/>
              <a:pathLst>
                <a:path h="1156208" w="10739120">
                  <a:moveTo>
                    <a:pt x="5080" y="0"/>
                  </a:moveTo>
                  <a:lnTo>
                    <a:pt x="10734040" y="0"/>
                  </a:lnTo>
                  <a:cubicBezTo>
                    <a:pt x="10736834" y="0"/>
                    <a:pt x="10739120" y="2286"/>
                    <a:pt x="10739120" y="5080"/>
                  </a:cubicBezTo>
                  <a:lnTo>
                    <a:pt x="10739120" y="1151128"/>
                  </a:lnTo>
                  <a:cubicBezTo>
                    <a:pt x="10739120" y="1153922"/>
                    <a:pt x="10736834" y="1156208"/>
                    <a:pt x="10734040" y="1156208"/>
                  </a:cubicBezTo>
                  <a:lnTo>
                    <a:pt x="5080" y="1156208"/>
                  </a:lnTo>
                  <a:cubicBezTo>
                    <a:pt x="2286" y="1156208"/>
                    <a:pt x="0" y="1153922"/>
                    <a:pt x="0" y="1151128"/>
                  </a:cubicBezTo>
                  <a:lnTo>
                    <a:pt x="0" y="5080"/>
                  </a:lnTo>
                  <a:cubicBezTo>
                    <a:pt x="0" y="2286"/>
                    <a:pt x="2286" y="0"/>
                    <a:pt x="5080" y="0"/>
                  </a:cubicBezTo>
                  <a:moveTo>
                    <a:pt x="5080" y="10160"/>
                  </a:moveTo>
                  <a:lnTo>
                    <a:pt x="5080" y="5080"/>
                  </a:lnTo>
                  <a:lnTo>
                    <a:pt x="10160" y="5080"/>
                  </a:lnTo>
                  <a:lnTo>
                    <a:pt x="10160" y="1151128"/>
                  </a:lnTo>
                  <a:lnTo>
                    <a:pt x="5080" y="1151128"/>
                  </a:lnTo>
                  <a:lnTo>
                    <a:pt x="5080" y="1146048"/>
                  </a:lnTo>
                  <a:lnTo>
                    <a:pt x="10734040" y="1146048"/>
                  </a:lnTo>
                  <a:lnTo>
                    <a:pt x="10734040" y="1151128"/>
                  </a:lnTo>
                  <a:lnTo>
                    <a:pt x="10728960" y="1151128"/>
                  </a:lnTo>
                  <a:lnTo>
                    <a:pt x="10728960" y="5080"/>
                  </a:lnTo>
                  <a:lnTo>
                    <a:pt x="10734040" y="5080"/>
                  </a:lnTo>
                  <a:lnTo>
                    <a:pt x="10734040" y="10160"/>
                  </a:lnTo>
                  <a:lnTo>
                    <a:pt x="5080" y="10160"/>
                  </a:lnTo>
                  <a:close/>
                </a:path>
              </a:pathLst>
            </a:custGeom>
            <a:solidFill>
              <a:srgbClr val="F76A6A"/>
            </a:solidFill>
          </p:spPr>
        </p:sp>
      </p:grpSp>
      <p:grpSp>
        <p:nvGrpSpPr>
          <p:cNvPr name="Group 32" id="32"/>
          <p:cNvGrpSpPr/>
          <p:nvPr/>
        </p:nvGrpSpPr>
        <p:grpSpPr>
          <a:xfrm rot="0">
            <a:off x="822960" y="5833872"/>
            <a:ext cx="7498080" cy="859536"/>
            <a:chOff x="0" y="0"/>
            <a:chExt cx="9997440" cy="1146048"/>
          </a:xfrm>
        </p:grpSpPr>
        <p:sp>
          <p:nvSpPr>
            <p:cNvPr name="Freeform 33" id="33"/>
            <p:cNvSpPr/>
            <p:nvPr/>
          </p:nvSpPr>
          <p:spPr>
            <a:xfrm flipH="false" flipV="false" rot="0">
              <a:off x="0" y="0"/>
              <a:ext cx="9997440" cy="1146048"/>
            </a:xfrm>
            <a:custGeom>
              <a:avLst/>
              <a:gdLst/>
              <a:ahLst/>
              <a:cxnLst/>
              <a:rect r="r" b="b" t="t" l="l"/>
              <a:pathLst>
                <a:path h="1146048" w="9997440">
                  <a:moveTo>
                    <a:pt x="0" y="0"/>
                  </a:moveTo>
                  <a:lnTo>
                    <a:pt x="9997440" y="0"/>
                  </a:lnTo>
                  <a:lnTo>
                    <a:pt x="9997440" y="1146048"/>
                  </a:lnTo>
                  <a:lnTo>
                    <a:pt x="0" y="1146048"/>
                  </a:lnTo>
                  <a:close/>
                </a:path>
              </a:pathLst>
            </a:custGeom>
            <a:blipFill>
              <a:blip r:embed="rId2">
                <a:alphaModFix amt="0"/>
              </a:blip>
              <a:stretch>
                <a:fillRect l="0" t="-119975" r="0" b="-119975"/>
              </a:stretch>
            </a:blipFill>
          </p:spPr>
        </p:sp>
        <p:sp>
          <p:nvSpPr>
            <p:cNvPr name="TextBox 34" id="34"/>
            <p:cNvSpPr txBox="true"/>
            <p:nvPr/>
          </p:nvSpPr>
          <p:spPr>
            <a:xfrm>
              <a:off x="0" y="-38100"/>
              <a:ext cx="9997440" cy="1184148"/>
            </a:xfrm>
            <a:prstGeom prst="rect">
              <a:avLst/>
            </a:prstGeom>
          </p:spPr>
          <p:txBody>
            <a:bodyPr anchor="ctr" rtlCol="false" tIns="0" lIns="0" bIns="0" rIns="0"/>
            <a:lstStyle/>
            <a:p>
              <a:pPr algn="l">
                <a:lnSpc>
                  <a:spcPts val="2280"/>
                </a:lnSpc>
              </a:pPr>
              <a:r>
                <a:rPr lang="en-US" sz="1900">
                  <a:solidFill>
                    <a:srgbClr val="8888A8"/>
                  </a:solidFill>
                  <a:latin typeface="Calibri (MS)"/>
                  <a:ea typeface="Calibri (MS)"/>
                  <a:cs typeface="Calibri (MS)"/>
                  <a:sym typeface="Calibri (MS)"/>
                </a:rPr>
                <a:t>✗  No idea what to watch next after finishing a show</a:t>
              </a:r>
            </a:p>
          </p:txBody>
        </p:sp>
      </p:grpSp>
      <p:grpSp>
        <p:nvGrpSpPr>
          <p:cNvPr name="Group 35" id="35"/>
          <p:cNvGrpSpPr/>
          <p:nvPr/>
        </p:nvGrpSpPr>
        <p:grpSpPr>
          <a:xfrm rot="0">
            <a:off x="544830" y="6781038"/>
            <a:ext cx="8054340" cy="867156"/>
            <a:chOff x="0" y="0"/>
            <a:chExt cx="10739120" cy="1156208"/>
          </a:xfrm>
        </p:grpSpPr>
        <p:sp>
          <p:nvSpPr>
            <p:cNvPr name="Freeform 36" id="36"/>
            <p:cNvSpPr/>
            <p:nvPr/>
          </p:nvSpPr>
          <p:spPr>
            <a:xfrm flipH="false" flipV="false" rot="0">
              <a:off x="5080" y="5080"/>
              <a:ext cx="10728960" cy="1146048"/>
            </a:xfrm>
            <a:custGeom>
              <a:avLst/>
              <a:gdLst/>
              <a:ahLst/>
              <a:cxnLst/>
              <a:rect r="r" b="b" t="t" l="l"/>
              <a:pathLst>
                <a:path h="1146048" w="10728960">
                  <a:moveTo>
                    <a:pt x="0" y="0"/>
                  </a:moveTo>
                  <a:lnTo>
                    <a:pt x="10728960" y="0"/>
                  </a:lnTo>
                  <a:lnTo>
                    <a:pt x="10728960" y="1146048"/>
                  </a:lnTo>
                  <a:lnTo>
                    <a:pt x="0" y="1146048"/>
                  </a:lnTo>
                  <a:close/>
                </a:path>
              </a:pathLst>
            </a:custGeom>
            <a:solidFill>
              <a:srgbClr val="13132A"/>
            </a:solidFill>
          </p:spPr>
        </p:sp>
        <p:sp>
          <p:nvSpPr>
            <p:cNvPr name="Freeform 37" id="37"/>
            <p:cNvSpPr/>
            <p:nvPr/>
          </p:nvSpPr>
          <p:spPr>
            <a:xfrm flipH="false" flipV="false" rot="0">
              <a:off x="0" y="0"/>
              <a:ext cx="10739120" cy="1156208"/>
            </a:xfrm>
            <a:custGeom>
              <a:avLst/>
              <a:gdLst/>
              <a:ahLst/>
              <a:cxnLst/>
              <a:rect r="r" b="b" t="t" l="l"/>
              <a:pathLst>
                <a:path h="1156208" w="10739120">
                  <a:moveTo>
                    <a:pt x="5080" y="0"/>
                  </a:moveTo>
                  <a:lnTo>
                    <a:pt x="10734040" y="0"/>
                  </a:lnTo>
                  <a:cubicBezTo>
                    <a:pt x="10736834" y="0"/>
                    <a:pt x="10739120" y="2286"/>
                    <a:pt x="10739120" y="5080"/>
                  </a:cubicBezTo>
                  <a:lnTo>
                    <a:pt x="10739120" y="1151128"/>
                  </a:lnTo>
                  <a:cubicBezTo>
                    <a:pt x="10739120" y="1153922"/>
                    <a:pt x="10736834" y="1156208"/>
                    <a:pt x="10734040" y="1156208"/>
                  </a:cubicBezTo>
                  <a:lnTo>
                    <a:pt x="5080" y="1156208"/>
                  </a:lnTo>
                  <a:cubicBezTo>
                    <a:pt x="2286" y="1156208"/>
                    <a:pt x="0" y="1153922"/>
                    <a:pt x="0" y="1151128"/>
                  </a:cubicBezTo>
                  <a:lnTo>
                    <a:pt x="0" y="5080"/>
                  </a:lnTo>
                  <a:cubicBezTo>
                    <a:pt x="0" y="2286"/>
                    <a:pt x="2286" y="0"/>
                    <a:pt x="5080" y="0"/>
                  </a:cubicBezTo>
                  <a:moveTo>
                    <a:pt x="5080" y="10160"/>
                  </a:moveTo>
                  <a:lnTo>
                    <a:pt x="5080" y="5080"/>
                  </a:lnTo>
                  <a:lnTo>
                    <a:pt x="10160" y="5080"/>
                  </a:lnTo>
                  <a:lnTo>
                    <a:pt x="10160" y="1151128"/>
                  </a:lnTo>
                  <a:lnTo>
                    <a:pt x="5080" y="1151128"/>
                  </a:lnTo>
                  <a:lnTo>
                    <a:pt x="5080" y="1146048"/>
                  </a:lnTo>
                  <a:lnTo>
                    <a:pt x="10734040" y="1146048"/>
                  </a:lnTo>
                  <a:lnTo>
                    <a:pt x="10734040" y="1151128"/>
                  </a:lnTo>
                  <a:lnTo>
                    <a:pt x="10728960" y="1151128"/>
                  </a:lnTo>
                  <a:lnTo>
                    <a:pt x="10728960" y="5080"/>
                  </a:lnTo>
                  <a:lnTo>
                    <a:pt x="10734040" y="5080"/>
                  </a:lnTo>
                  <a:lnTo>
                    <a:pt x="10734040" y="10160"/>
                  </a:lnTo>
                  <a:lnTo>
                    <a:pt x="5080" y="10160"/>
                  </a:lnTo>
                  <a:close/>
                </a:path>
              </a:pathLst>
            </a:custGeom>
            <a:solidFill>
              <a:srgbClr val="F76A6A"/>
            </a:solidFill>
          </p:spPr>
        </p:sp>
      </p:grpSp>
      <p:grpSp>
        <p:nvGrpSpPr>
          <p:cNvPr name="Group 38" id="38"/>
          <p:cNvGrpSpPr/>
          <p:nvPr/>
        </p:nvGrpSpPr>
        <p:grpSpPr>
          <a:xfrm rot="0">
            <a:off x="822960" y="6784848"/>
            <a:ext cx="7498080" cy="859536"/>
            <a:chOff x="0" y="0"/>
            <a:chExt cx="9997440" cy="1146048"/>
          </a:xfrm>
        </p:grpSpPr>
        <p:sp>
          <p:nvSpPr>
            <p:cNvPr name="Freeform 39" id="39"/>
            <p:cNvSpPr/>
            <p:nvPr/>
          </p:nvSpPr>
          <p:spPr>
            <a:xfrm flipH="false" flipV="false" rot="0">
              <a:off x="0" y="0"/>
              <a:ext cx="9997440" cy="1146048"/>
            </a:xfrm>
            <a:custGeom>
              <a:avLst/>
              <a:gdLst/>
              <a:ahLst/>
              <a:cxnLst/>
              <a:rect r="r" b="b" t="t" l="l"/>
              <a:pathLst>
                <a:path h="1146048" w="9997440">
                  <a:moveTo>
                    <a:pt x="0" y="0"/>
                  </a:moveTo>
                  <a:lnTo>
                    <a:pt x="9997440" y="0"/>
                  </a:lnTo>
                  <a:lnTo>
                    <a:pt x="9997440" y="1146048"/>
                  </a:lnTo>
                  <a:lnTo>
                    <a:pt x="0" y="1146048"/>
                  </a:lnTo>
                  <a:close/>
                </a:path>
              </a:pathLst>
            </a:custGeom>
            <a:blipFill>
              <a:blip r:embed="rId2">
                <a:alphaModFix amt="0"/>
              </a:blip>
              <a:stretch>
                <a:fillRect l="0" t="-119975" r="0" b="-119975"/>
              </a:stretch>
            </a:blipFill>
          </p:spPr>
        </p:sp>
        <p:sp>
          <p:nvSpPr>
            <p:cNvPr name="TextBox 40" id="40"/>
            <p:cNvSpPr txBox="true"/>
            <p:nvPr/>
          </p:nvSpPr>
          <p:spPr>
            <a:xfrm>
              <a:off x="0" y="-38100"/>
              <a:ext cx="9997440" cy="1184148"/>
            </a:xfrm>
            <a:prstGeom prst="rect">
              <a:avLst/>
            </a:prstGeom>
          </p:spPr>
          <p:txBody>
            <a:bodyPr anchor="ctr" rtlCol="false" tIns="0" lIns="0" bIns="0" rIns="0"/>
            <a:lstStyle/>
            <a:p>
              <a:pPr algn="l">
                <a:lnSpc>
                  <a:spcPts val="2280"/>
                </a:lnSpc>
              </a:pPr>
              <a:r>
                <a:rPr lang="en-US" sz="1900">
                  <a:solidFill>
                    <a:srgbClr val="8888A8"/>
                  </a:solidFill>
                  <a:latin typeface="Calibri (MS)"/>
                  <a:ea typeface="Calibri (MS)"/>
                  <a:cs typeface="Calibri (MS)"/>
                  <a:sym typeface="Calibri (MS)"/>
                </a:rPr>
                <a:t>✗  Manually noting down ratings in a notebook or notes app</a:t>
              </a:r>
            </a:p>
          </p:txBody>
        </p:sp>
      </p:grpSp>
      <p:grpSp>
        <p:nvGrpSpPr>
          <p:cNvPr name="Group 41" id="41"/>
          <p:cNvGrpSpPr/>
          <p:nvPr/>
        </p:nvGrpSpPr>
        <p:grpSpPr>
          <a:xfrm rot="0">
            <a:off x="544830" y="7732014"/>
            <a:ext cx="8054340" cy="867156"/>
            <a:chOff x="0" y="0"/>
            <a:chExt cx="10739120" cy="1156208"/>
          </a:xfrm>
        </p:grpSpPr>
        <p:sp>
          <p:nvSpPr>
            <p:cNvPr name="Freeform 42" id="42"/>
            <p:cNvSpPr/>
            <p:nvPr/>
          </p:nvSpPr>
          <p:spPr>
            <a:xfrm flipH="false" flipV="false" rot="0">
              <a:off x="5080" y="5080"/>
              <a:ext cx="10728960" cy="1146048"/>
            </a:xfrm>
            <a:custGeom>
              <a:avLst/>
              <a:gdLst/>
              <a:ahLst/>
              <a:cxnLst/>
              <a:rect r="r" b="b" t="t" l="l"/>
              <a:pathLst>
                <a:path h="1146048" w="10728960">
                  <a:moveTo>
                    <a:pt x="0" y="0"/>
                  </a:moveTo>
                  <a:lnTo>
                    <a:pt x="10728960" y="0"/>
                  </a:lnTo>
                  <a:lnTo>
                    <a:pt x="10728960" y="1146048"/>
                  </a:lnTo>
                  <a:lnTo>
                    <a:pt x="0" y="1146048"/>
                  </a:lnTo>
                  <a:close/>
                </a:path>
              </a:pathLst>
            </a:custGeom>
            <a:solidFill>
              <a:srgbClr val="1A1A35"/>
            </a:solidFill>
          </p:spPr>
        </p:sp>
        <p:sp>
          <p:nvSpPr>
            <p:cNvPr name="Freeform 43" id="43"/>
            <p:cNvSpPr/>
            <p:nvPr/>
          </p:nvSpPr>
          <p:spPr>
            <a:xfrm flipH="false" flipV="false" rot="0">
              <a:off x="0" y="0"/>
              <a:ext cx="10739120" cy="1156208"/>
            </a:xfrm>
            <a:custGeom>
              <a:avLst/>
              <a:gdLst/>
              <a:ahLst/>
              <a:cxnLst/>
              <a:rect r="r" b="b" t="t" l="l"/>
              <a:pathLst>
                <a:path h="1156208" w="10739120">
                  <a:moveTo>
                    <a:pt x="5080" y="0"/>
                  </a:moveTo>
                  <a:lnTo>
                    <a:pt x="10734040" y="0"/>
                  </a:lnTo>
                  <a:cubicBezTo>
                    <a:pt x="10736834" y="0"/>
                    <a:pt x="10739120" y="2286"/>
                    <a:pt x="10739120" y="5080"/>
                  </a:cubicBezTo>
                  <a:lnTo>
                    <a:pt x="10739120" y="1151128"/>
                  </a:lnTo>
                  <a:cubicBezTo>
                    <a:pt x="10739120" y="1153922"/>
                    <a:pt x="10736834" y="1156208"/>
                    <a:pt x="10734040" y="1156208"/>
                  </a:cubicBezTo>
                  <a:lnTo>
                    <a:pt x="5080" y="1156208"/>
                  </a:lnTo>
                  <a:cubicBezTo>
                    <a:pt x="2286" y="1156208"/>
                    <a:pt x="0" y="1153922"/>
                    <a:pt x="0" y="1151128"/>
                  </a:cubicBezTo>
                  <a:lnTo>
                    <a:pt x="0" y="5080"/>
                  </a:lnTo>
                  <a:cubicBezTo>
                    <a:pt x="0" y="2286"/>
                    <a:pt x="2286" y="0"/>
                    <a:pt x="5080" y="0"/>
                  </a:cubicBezTo>
                  <a:moveTo>
                    <a:pt x="5080" y="10160"/>
                  </a:moveTo>
                  <a:lnTo>
                    <a:pt x="5080" y="5080"/>
                  </a:lnTo>
                  <a:lnTo>
                    <a:pt x="10160" y="5080"/>
                  </a:lnTo>
                  <a:lnTo>
                    <a:pt x="10160" y="1151128"/>
                  </a:lnTo>
                  <a:lnTo>
                    <a:pt x="5080" y="1151128"/>
                  </a:lnTo>
                  <a:lnTo>
                    <a:pt x="5080" y="1146048"/>
                  </a:lnTo>
                  <a:lnTo>
                    <a:pt x="10734040" y="1146048"/>
                  </a:lnTo>
                  <a:lnTo>
                    <a:pt x="10734040" y="1151128"/>
                  </a:lnTo>
                  <a:lnTo>
                    <a:pt x="10728960" y="1151128"/>
                  </a:lnTo>
                  <a:lnTo>
                    <a:pt x="10728960" y="5080"/>
                  </a:lnTo>
                  <a:lnTo>
                    <a:pt x="10734040" y="5080"/>
                  </a:lnTo>
                  <a:lnTo>
                    <a:pt x="10734040" y="10160"/>
                  </a:lnTo>
                  <a:lnTo>
                    <a:pt x="5080" y="10160"/>
                  </a:lnTo>
                  <a:close/>
                </a:path>
              </a:pathLst>
            </a:custGeom>
            <a:solidFill>
              <a:srgbClr val="F76A6A"/>
            </a:solidFill>
          </p:spPr>
        </p:sp>
      </p:grpSp>
      <p:grpSp>
        <p:nvGrpSpPr>
          <p:cNvPr name="Group 44" id="44"/>
          <p:cNvGrpSpPr/>
          <p:nvPr/>
        </p:nvGrpSpPr>
        <p:grpSpPr>
          <a:xfrm rot="0">
            <a:off x="822960" y="7735824"/>
            <a:ext cx="7498080" cy="859536"/>
            <a:chOff x="0" y="0"/>
            <a:chExt cx="9997440" cy="1146048"/>
          </a:xfrm>
        </p:grpSpPr>
        <p:sp>
          <p:nvSpPr>
            <p:cNvPr name="Freeform 45" id="45"/>
            <p:cNvSpPr/>
            <p:nvPr/>
          </p:nvSpPr>
          <p:spPr>
            <a:xfrm flipH="false" flipV="false" rot="0">
              <a:off x="0" y="0"/>
              <a:ext cx="9997440" cy="1146048"/>
            </a:xfrm>
            <a:custGeom>
              <a:avLst/>
              <a:gdLst/>
              <a:ahLst/>
              <a:cxnLst/>
              <a:rect r="r" b="b" t="t" l="l"/>
              <a:pathLst>
                <a:path h="1146048" w="9997440">
                  <a:moveTo>
                    <a:pt x="0" y="0"/>
                  </a:moveTo>
                  <a:lnTo>
                    <a:pt x="9997440" y="0"/>
                  </a:lnTo>
                  <a:lnTo>
                    <a:pt x="9997440" y="1146048"/>
                  </a:lnTo>
                  <a:lnTo>
                    <a:pt x="0" y="1146048"/>
                  </a:lnTo>
                  <a:close/>
                </a:path>
              </a:pathLst>
            </a:custGeom>
            <a:blipFill>
              <a:blip r:embed="rId2">
                <a:alphaModFix amt="0"/>
              </a:blip>
              <a:stretch>
                <a:fillRect l="0" t="-119975" r="0" b="-119975"/>
              </a:stretch>
            </a:blipFill>
          </p:spPr>
        </p:sp>
        <p:sp>
          <p:nvSpPr>
            <p:cNvPr name="TextBox 46" id="46"/>
            <p:cNvSpPr txBox="true"/>
            <p:nvPr/>
          </p:nvSpPr>
          <p:spPr>
            <a:xfrm>
              <a:off x="0" y="-38100"/>
              <a:ext cx="9997440" cy="1184148"/>
            </a:xfrm>
            <a:prstGeom prst="rect">
              <a:avLst/>
            </a:prstGeom>
          </p:spPr>
          <p:txBody>
            <a:bodyPr anchor="ctr" rtlCol="false" tIns="0" lIns="0" bIns="0" rIns="0"/>
            <a:lstStyle/>
            <a:p>
              <a:pPr algn="l">
                <a:lnSpc>
                  <a:spcPts val="2280"/>
                </a:lnSpc>
              </a:pPr>
              <a:r>
                <a:rPr lang="en-US" sz="1900">
                  <a:solidFill>
                    <a:srgbClr val="8888A8"/>
                  </a:solidFill>
                  <a:latin typeface="Calibri (MS)"/>
                  <a:ea typeface="Calibri (MS)"/>
                  <a:cs typeface="Calibri (MS)"/>
                  <a:sym typeface="Calibri (MS)"/>
                </a:rPr>
                <a:t>✗  No analysis of personal viewing habits or preferences</a:t>
              </a:r>
            </a:p>
          </p:txBody>
        </p:sp>
      </p:grpSp>
      <p:grpSp>
        <p:nvGrpSpPr>
          <p:cNvPr name="Group 47" id="47"/>
          <p:cNvGrpSpPr/>
          <p:nvPr/>
        </p:nvGrpSpPr>
        <p:grpSpPr>
          <a:xfrm rot="0">
            <a:off x="544830" y="8682990"/>
            <a:ext cx="8054340" cy="867156"/>
            <a:chOff x="0" y="0"/>
            <a:chExt cx="10739120" cy="1156208"/>
          </a:xfrm>
        </p:grpSpPr>
        <p:sp>
          <p:nvSpPr>
            <p:cNvPr name="Freeform 48" id="48"/>
            <p:cNvSpPr/>
            <p:nvPr/>
          </p:nvSpPr>
          <p:spPr>
            <a:xfrm flipH="false" flipV="false" rot="0">
              <a:off x="5080" y="5080"/>
              <a:ext cx="10728960" cy="1146048"/>
            </a:xfrm>
            <a:custGeom>
              <a:avLst/>
              <a:gdLst/>
              <a:ahLst/>
              <a:cxnLst/>
              <a:rect r="r" b="b" t="t" l="l"/>
              <a:pathLst>
                <a:path h="1146048" w="10728960">
                  <a:moveTo>
                    <a:pt x="0" y="0"/>
                  </a:moveTo>
                  <a:lnTo>
                    <a:pt x="10728960" y="0"/>
                  </a:lnTo>
                  <a:lnTo>
                    <a:pt x="10728960" y="1146048"/>
                  </a:lnTo>
                  <a:lnTo>
                    <a:pt x="0" y="1146048"/>
                  </a:lnTo>
                  <a:close/>
                </a:path>
              </a:pathLst>
            </a:custGeom>
            <a:solidFill>
              <a:srgbClr val="13132A"/>
            </a:solidFill>
          </p:spPr>
        </p:sp>
        <p:sp>
          <p:nvSpPr>
            <p:cNvPr name="Freeform 49" id="49"/>
            <p:cNvSpPr/>
            <p:nvPr/>
          </p:nvSpPr>
          <p:spPr>
            <a:xfrm flipH="false" flipV="false" rot="0">
              <a:off x="0" y="0"/>
              <a:ext cx="10739120" cy="1156208"/>
            </a:xfrm>
            <a:custGeom>
              <a:avLst/>
              <a:gdLst/>
              <a:ahLst/>
              <a:cxnLst/>
              <a:rect r="r" b="b" t="t" l="l"/>
              <a:pathLst>
                <a:path h="1156208" w="10739120">
                  <a:moveTo>
                    <a:pt x="5080" y="0"/>
                  </a:moveTo>
                  <a:lnTo>
                    <a:pt x="10734040" y="0"/>
                  </a:lnTo>
                  <a:cubicBezTo>
                    <a:pt x="10736834" y="0"/>
                    <a:pt x="10739120" y="2286"/>
                    <a:pt x="10739120" y="5080"/>
                  </a:cubicBezTo>
                  <a:lnTo>
                    <a:pt x="10739120" y="1151128"/>
                  </a:lnTo>
                  <a:cubicBezTo>
                    <a:pt x="10739120" y="1153922"/>
                    <a:pt x="10736834" y="1156208"/>
                    <a:pt x="10734040" y="1156208"/>
                  </a:cubicBezTo>
                  <a:lnTo>
                    <a:pt x="5080" y="1156208"/>
                  </a:lnTo>
                  <a:cubicBezTo>
                    <a:pt x="2286" y="1156208"/>
                    <a:pt x="0" y="1153922"/>
                    <a:pt x="0" y="1151128"/>
                  </a:cubicBezTo>
                  <a:lnTo>
                    <a:pt x="0" y="5080"/>
                  </a:lnTo>
                  <a:cubicBezTo>
                    <a:pt x="0" y="2286"/>
                    <a:pt x="2286" y="0"/>
                    <a:pt x="5080" y="0"/>
                  </a:cubicBezTo>
                  <a:moveTo>
                    <a:pt x="5080" y="10160"/>
                  </a:moveTo>
                  <a:lnTo>
                    <a:pt x="5080" y="5080"/>
                  </a:lnTo>
                  <a:lnTo>
                    <a:pt x="10160" y="5080"/>
                  </a:lnTo>
                  <a:lnTo>
                    <a:pt x="10160" y="1151128"/>
                  </a:lnTo>
                  <a:lnTo>
                    <a:pt x="5080" y="1151128"/>
                  </a:lnTo>
                  <a:lnTo>
                    <a:pt x="5080" y="1146048"/>
                  </a:lnTo>
                  <a:lnTo>
                    <a:pt x="10734040" y="1146048"/>
                  </a:lnTo>
                  <a:lnTo>
                    <a:pt x="10734040" y="1151128"/>
                  </a:lnTo>
                  <a:lnTo>
                    <a:pt x="10728960" y="1151128"/>
                  </a:lnTo>
                  <a:lnTo>
                    <a:pt x="10728960" y="5080"/>
                  </a:lnTo>
                  <a:lnTo>
                    <a:pt x="10734040" y="5080"/>
                  </a:lnTo>
                  <a:lnTo>
                    <a:pt x="10734040" y="10160"/>
                  </a:lnTo>
                  <a:lnTo>
                    <a:pt x="5080" y="10160"/>
                  </a:lnTo>
                  <a:close/>
                </a:path>
              </a:pathLst>
            </a:custGeom>
            <a:solidFill>
              <a:srgbClr val="F76A6A"/>
            </a:solidFill>
          </p:spPr>
        </p:sp>
      </p:grpSp>
      <p:grpSp>
        <p:nvGrpSpPr>
          <p:cNvPr name="Group 50" id="50"/>
          <p:cNvGrpSpPr/>
          <p:nvPr/>
        </p:nvGrpSpPr>
        <p:grpSpPr>
          <a:xfrm rot="0">
            <a:off x="822960" y="8686800"/>
            <a:ext cx="7498080" cy="859536"/>
            <a:chOff x="0" y="0"/>
            <a:chExt cx="9997440" cy="1146048"/>
          </a:xfrm>
        </p:grpSpPr>
        <p:sp>
          <p:nvSpPr>
            <p:cNvPr name="Freeform 51" id="51"/>
            <p:cNvSpPr/>
            <p:nvPr/>
          </p:nvSpPr>
          <p:spPr>
            <a:xfrm flipH="false" flipV="false" rot="0">
              <a:off x="0" y="0"/>
              <a:ext cx="9997440" cy="1146048"/>
            </a:xfrm>
            <a:custGeom>
              <a:avLst/>
              <a:gdLst/>
              <a:ahLst/>
              <a:cxnLst/>
              <a:rect r="r" b="b" t="t" l="l"/>
              <a:pathLst>
                <a:path h="1146048" w="9997440">
                  <a:moveTo>
                    <a:pt x="0" y="0"/>
                  </a:moveTo>
                  <a:lnTo>
                    <a:pt x="9997440" y="0"/>
                  </a:lnTo>
                  <a:lnTo>
                    <a:pt x="9997440" y="1146048"/>
                  </a:lnTo>
                  <a:lnTo>
                    <a:pt x="0" y="1146048"/>
                  </a:lnTo>
                  <a:close/>
                </a:path>
              </a:pathLst>
            </a:custGeom>
            <a:blipFill>
              <a:blip r:embed="rId2">
                <a:alphaModFix amt="0"/>
              </a:blip>
              <a:stretch>
                <a:fillRect l="0" t="-119975" r="0" b="-119975"/>
              </a:stretch>
            </a:blipFill>
          </p:spPr>
        </p:sp>
        <p:sp>
          <p:nvSpPr>
            <p:cNvPr name="TextBox 52" id="52"/>
            <p:cNvSpPr txBox="true"/>
            <p:nvPr/>
          </p:nvSpPr>
          <p:spPr>
            <a:xfrm>
              <a:off x="0" y="-38100"/>
              <a:ext cx="9997440" cy="1184148"/>
            </a:xfrm>
            <a:prstGeom prst="rect">
              <a:avLst/>
            </a:prstGeom>
          </p:spPr>
          <p:txBody>
            <a:bodyPr anchor="ctr" rtlCol="false" tIns="0" lIns="0" bIns="0" rIns="0"/>
            <a:lstStyle/>
            <a:p>
              <a:pPr algn="l">
                <a:lnSpc>
                  <a:spcPts val="2280"/>
                </a:lnSpc>
              </a:pPr>
              <a:r>
                <a:rPr lang="en-US" sz="1900">
                  <a:solidFill>
                    <a:srgbClr val="8888A8"/>
                  </a:solidFill>
                  <a:latin typeface="Calibri (MS)"/>
                  <a:ea typeface="Calibri (MS)"/>
                  <a:cs typeface="Calibri (MS)"/>
                  <a:sym typeface="Calibri (MS)"/>
                </a:rPr>
                <a:t>✗  Spending 30 mins deciding what to watch every night</a:t>
              </a:r>
            </a:p>
          </p:txBody>
        </p:sp>
      </p:grpSp>
      <p:grpSp>
        <p:nvGrpSpPr>
          <p:cNvPr name="Group 53" id="53"/>
          <p:cNvGrpSpPr/>
          <p:nvPr/>
        </p:nvGrpSpPr>
        <p:grpSpPr>
          <a:xfrm rot="0">
            <a:off x="8595360" y="4572000"/>
            <a:ext cx="1097280" cy="1828800"/>
            <a:chOff x="0" y="0"/>
            <a:chExt cx="1463040" cy="2438400"/>
          </a:xfrm>
        </p:grpSpPr>
        <p:sp>
          <p:nvSpPr>
            <p:cNvPr name="Freeform 54" id="54"/>
            <p:cNvSpPr/>
            <p:nvPr/>
          </p:nvSpPr>
          <p:spPr>
            <a:xfrm flipH="false" flipV="false" rot="0">
              <a:off x="0" y="0"/>
              <a:ext cx="1463040" cy="2438400"/>
            </a:xfrm>
            <a:custGeom>
              <a:avLst/>
              <a:gdLst/>
              <a:ahLst/>
              <a:cxnLst/>
              <a:rect r="r" b="b" t="t" l="l"/>
              <a:pathLst>
                <a:path h="2438400" w="1463040">
                  <a:moveTo>
                    <a:pt x="0" y="0"/>
                  </a:moveTo>
                  <a:lnTo>
                    <a:pt x="1463040" y="0"/>
                  </a:lnTo>
                  <a:lnTo>
                    <a:pt x="1463040" y="2438400"/>
                  </a:lnTo>
                  <a:lnTo>
                    <a:pt x="0" y="2438400"/>
                  </a:lnTo>
                  <a:close/>
                </a:path>
              </a:pathLst>
            </a:custGeom>
            <a:blipFill>
              <a:blip r:embed="rId2">
                <a:alphaModFix amt="0"/>
              </a:blip>
              <a:stretch>
                <a:fillRect l="-163839" t="0" r="-163839" b="0"/>
              </a:stretch>
            </a:blipFill>
          </p:spPr>
        </p:sp>
        <p:sp>
          <p:nvSpPr>
            <p:cNvPr name="TextBox 55" id="55"/>
            <p:cNvSpPr txBox="true"/>
            <p:nvPr/>
          </p:nvSpPr>
          <p:spPr>
            <a:xfrm>
              <a:off x="0" y="-19050"/>
              <a:ext cx="1463040" cy="2457450"/>
            </a:xfrm>
            <a:prstGeom prst="rect">
              <a:avLst/>
            </a:prstGeom>
          </p:spPr>
          <p:txBody>
            <a:bodyPr anchor="ctr" rtlCol="false" tIns="0" lIns="0" bIns="0" rIns="0"/>
            <a:lstStyle/>
            <a:p>
              <a:pPr algn="ctr">
                <a:lnSpc>
                  <a:spcPts val="5280"/>
                </a:lnSpc>
              </a:pPr>
              <a:r>
                <a:rPr lang="en-US" sz="4400" b="true">
                  <a:solidFill>
                    <a:srgbClr val="8888A8"/>
                  </a:solidFill>
                  <a:latin typeface="Arial Bold"/>
                  <a:ea typeface="Arial Bold"/>
                  <a:cs typeface="Arial Bold"/>
                  <a:sym typeface="Arial Bold"/>
                </a:rPr>
                <a:t>VS</a:t>
              </a:r>
            </a:p>
          </p:txBody>
        </p:sp>
      </p:grpSp>
      <p:grpSp>
        <p:nvGrpSpPr>
          <p:cNvPr name="Group 56" id="56"/>
          <p:cNvGrpSpPr/>
          <p:nvPr/>
        </p:nvGrpSpPr>
        <p:grpSpPr>
          <a:xfrm rot="0">
            <a:off x="9679943" y="2821943"/>
            <a:ext cx="8072123" cy="939803"/>
            <a:chOff x="0" y="0"/>
            <a:chExt cx="10762831" cy="1253071"/>
          </a:xfrm>
        </p:grpSpPr>
        <p:sp>
          <p:nvSpPr>
            <p:cNvPr name="Freeform 57" id="57"/>
            <p:cNvSpPr/>
            <p:nvPr/>
          </p:nvSpPr>
          <p:spPr>
            <a:xfrm flipH="false" flipV="false" rot="0">
              <a:off x="16891" y="16891"/>
              <a:ext cx="10728960" cy="1219200"/>
            </a:xfrm>
            <a:custGeom>
              <a:avLst/>
              <a:gdLst/>
              <a:ahLst/>
              <a:cxnLst/>
              <a:rect r="r" b="b" t="t" l="l"/>
              <a:pathLst>
                <a:path h="1219200" w="10728960">
                  <a:moveTo>
                    <a:pt x="0" y="0"/>
                  </a:moveTo>
                  <a:lnTo>
                    <a:pt x="10728960" y="0"/>
                  </a:lnTo>
                  <a:lnTo>
                    <a:pt x="10728960" y="1219200"/>
                  </a:lnTo>
                  <a:lnTo>
                    <a:pt x="0" y="1219200"/>
                  </a:lnTo>
                  <a:close/>
                </a:path>
              </a:pathLst>
            </a:custGeom>
            <a:solidFill>
              <a:srgbClr val="6AF7C4">
                <a:alpha val="63922"/>
              </a:srgbClr>
            </a:solidFill>
          </p:spPr>
        </p:sp>
        <p:sp>
          <p:nvSpPr>
            <p:cNvPr name="Freeform 58" id="58"/>
            <p:cNvSpPr/>
            <p:nvPr/>
          </p:nvSpPr>
          <p:spPr>
            <a:xfrm flipH="false" flipV="false" rot="0">
              <a:off x="0" y="0"/>
              <a:ext cx="10762742" cy="1252984"/>
            </a:xfrm>
            <a:custGeom>
              <a:avLst/>
              <a:gdLst/>
              <a:ahLst/>
              <a:cxnLst/>
              <a:rect r="r" b="b" t="t" l="l"/>
              <a:pathLst>
                <a:path h="1252984" w="10762742">
                  <a:moveTo>
                    <a:pt x="16891" y="0"/>
                  </a:moveTo>
                  <a:lnTo>
                    <a:pt x="10745851" y="0"/>
                  </a:lnTo>
                  <a:cubicBezTo>
                    <a:pt x="10755249" y="0"/>
                    <a:pt x="10762742" y="7620"/>
                    <a:pt x="10762742" y="16891"/>
                  </a:cubicBezTo>
                  <a:lnTo>
                    <a:pt x="10762742" y="1236091"/>
                  </a:lnTo>
                  <a:cubicBezTo>
                    <a:pt x="10762742" y="1245489"/>
                    <a:pt x="10755122" y="1252982"/>
                    <a:pt x="10745851" y="1252982"/>
                  </a:cubicBezTo>
                  <a:lnTo>
                    <a:pt x="16891" y="1252982"/>
                  </a:lnTo>
                  <a:cubicBezTo>
                    <a:pt x="7620" y="1253109"/>
                    <a:pt x="0" y="1245489"/>
                    <a:pt x="0" y="1236091"/>
                  </a:cubicBezTo>
                  <a:lnTo>
                    <a:pt x="0" y="16891"/>
                  </a:lnTo>
                  <a:cubicBezTo>
                    <a:pt x="0" y="7620"/>
                    <a:pt x="7620" y="0"/>
                    <a:pt x="16891" y="0"/>
                  </a:cubicBezTo>
                  <a:moveTo>
                    <a:pt x="16891" y="33909"/>
                  </a:moveTo>
                  <a:lnTo>
                    <a:pt x="16891" y="16891"/>
                  </a:lnTo>
                  <a:lnTo>
                    <a:pt x="33909" y="16891"/>
                  </a:lnTo>
                  <a:lnTo>
                    <a:pt x="33909" y="1236091"/>
                  </a:lnTo>
                  <a:lnTo>
                    <a:pt x="16891" y="1236091"/>
                  </a:lnTo>
                  <a:lnTo>
                    <a:pt x="16891" y="1219200"/>
                  </a:lnTo>
                  <a:lnTo>
                    <a:pt x="10745851" y="1219200"/>
                  </a:lnTo>
                  <a:lnTo>
                    <a:pt x="10745851" y="1236091"/>
                  </a:lnTo>
                  <a:lnTo>
                    <a:pt x="10728960" y="1236091"/>
                  </a:lnTo>
                  <a:lnTo>
                    <a:pt x="10728960" y="16891"/>
                  </a:lnTo>
                  <a:lnTo>
                    <a:pt x="10745851" y="16891"/>
                  </a:lnTo>
                  <a:lnTo>
                    <a:pt x="10745851" y="33909"/>
                  </a:lnTo>
                  <a:lnTo>
                    <a:pt x="16891" y="33909"/>
                  </a:lnTo>
                  <a:close/>
                </a:path>
              </a:pathLst>
            </a:custGeom>
            <a:solidFill>
              <a:srgbClr val="6AF7C4"/>
            </a:solidFill>
          </p:spPr>
        </p:sp>
      </p:grpSp>
      <p:grpSp>
        <p:nvGrpSpPr>
          <p:cNvPr name="Group 59" id="59"/>
          <p:cNvGrpSpPr/>
          <p:nvPr/>
        </p:nvGrpSpPr>
        <p:grpSpPr>
          <a:xfrm rot="0">
            <a:off x="9692640" y="2834640"/>
            <a:ext cx="8046720" cy="914400"/>
            <a:chOff x="0" y="0"/>
            <a:chExt cx="10728960" cy="1219200"/>
          </a:xfrm>
        </p:grpSpPr>
        <p:sp>
          <p:nvSpPr>
            <p:cNvPr name="Freeform 60" id="60"/>
            <p:cNvSpPr/>
            <p:nvPr/>
          </p:nvSpPr>
          <p:spPr>
            <a:xfrm flipH="false" flipV="false" rot="0">
              <a:off x="0" y="0"/>
              <a:ext cx="10728960" cy="1219200"/>
            </a:xfrm>
            <a:custGeom>
              <a:avLst/>
              <a:gdLst/>
              <a:ahLst/>
              <a:cxnLst/>
              <a:rect r="r" b="b" t="t" l="l"/>
              <a:pathLst>
                <a:path h="1219200" w="10728960">
                  <a:moveTo>
                    <a:pt x="0" y="0"/>
                  </a:moveTo>
                  <a:lnTo>
                    <a:pt x="10728960" y="0"/>
                  </a:lnTo>
                  <a:lnTo>
                    <a:pt x="10728960" y="1219200"/>
                  </a:lnTo>
                  <a:lnTo>
                    <a:pt x="0" y="1219200"/>
                  </a:lnTo>
                  <a:close/>
                </a:path>
              </a:pathLst>
            </a:custGeom>
            <a:blipFill>
              <a:blip r:embed="rId2">
                <a:alphaModFix amt="0"/>
              </a:blip>
              <a:stretch>
                <a:fillRect l="0" t="-121468" r="0" b="-121468"/>
              </a:stretch>
            </a:blipFill>
          </p:spPr>
        </p:sp>
        <p:sp>
          <p:nvSpPr>
            <p:cNvPr name="TextBox 61" id="61"/>
            <p:cNvSpPr txBox="true"/>
            <p:nvPr/>
          </p:nvSpPr>
          <p:spPr>
            <a:xfrm>
              <a:off x="0" y="-19050"/>
              <a:ext cx="10728960" cy="1238250"/>
            </a:xfrm>
            <a:prstGeom prst="rect">
              <a:avLst/>
            </a:prstGeom>
          </p:spPr>
          <p:txBody>
            <a:bodyPr anchor="ctr" rtlCol="false" tIns="0" lIns="0" bIns="0" rIns="0"/>
            <a:lstStyle/>
            <a:p>
              <a:pPr algn="ctr">
                <a:lnSpc>
                  <a:spcPts val="3120"/>
                </a:lnSpc>
              </a:pPr>
              <a:r>
                <a:rPr lang="en-US" sz="2600" b="true">
                  <a:solidFill>
                    <a:srgbClr val="6AF7C4"/>
                  </a:solidFill>
                  <a:latin typeface="Arial Bold"/>
                  <a:ea typeface="Arial Bold"/>
                  <a:cs typeface="Arial Bold"/>
                  <a:sym typeface="Arial Bold"/>
                </a:rPr>
                <a:t>✅  </a:t>
              </a:r>
              <a:r>
                <a:rPr lang="en-US" sz="2600" b="true">
                  <a:solidFill>
                    <a:srgbClr val="13132A"/>
                  </a:solidFill>
                  <a:latin typeface="Arial Bold"/>
                  <a:ea typeface="Arial Bold"/>
                  <a:cs typeface="Arial Bold"/>
                  <a:sym typeface="Arial Bold"/>
                </a:rPr>
                <a:t>With TRAKORY</a:t>
              </a:r>
            </a:p>
          </p:txBody>
        </p:sp>
      </p:grpSp>
      <p:grpSp>
        <p:nvGrpSpPr>
          <p:cNvPr name="Group 62" id="62"/>
          <p:cNvGrpSpPr/>
          <p:nvPr/>
        </p:nvGrpSpPr>
        <p:grpSpPr>
          <a:xfrm rot="0">
            <a:off x="9688830" y="3928110"/>
            <a:ext cx="8054340" cy="867156"/>
            <a:chOff x="0" y="0"/>
            <a:chExt cx="10739120" cy="1156208"/>
          </a:xfrm>
        </p:grpSpPr>
        <p:sp>
          <p:nvSpPr>
            <p:cNvPr name="Freeform 63" id="63"/>
            <p:cNvSpPr/>
            <p:nvPr/>
          </p:nvSpPr>
          <p:spPr>
            <a:xfrm flipH="false" flipV="false" rot="0">
              <a:off x="5080" y="5080"/>
              <a:ext cx="10728960" cy="1146048"/>
            </a:xfrm>
            <a:custGeom>
              <a:avLst/>
              <a:gdLst/>
              <a:ahLst/>
              <a:cxnLst/>
              <a:rect r="r" b="b" t="t" l="l"/>
              <a:pathLst>
                <a:path h="1146048" w="10728960">
                  <a:moveTo>
                    <a:pt x="0" y="0"/>
                  </a:moveTo>
                  <a:lnTo>
                    <a:pt x="10728960" y="0"/>
                  </a:lnTo>
                  <a:lnTo>
                    <a:pt x="10728960" y="1146048"/>
                  </a:lnTo>
                  <a:lnTo>
                    <a:pt x="0" y="1146048"/>
                  </a:lnTo>
                  <a:close/>
                </a:path>
              </a:pathLst>
            </a:custGeom>
            <a:solidFill>
              <a:srgbClr val="1A1A35"/>
            </a:solidFill>
          </p:spPr>
        </p:sp>
        <p:sp>
          <p:nvSpPr>
            <p:cNvPr name="Freeform 64" id="64"/>
            <p:cNvSpPr/>
            <p:nvPr/>
          </p:nvSpPr>
          <p:spPr>
            <a:xfrm flipH="false" flipV="false" rot="0">
              <a:off x="0" y="0"/>
              <a:ext cx="10739120" cy="1156208"/>
            </a:xfrm>
            <a:custGeom>
              <a:avLst/>
              <a:gdLst/>
              <a:ahLst/>
              <a:cxnLst/>
              <a:rect r="r" b="b" t="t" l="l"/>
              <a:pathLst>
                <a:path h="1156208" w="10739120">
                  <a:moveTo>
                    <a:pt x="5080" y="0"/>
                  </a:moveTo>
                  <a:lnTo>
                    <a:pt x="10734040" y="0"/>
                  </a:lnTo>
                  <a:cubicBezTo>
                    <a:pt x="10736834" y="0"/>
                    <a:pt x="10739120" y="2286"/>
                    <a:pt x="10739120" y="5080"/>
                  </a:cubicBezTo>
                  <a:lnTo>
                    <a:pt x="10739120" y="1151128"/>
                  </a:lnTo>
                  <a:cubicBezTo>
                    <a:pt x="10739120" y="1153922"/>
                    <a:pt x="10736834" y="1156208"/>
                    <a:pt x="10734040" y="1156208"/>
                  </a:cubicBezTo>
                  <a:lnTo>
                    <a:pt x="5080" y="1156208"/>
                  </a:lnTo>
                  <a:cubicBezTo>
                    <a:pt x="2286" y="1156208"/>
                    <a:pt x="0" y="1153922"/>
                    <a:pt x="0" y="1151128"/>
                  </a:cubicBezTo>
                  <a:lnTo>
                    <a:pt x="0" y="5080"/>
                  </a:lnTo>
                  <a:cubicBezTo>
                    <a:pt x="0" y="2286"/>
                    <a:pt x="2286" y="0"/>
                    <a:pt x="5080" y="0"/>
                  </a:cubicBezTo>
                  <a:moveTo>
                    <a:pt x="5080" y="10160"/>
                  </a:moveTo>
                  <a:lnTo>
                    <a:pt x="5080" y="5080"/>
                  </a:lnTo>
                  <a:lnTo>
                    <a:pt x="10160" y="5080"/>
                  </a:lnTo>
                  <a:lnTo>
                    <a:pt x="10160" y="1151128"/>
                  </a:lnTo>
                  <a:lnTo>
                    <a:pt x="5080" y="1151128"/>
                  </a:lnTo>
                  <a:lnTo>
                    <a:pt x="5080" y="1146048"/>
                  </a:lnTo>
                  <a:lnTo>
                    <a:pt x="10734040" y="1146048"/>
                  </a:lnTo>
                  <a:lnTo>
                    <a:pt x="10734040" y="1151128"/>
                  </a:lnTo>
                  <a:lnTo>
                    <a:pt x="10728960" y="1151128"/>
                  </a:lnTo>
                  <a:lnTo>
                    <a:pt x="10728960" y="5080"/>
                  </a:lnTo>
                  <a:lnTo>
                    <a:pt x="10734040" y="5080"/>
                  </a:lnTo>
                  <a:lnTo>
                    <a:pt x="10734040" y="10160"/>
                  </a:lnTo>
                  <a:lnTo>
                    <a:pt x="5080" y="10160"/>
                  </a:lnTo>
                  <a:close/>
                </a:path>
              </a:pathLst>
            </a:custGeom>
            <a:solidFill>
              <a:srgbClr val="6AF7C4"/>
            </a:solidFill>
          </p:spPr>
        </p:sp>
      </p:grpSp>
      <p:grpSp>
        <p:nvGrpSpPr>
          <p:cNvPr name="Group 65" id="65"/>
          <p:cNvGrpSpPr/>
          <p:nvPr/>
        </p:nvGrpSpPr>
        <p:grpSpPr>
          <a:xfrm rot="0">
            <a:off x="9966960" y="3931920"/>
            <a:ext cx="7498080" cy="859536"/>
            <a:chOff x="0" y="0"/>
            <a:chExt cx="9997440" cy="1146048"/>
          </a:xfrm>
        </p:grpSpPr>
        <p:sp>
          <p:nvSpPr>
            <p:cNvPr name="Freeform 66" id="66"/>
            <p:cNvSpPr/>
            <p:nvPr/>
          </p:nvSpPr>
          <p:spPr>
            <a:xfrm flipH="false" flipV="false" rot="0">
              <a:off x="0" y="0"/>
              <a:ext cx="9997440" cy="1146048"/>
            </a:xfrm>
            <a:custGeom>
              <a:avLst/>
              <a:gdLst/>
              <a:ahLst/>
              <a:cxnLst/>
              <a:rect r="r" b="b" t="t" l="l"/>
              <a:pathLst>
                <a:path h="1146048" w="9997440">
                  <a:moveTo>
                    <a:pt x="0" y="0"/>
                  </a:moveTo>
                  <a:lnTo>
                    <a:pt x="9997440" y="0"/>
                  </a:lnTo>
                  <a:lnTo>
                    <a:pt x="9997440" y="1146048"/>
                  </a:lnTo>
                  <a:lnTo>
                    <a:pt x="0" y="1146048"/>
                  </a:lnTo>
                  <a:close/>
                </a:path>
              </a:pathLst>
            </a:custGeom>
            <a:blipFill>
              <a:blip r:embed="rId2">
                <a:alphaModFix amt="0"/>
              </a:blip>
              <a:stretch>
                <a:fillRect l="0" t="-119975" r="0" b="-119975"/>
              </a:stretch>
            </a:blipFill>
          </p:spPr>
        </p:sp>
        <p:sp>
          <p:nvSpPr>
            <p:cNvPr name="TextBox 67" id="67"/>
            <p:cNvSpPr txBox="true"/>
            <p:nvPr/>
          </p:nvSpPr>
          <p:spPr>
            <a:xfrm>
              <a:off x="0" y="-38100"/>
              <a:ext cx="9997440" cy="1184148"/>
            </a:xfrm>
            <a:prstGeom prst="rect">
              <a:avLst/>
            </a:prstGeom>
          </p:spPr>
          <p:txBody>
            <a:bodyPr anchor="ctr" rtlCol="false" tIns="0" lIns="0" bIns="0" rIns="0"/>
            <a:lstStyle/>
            <a:p>
              <a:pPr algn="l">
                <a:lnSpc>
                  <a:spcPts val="2280"/>
                </a:lnSpc>
              </a:pPr>
              <a:r>
                <a:rPr lang="en-US" sz="1900">
                  <a:solidFill>
                    <a:srgbClr val="E8E8F0"/>
                  </a:solidFill>
                  <a:latin typeface="Calibri (MS)"/>
                  <a:ea typeface="Calibri (MS)"/>
                  <a:cs typeface="Calibri (MS)"/>
                  <a:sym typeface="Calibri (MS)"/>
                </a:rPr>
                <a:t>✓  One unified platform for all content types</a:t>
              </a:r>
            </a:p>
          </p:txBody>
        </p:sp>
      </p:grpSp>
      <p:grpSp>
        <p:nvGrpSpPr>
          <p:cNvPr name="Group 68" id="68"/>
          <p:cNvGrpSpPr/>
          <p:nvPr/>
        </p:nvGrpSpPr>
        <p:grpSpPr>
          <a:xfrm rot="0">
            <a:off x="9688830" y="4879086"/>
            <a:ext cx="8054340" cy="867156"/>
            <a:chOff x="0" y="0"/>
            <a:chExt cx="10739120" cy="1156208"/>
          </a:xfrm>
        </p:grpSpPr>
        <p:sp>
          <p:nvSpPr>
            <p:cNvPr name="Freeform 69" id="69"/>
            <p:cNvSpPr/>
            <p:nvPr/>
          </p:nvSpPr>
          <p:spPr>
            <a:xfrm flipH="false" flipV="false" rot="0">
              <a:off x="5080" y="5080"/>
              <a:ext cx="10728960" cy="1146048"/>
            </a:xfrm>
            <a:custGeom>
              <a:avLst/>
              <a:gdLst/>
              <a:ahLst/>
              <a:cxnLst/>
              <a:rect r="r" b="b" t="t" l="l"/>
              <a:pathLst>
                <a:path h="1146048" w="10728960">
                  <a:moveTo>
                    <a:pt x="0" y="0"/>
                  </a:moveTo>
                  <a:lnTo>
                    <a:pt x="10728960" y="0"/>
                  </a:lnTo>
                  <a:lnTo>
                    <a:pt x="10728960" y="1146048"/>
                  </a:lnTo>
                  <a:lnTo>
                    <a:pt x="0" y="1146048"/>
                  </a:lnTo>
                  <a:close/>
                </a:path>
              </a:pathLst>
            </a:custGeom>
            <a:solidFill>
              <a:srgbClr val="13132A"/>
            </a:solidFill>
          </p:spPr>
        </p:sp>
        <p:sp>
          <p:nvSpPr>
            <p:cNvPr name="Freeform 70" id="70"/>
            <p:cNvSpPr/>
            <p:nvPr/>
          </p:nvSpPr>
          <p:spPr>
            <a:xfrm flipH="false" flipV="false" rot="0">
              <a:off x="0" y="0"/>
              <a:ext cx="10739120" cy="1156208"/>
            </a:xfrm>
            <a:custGeom>
              <a:avLst/>
              <a:gdLst/>
              <a:ahLst/>
              <a:cxnLst/>
              <a:rect r="r" b="b" t="t" l="l"/>
              <a:pathLst>
                <a:path h="1156208" w="10739120">
                  <a:moveTo>
                    <a:pt x="5080" y="0"/>
                  </a:moveTo>
                  <a:lnTo>
                    <a:pt x="10734040" y="0"/>
                  </a:lnTo>
                  <a:cubicBezTo>
                    <a:pt x="10736834" y="0"/>
                    <a:pt x="10739120" y="2286"/>
                    <a:pt x="10739120" y="5080"/>
                  </a:cubicBezTo>
                  <a:lnTo>
                    <a:pt x="10739120" y="1151128"/>
                  </a:lnTo>
                  <a:cubicBezTo>
                    <a:pt x="10739120" y="1153922"/>
                    <a:pt x="10736834" y="1156208"/>
                    <a:pt x="10734040" y="1156208"/>
                  </a:cubicBezTo>
                  <a:lnTo>
                    <a:pt x="5080" y="1156208"/>
                  </a:lnTo>
                  <a:cubicBezTo>
                    <a:pt x="2286" y="1156208"/>
                    <a:pt x="0" y="1153922"/>
                    <a:pt x="0" y="1151128"/>
                  </a:cubicBezTo>
                  <a:lnTo>
                    <a:pt x="0" y="5080"/>
                  </a:lnTo>
                  <a:cubicBezTo>
                    <a:pt x="0" y="2286"/>
                    <a:pt x="2286" y="0"/>
                    <a:pt x="5080" y="0"/>
                  </a:cubicBezTo>
                  <a:moveTo>
                    <a:pt x="5080" y="10160"/>
                  </a:moveTo>
                  <a:lnTo>
                    <a:pt x="5080" y="5080"/>
                  </a:lnTo>
                  <a:lnTo>
                    <a:pt x="10160" y="5080"/>
                  </a:lnTo>
                  <a:lnTo>
                    <a:pt x="10160" y="1151128"/>
                  </a:lnTo>
                  <a:lnTo>
                    <a:pt x="5080" y="1151128"/>
                  </a:lnTo>
                  <a:lnTo>
                    <a:pt x="5080" y="1146048"/>
                  </a:lnTo>
                  <a:lnTo>
                    <a:pt x="10734040" y="1146048"/>
                  </a:lnTo>
                  <a:lnTo>
                    <a:pt x="10734040" y="1151128"/>
                  </a:lnTo>
                  <a:lnTo>
                    <a:pt x="10728960" y="1151128"/>
                  </a:lnTo>
                  <a:lnTo>
                    <a:pt x="10728960" y="5080"/>
                  </a:lnTo>
                  <a:lnTo>
                    <a:pt x="10734040" y="5080"/>
                  </a:lnTo>
                  <a:lnTo>
                    <a:pt x="10734040" y="10160"/>
                  </a:lnTo>
                  <a:lnTo>
                    <a:pt x="5080" y="10160"/>
                  </a:lnTo>
                  <a:close/>
                </a:path>
              </a:pathLst>
            </a:custGeom>
            <a:solidFill>
              <a:srgbClr val="6AF7C4"/>
            </a:solidFill>
          </p:spPr>
        </p:sp>
      </p:grpSp>
      <p:grpSp>
        <p:nvGrpSpPr>
          <p:cNvPr name="Group 71" id="71"/>
          <p:cNvGrpSpPr/>
          <p:nvPr/>
        </p:nvGrpSpPr>
        <p:grpSpPr>
          <a:xfrm rot="0">
            <a:off x="9966960" y="4882896"/>
            <a:ext cx="7498080" cy="859536"/>
            <a:chOff x="0" y="0"/>
            <a:chExt cx="9997440" cy="1146048"/>
          </a:xfrm>
        </p:grpSpPr>
        <p:sp>
          <p:nvSpPr>
            <p:cNvPr name="Freeform 72" id="72"/>
            <p:cNvSpPr/>
            <p:nvPr/>
          </p:nvSpPr>
          <p:spPr>
            <a:xfrm flipH="false" flipV="false" rot="0">
              <a:off x="0" y="0"/>
              <a:ext cx="9997440" cy="1146048"/>
            </a:xfrm>
            <a:custGeom>
              <a:avLst/>
              <a:gdLst/>
              <a:ahLst/>
              <a:cxnLst/>
              <a:rect r="r" b="b" t="t" l="l"/>
              <a:pathLst>
                <a:path h="1146048" w="9997440">
                  <a:moveTo>
                    <a:pt x="0" y="0"/>
                  </a:moveTo>
                  <a:lnTo>
                    <a:pt x="9997440" y="0"/>
                  </a:lnTo>
                  <a:lnTo>
                    <a:pt x="9997440" y="1146048"/>
                  </a:lnTo>
                  <a:lnTo>
                    <a:pt x="0" y="1146048"/>
                  </a:lnTo>
                  <a:close/>
                </a:path>
              </a:pathLst>
            </a:custGeom>
            <a:blipFill>
              <a:blip r:embed="rId2">
                <a:alphaModFix amt="0"/>
              </a:blip>
              <a:stretch>
                <a:fillRect l="0" t="-119975" r="0" b="-119975"/>
              </a:stretch>
            </a:blipFill>
          </p:spPr>
        </p:sp>
        <p:sp>
          <p:nvSpPr>
            <p:cNvPr name="TextBox 73" id="73"/>
            <p:cNvSpPr txBox="true"/>
            <p:nvPr/>
          </p:nvSpPr>
          <p:spPr>
            <a:xfrm>
              <a:off x="0" y="-38100"/>
              <a:ext cx="9997440" cy="1184148"/>
            </a:xfrm>
            <a:prstGeom prst="rect">
              <a:avLst/>
            </a:prstGeom>
          </p:spPr>
          <p:txBody>
            <a:bodyPr anchor="ctr" rtlCol="false" tIns="0" lIns="0" bIns="0" rIns="0"/>
            <a:lstStyle/>
            <a:p>
              <a:pPr algn="l">
                <a:lnSpc>
                  <a:spcPts val="2280"/>
                </a:lnSpc>
              </a:pPr>
              <a:r>
                <a:rPr lang="en-US" sz="1900">
                  <a:solidFill>
                    <a:srgbClr val="E8E8F0"/>
                  </a:solidFill>
                  <a:latin typeface="Calibri (MS)"/>
                  <a:ea typeface="Calibri (MS)"/>
                  <a:cs typeface="Calibri (MS)"/>
                  <a:sym typeface="Calibri (MS)"/>
                </a:rPr>
                <a:t>✓  Progress tracking with episode and page counts</a:t>
              </a:r>
            </a:p>
          </p:txBody>
        </p:sp>
      </p:grpSp>
      <p:grpSp>
        <p:nvGrpSpPr>
          <p:cNvPr name="Group 74" id="74"/>
          <p:cNvGrpSpPr/>
          <p:nvPr/>
        </p:nvGrpSpPr>
        <p:grpSpPr>
          <a:xfrm rot="0">
            <a:off x="9688830" y="5830062"/>
            <a:ext cx="8054340" cy="867156"/>
            <a:chOff x="0" y="0"/>
            <a:chExt cx="10739120" cy="1156208"/>
          </a:xfrm>
        </p:grpSpPr>
        <p:sp>
          <p:nvSpPr>
            <p:cNvPr name="Freeform 75" id="75"/>
            <p:cNvSpPr/>
            <p:nvPr/>
          </p:nvSpPr>
          <p:spPr>
            <a:xfrm flipH="false" flipV="false" rot="0">
              <a:off x="5080" y="5080"/>
              <a:ext cx="10728960" cy="1146048"/>
            </a:xfrm>
            <a:custGeom>
              <a:avLst/>
              <a:gdLst/>
              <a:ahLst/>
              <a:cxnLst/>
              <a:rect r="r" b="b" t="t" l="l"/>
              <a:pathLst>
                <a:path h="1146048" w="10728960">
                  <a:moveTo>
                    <a:pt x="0" y="0"/>
                  </a:moveTo>
                  <a:lnTo>
                    <a:pt x="10728960" y="0"/>
                  </a:lnTo>
                  <a:lnTo>
                    <a:pt x="10728960" y="1146048"/>
                  </a:lnTo>
                  <a:lnTo>
                    <a:pt x="0" y="1146048"/>
                  </a:lnTo>
                  <a:close/>
                </a:path>
              </a:pathLst>
            </a:custGeom>
            <a:solidFill>
              <a:srgbClr val="1A1A35"/>
            </a:solidFill>
          </p:spPr>
        </p:sp>
        <p:sp>
          <p:nvSpPr>
            <p:cNvPr name="Freeform 76" id="76"/>
            <p:cNvSpPr/>
            <p:nvPr/>
          </p:nvSpPr>
          <p:spPr>
            <a:xfrm flipH="false" flipV="false" rot="0">
              <a:off x="0" y="0"/>
              <a:ext cx="10739120" cy="1156208"/>
            </a:xfrm>
            <a:custGeom>
              <a:avLst/>
              <a:gdLst/>
              <a:ahLst/>
              <a:cxnLst/>
              <a:rect r="r" b="b" t="t" l="l"/>
              <a:pathLst>
                <a:path h="1156208" w="10739120">
                  <a:moveTo>
                    <a:pt x="5080" y="0"/>
                  </a:moveTo>
                  <a:lnTo>
                    <a:pt x="10734040" y="0"/>
                  </a:lnTo>
                  <a:cubicBezTo>
                    <a:pt x="10736834" y="0"/>
                    <a:pt x="10739120" y="2286"/>
                    <a:pt x="10739120" y="5080"/>
                  </a:cubicBezTo>
                  <a:lnTo>
                    <a:pt x="10739120" y="1151128"/>
                  </a:lnTo>
                  <a:cubicBezTo>
                    <a:pt x="10739120" y="1153922"/>
                    <a:pt x="10736834" y="1156208"/>
                    <a:pt x="10734040" y="1156208"/>
                  </a:cubicBezTo>
                  <a:lnTo>
                    <a:pt x="5080" y="1156208"/>
                  </a:lnTo>
                  <a:cubicBezTo>
                    <a:pt x="2286" y="1156208"/>
                    <a:pt x="0" y="1153922"/>
                    <a:pt x="0" y="1151128"/>
                  </a:cubicBezTo>
                  <a:lnTo>
                    <a:pt x="0" y="5080"/>
                  </a:lnTo>
                  <a:cubicBezTo>
                    <a:pt x="0" y="2286"/>
                    <a:pt x="2286" y="0"/>
                    <a:pt x="5080" y="0"/>
                  </a:cubicBezTo>
                  <a:moveTo>
                    <a:pt x="5080" y="10160"/>
                  </a:moveTo>
                  <a:lnTo>
                    <a:pt x="5080" y="5080"/>
                  </a:lnTo>
                  <a:lnTo>
                    <a:pt x="10160" y="5080"/>
                  </a:lnTo>
                  <a:lnTo>
                    <a:pt x="10160" y="1151128"/>
                  </a:lnTo>
                  <a:lnTo>
                    <a:pt x="5080" y="1151128"/>
                  </a:lnTo>
                  <a:lnTo>
                    <a:pt x="5080" y="1146048"/>
                  </a:lnTo>
                  <a:lnTo>
                    <a:pt x="10734040" y="1146048"/>
                  </a:lnTo>
                  <a:lnTo>
                    <a:pt x="10734040" y="1151128"/>
                  </a:lnTo>
                  <a:lnTo>
                    <a:pt x="10728960" y="1151128"/>
                  </a:lnTo>
                  <a:lnTo>
                    <a:pt x="10728960" y="5080"/>
                  </a:lnTo>
                  <a:lnTo>
                    <a:pt x="10734040" y="5080"/>
                  </a:lnTo>
                  <a:lnTo>
                    <a:pt x="10734040" y="10160"/>
                  </a:lnTo>
                  <a:lnTo>
                    <a:pt x="5080" y="10160"/>
                  </a:lnTo>
                  <a:close/>
                </a:path>
              </a:pathLst>
            </a:custGeom>
            <a:solidFill>
              <a:srgbClr val="6AF7C4"/>
            </a:solidFill>
          </p:spPr>
        </p:sp>
      </p:grpSp>
      <p:grpSp>
        <p:nvGrpSpPr>
          <p:cNvPr name="Group 77" id="77"/>
          <p:cNvGrpSpPr/>
          <p:nvPr/>
        </p:nvGrpSpPr>
        <p:grpSpPr>
          <a:xfrm rot="0">
            <a:off x="9966960" y="5833872"/>
            <a:ext cx="7498080" cy="859536"/>
            <a:chOff x="0" y="0"/>
            <a:chExt cx="9997440" cy="1146048"/>
          </a:xfrm>
        </p:grpSpPr>
        <p:sp>
          <p:nvSpPr>
            <p:cNvPr name="Freeform 78" id="78"/>
            <p:cNvSpPr/>
            <p:nvPr/>
          </p:nvSpPr>
          <p:spPr>
            <a:xfrm flipH="false" flipV="false" rot="0">
              <a:off x="0" y="0"/>
              <a:ext cx="9997440" cy="1146048"/>
            </a:xfrm>
            <a:custGeom>
              <a:avLst/>
              <a:gdLst/>
              <a:ahLst/>
              <a:cxnLst/>
              <a:rect r="r" b="b" t="t" l="l"/>
              <a:pathLst>
                <a:path h="1146048" w="9997440">
                  <a:moveTo>
                    <a:pt x="0" y="0"/>
                  </a:moveTo>
                  <a:lnTo>
                    <a:pt x="9997440" y="0"/>
                  </a:lnTo>
                  <a:lnTo>
                    <a:pt x="9997440" y="1146048"/>
                  </a:lnTo>
                  <a:lnTo>
                    <a:pt x="0" y="1146048"/>
                  </a:lnTo>
                  <a:close/>
                </a:path>
              </a:pathLst>
            </a:custGeom>
            <a:blipFill>
              <a:blip r:embed="rId2">
                <a:alphaModFix amt="0"/>
              </a:blip>
              <a:stretch>
                <a:fillRect l="0" t="-119975" r="0" b="-119975"/>
              </a:stretch>
            </a:blipFill>
          </p:spPr>
        </p:sp>
        <p:sp>
          <p:nvSpPr>
            <p:cNvPr name="TextBox 79" id="79"/>
            <p:cNvSpPr txBox="true"/>
            <p:nvPr/>
          </p:nvSpPr>
          <p:spPr>
            <a:xfrm>
              <a:off x="0" y="-38100"/>
              <a:ext cx="9997440" cy="1184148"/>
            </a:xfrm>
            <a:prstGeom prst="rect">
              <a:avLst/>
            </a:prstGeom>
          </p:spPr>
          <p:txBody>
            <a:bodyPr anchor="ctr" rtlCol="false" tIns="0" lIns="0" bIns="0" rIns="0"/>
            <a:lstStyle/>
            <a:p>
              <a:pPr algn="l">
                <a:lnSpc>
                  <a:spcPts val="2280"/>
                </a:lnSpc>
              </a:pPr>
              <a:r>
                <a:rPr lang="en-US" sz="1900">
                  <a:solidFill>
                    <a:srgbClr val="E8E8F0"/>
                  </a:solidFill>
                  <a:latin typeface="Calibri (MS)"/>
                  <a:ea typeface="Calibri (MS)"/>
                  <a:cs typeface="Calibri (MS)"/>
                  <a:sym typeface="Calibri (MS)"/>
                </a:rPr>
                <a:t>✓  AI recommendations based on personal ratings</a:t>
              </a:r>
            </a:p>
          </p:txBody>
        </p:sp>
      </p:grpSp>
      <p:grpSp>
        <p:nvGrpSpPr>
          <p:cNvPr name="Group 80" id="80"/>
          <p:cNvGrpSpPr/>
          <p:nvPr/>
        </p:nvGrpSpPr>
        <p:grpSpPr>
          <a:xfrm rot="0">
            <a:off x="9688830" y="6781038"/>
            <a:ext cx="8054340" cy="867156"/>
            <a:chOff x="0" y="0"/>
            <a:chExt cx="10739120" cy="1156208"/>
          </a:xfrm>
        </p:grpSpPr>
        <p:sp>
          <p:nvSpPr>
            <p:cNvPr name="Freeform 81" id="81"/>
            <p:cNvSpPr/>
            <p:nvPr/>
          </p:nvSpPr>
          <p:spPr>
            <a:xfrm flipH="false" flipV="false" rot="0">
              <a:off x="5080" y="5080"/>
              <a:ext cx="10728960" cy="1146048"/>
            </a:xfrm>
            <a:custGeom>
              <a:avLst/>
              <a:gdLst/>
              <a:ahLst/>
              <a:cxnLst/>
              <a:rect r="r" b="b" t="t" l="l"/>
              <a:pathLst>
                <a:path h="1146048" w="10728960">
                  <a:moveTo>
                    <a:pt x="0" y="0"/>
                  </a:moveTo>
                  <a:lnTo>
                    <a:pt x="10728960" y="0"/>
                  </a:lnTo>
                  <a:lnTo>
                    <a:pt x="10728960" y="1146048"/>
                  </a:lnTo>
                  <a:lnTo>
                    <a:pt x="0" y="1146048"/>
                  </a:lnTo>
                  <a:close/>
                </a:path>
              </a:pathLst>
            </a:custGeom>
            <a:solidFill>
              <a:srgbClr val="13132A"/>
            </a:solidFill>
          </p:spPr>
        </p:sp>
        <p:sp>
          <p:nvSpPr>
            <p:cNvPr name="Freeform 82" id="82"/>
            <p:cNvSpPr/>
            <p:nvPr/>
          </p:nvSpPr>
          <p:spPr>
            <a:xfrm flipH="false" flipV="false" rot="0">
              <a:off x="0" y="0"/>
              <a:ext cx="10739120" cy="1156208"/>
            </a:xfrm>
            <a:custGeom>
              <a:avLst/>
              <a:gdLst/>
              <a:ahLst/>
              <a:cxnLst/>
              <a:rect r="r" b="b" t="t" l="l"/>
              <a:pathLst>
                <a:path h="1156208" w="10739120">
                  <a:moveTo>
                    <a:pt x="5080" y="0"/>
                  </a:moveTo>
                  <a:lnTo>
                    <a:pt x="10734040" y="0"/>
                  </a:lnTo>
                  <a:cubicBezTo>
                    <a:pt x="10736834" y="0"/>
                    <a:pt x="10739120" y="2286"/>
                    <a:pt x="10739120" y="5080"/>
                  </a:cubicBezTo>
                  <a:lnTo>
                    <a:pt x="10739120" y="1151128"/>
                  </a:lnTo>
                  <a:cubicBezTo>
                    <a:pt x="10739120" y="1153922"/>
                    <a:pt x="10736834" y="1156208"/>
                    <a:pt x="10734040" y="1156208"/>
                  </a:cubicBezTo>
                  <a:lnTo>
                    <a:pt x="5080" y="1156208"/>
                  </a:lnTo>
                  <a:cubicBezTo>
                    <a:pt x="2286" y="1156208"/>
                    <a:pt x="0" y="1153922"/>
                    <a:pt x="0" y="1151128"/>
                  </a:cubicBezTo>
                  <a:lnTo>
                    <a:pt x="0" y="5080"/>
                  </a:lnTo>
                  <a:cubicBezTo>
                    <a:pt x="0" y="2286"/>
                    <a:pt x="2286" y="0"/>
                    <a:pt x="5080" y="0"/>
                  </a:cubicBezTo>
                  <a:moveTo>
                    <a:pt x="5080" y="10160"/>
                  </a:moveTo>
                  <a:lnTo>
                    <a:pt x="5080" y="5080"/>
                  </a:lnTo>
                  <a:lnTo>
                    <a:pt x="10160" y="5080"/>
                  </a:lnTo>
                  <a:lnTo>
                    <a:pt x="10160" y="1151128"/>
                  </a:lnTo>
                  <a:lnTo>
                    <a:pt x="5080" y="1151128"/>
                  </a:lnTo>
                  <a:lnTo>
                    <a:pt x="5080" y="1146048"/>
                  </a:lnTo>
                  <a:lnTo>
                    <a:pt x="10734040" y="1146048"/>
                  </a:lnTo>
                  <a:lnTo>
                    <a:pt x="10734040" y="1151128"/>
                  </a:lnTo>
                  <a:lnTo>
                    <a:pt x="10728960" y="1151128"/>
                  </a:lnTo>
                  <a:lnTo>
                    <a:pt x="10728960" y="5080"/>
                  </a:lnTo>
                  <a:lnTo>
                    <a:pt x="10734040" y="5080"/>
                  </a:lnTo>
                  <a:lnTo>
                    <a:pt x="10734040" y="10160"/>
                  </a:lnTo>
                  <a:lnTo>
                    <a:pt x="5080" y="10160"/>
                  </a:lnTo>
                  <a:close/>
                </a:path>
              </a:pathLst>
            </a:custGeom>
            <a:solidFill>
              <a:srgbClr val="6AF7C4"/>
            </a:solidFill>
          </p:spPr>
        </p:sp>
      </p:grpSp>
      <p:grpSp>
        <p:nvGrpSpPr>
          <p:cNvPr name="Group 83" id="83"/>
          <p:cNvGrpSpPr/>
          <p:nvPr/>
        </p:nvGrpSpPr>
        <p:grpSpPr>
          <a:xfrm rot="0">
            <a:off x="9966960" y="6784848"/>
            <a:ext cx="7498080" cy="859536"/>
            <a:chOff x="0" y="0"/>
            <a:chExt cx="9997440" cy="1146048"/>
          </a:xfrm>
        </p:grpSpPr>
        <p:sp>
          <p:nvSpPr>
            <p:cNvPr name="Freeform 84" id="84"/>
            <p:cNvSpPr/>
            <p:nvPr/>
          </p:nvSpPr>
          <p:spPr>
            <a:xfrm flipH="false" flipV="false" rot="0">
              <a:off x="0" y="0"/>
              <a:ext cx="9997440" cy="1146048"/>
            </a:xfrm>
            <a:custGeom>
              <a:avLst/>
              <a:gdLst/>
              <a:ahLst/>
              <a:cxnLst/>
              <a:rect r="r" b="b" t="t" l="l"/>
              <a:pathLst>
                <a:path h="1146048" w="9997440">
                  <a:moveTo>
                    <a:pt x="0" y="0"/>
                  </a:moveTo>
                  <a:lnTo>
                    <a:pt x="9997440" y="0"/>
                  </a:lnTo>
                  <a:lnTo>
                    <a:pt x="9997440" y="1146048"/>
                  </a:lnTo>
                  <a:lnTo>
                    <a:pt x="0" y="1146048"/>
                  </a:lnTo>
                  <a:close/>
                </a:path>
              </a:pathLst>
            </a:custGeom>
            <a:blipFill>
              <a:blip r:embed="rId2">
                <a:alphaModFix amt="0"/>
              </a:blip>
              <a:stretch>
                <a:fillRect l="0" t="-119975" r="0" b="-119975"/>
              </a:stretch>
            </a:blipFill>
          </p:spPr>
        </p:sp>
        <p:sp>
          <p:nvSpPr>
            <p:cNvPr name="TextBox 85" id="85"/>
            <p:cNvSpPr txBox="true"/>
            <p:nvPr/>
          </p:nvSpPr>
          <p:spPr>
            <a:xfrm>
              <a:off x="0" y="-38100"/>
              <a:ext cx="9997440" cy="1184148"/>
            </a:xfrm>
            <a:prstGeom prst="rect">
              <a:avLst/>
            </a:prstGeom>
          </p:spPr>
          <p:txBody>
            <a:bodyPr anchor="ctr" rtlCol="false" tIns="0" lIns="0" bIns="0" rIns="0"/>
            <a:lstStyle/>
            <a:p>
              <a:pPr algn="l">
                <a:lnSpc>
                  <a:spcPts val="2280"/>
                </a:lnSpc>
              </a:pPr>
              <a:r>
                <a:rPr lang="en-US" sz="1900">
                  <a:solidFill>
                    <a:srgbClr val="E8E8F0"/>
                  </a:solidFill>
                  <a:latin typeface="Calibri (MS)"/>
                  <a:ea typeface="Calibri (MS)"/>
                  <a:cs typeface="Calibri (MS)"/>
                  <a:sym typeface="Calibri (MS)"/>
                </a:rPr>
                <a:t>✓  Star rating system with genre-based statistics</a:t>
              </a:r>
            </a:p>
          </p:txBody>
        </p:sp>
      </p:grpSp>
      <p:grpSp>
        <p:nvGrpSpPr>
          <p:cNvPr name="Group 86" id="86"/>
          <p:cNvGrpSpPr/>
          <p:nvPr/>
        </p:nvGrpSpPr>
        <p:grpSpPr>
          <a:xfrm rot="0">
            <a:off x="9688830" y="7732014"/>
            <a:ext cx="8054340" cy="867156"/>
            <a:chOff x="0" y="0"/>
            <a:chExt cx="10739120" cy="1156208"/>
          </a:xfrm>
        </p:grpSpPr>
        <p:sp>
          <p:nvSpPr>
            <p:cNvPr name="Freeform 87" id="87"/>
            <p:cNvSpPr/>
            <p:nvPr/>
          </p:nvSpPr>
          <p:spPr>
            <a:xfrm flipH="false" flipV="false" rot="0">
              <a:off x="5080" y="5080"/>
              <a:ext cx="10728960" cy="1146048"/>
            </a:xfrm>
            <a:custGeom>
              <a:avLst/>
              <a:gdLst/>
              <a:ahLst/>
              <a:cxnLst/>
              <a:rect r="r" b="b" t="t" l="l"/>
              <a:pathLst>
                <a:path h="1146048" w="10728960">
                  <a:moveTo>
                    <a:pt x="0" y="0"/>
                  </a:moveTo>
                  <a:lnTo>
                    <a:pt x="10728960" y="0"/>
                  </a:lnTo>
                  <a:lnTo>
                    <a:pt x="10728960" y="1146048"/>
                  </a:lnTo>
                  <a:lnTo>
                    <a:pt x="0" y="1146048"/>
                  </a:lnTo>
                  <a:close/>
                </a:path>
              </a:pathLst>
            </a:custGeom>
            <a:solidFill>
              <a:srgbClr val="1A1A35"/>
            </a:solidFill>
          </p:spPr>
        </p:sp>
        <p:sp>
          <p:nvSpPr>
            <p:cNvPr name="Freeform 88" id="88"/>
            <p:cNvSpPr/>
            <p:nvPr/>
          </p:nvSpPr>
          <p:spPr>
            <a:xfrm flipH="false" flipV="false" rot="0">
              <a:off x="0" y="0"/>
              <a:ext cx="10739120" cy="1156208"/>
            </a:xfrm>
            <a:custGeom>
              <a:avLst/>
              <a:gdLst/>
              <a:ahLst/>
              <a:cxnLst/>
              <a:rect r="r" b="b" t="t" l="l"/>
              <a:pathLst>
                <a:path h="1156208" w="10739120">
                  <a:moveTo>
                    <a:pt x="5080" y="0"/>
                  </a:moveTo>
                  <a:lnTo>
                    <a:pt x="10734040" y="0"/>
                  </a:lnTo>
                  <a:cubicBezTo>
                    <a:pt x="10736834" y="0"/>
                    <a:pt x="10739120" y="2286"/>
                    <a:pt x="10739120" y="5080"/>
                  </a:cubicBezTo>
                  <a:lnTo>
                    <a:pt x="10739120" y="1151128"/>
                  </a:lnTo>
                  <a:cubicBezTo>
                    <a:pt x="10739120" y="1153922"/>
                    <a:pt x="10736834" y="1156208"/>
                    <a:pt x="10734040" y="1156208"/>
                  </a:cubicBezTo>
                  <a:lnTo>
                    <a:pt x="5080" y="1156208"/>
                  </a:lnTo>
                  <a:cubicBezTo>
                    <a:pt x="2286" y="1156208"/>
                    <a:pt x="0" y="1153922"/>
                    <a:pt x="0" y="1151128"/>
                  </a:cubicBezTo>
                  <a:lnTo>
                    <a:pt x="0" y="5080"/>
                  </a:lnTo>
                  <a:cubicBezTo>
                    <a:pt x="0" y="2286"/>
                    <a:pt x="2286" y="0"/>
                    <a:pt x="5080" y="0"/>
                  </a:cubicBezTo>
                  <a:moveTo>
                    <a:pt x="5080" y="10160"/>
                  </a:moveTo>
                  <a:lnTo>
                    <a:pt x="5080" y="5080"/>
                  </a:lnTo>
                  <a:lnTo>
                    <a:pt x="10160" y="5080"/>
                  </a:lnTo>
                  <a:lnTo>
                    <a:pt x="10160" y="1151128"/>
                  </a:lnTo>
                  <a:lnTo>
                    <a:pt x="5080" y="1151128"/>
                  </a:lnTo>
                  <a:lnTo>
                    <a:pt x="5080" y="1146048"/>
                  </a:lnTo>
                  <a:lnTo>
                    <a:pt x="10734040" y="1146048"/>
                  </a:lnTo>
                  <a:lnTo>
                    <a:pt x="10734040" y="1151128"/>
                  </a:lnTo>
                  <a:lnTo>
                    <a:pt x="10728960" y="1151128"/>
                  </a:lnTo>
                  <a:lnTo>
                    <a:pt x="10728960" y="5080"/>
                  </a:lnTo>
                  <a:lnTo>
                    <a:pt x="10734040" y="5080"/>
                  </a:lnTo>
                  <a:lnTo>
                    <a:pt x="10734040" y="10160"/>
                  </a:lnTo>
                  <a:lnTo>
                    <a:pt x="5080" y="10160"/>
                  </a:lnTo>
                  <a:close/>
                </a:path>
              </a:pathLst>
            </a:custGeom>
            <a:solidFill>
              <a:srgbClr val="6AF7C4"/>
            </a:solidFill>
          </p:spPr>
        </p:sp>
      </p:grpSp>
      <p:grpSp>
        <p:nvGrpSpPr>
          <p:cNvPr name="Group 89" id="89"/>
          <p:cNvGrpSpPr/>
          <p:nvPr/>
        </p:nvGrpSpPr>
        <p:grpSpPr>
          <a:xfrm rot="0">
            <a:off x="9966960" y="7735824"/>
            <a:ext cx="7498080" cy="859536"/>
            <a:chOff x="0" y="0"/>
            <a:chExt cx="9997440" cy="1146048"/>
          </a:xfrm>
        </p:grpSpPr>
        <p:sp>
          <p:nvSpPr>
            <p:cNvPr name="Freeform 90" id="90"/>
            <p:cNvSpPr/>
            <p:nvPr/>
          </p:nvSpPr>
          <p:spPr>
            <a:xfrm flipH="false" flipV="false" rot="0">
              <a:off x="0" y="0"/>
              <a:ext cx="9997440" cy="1146048"/>
            </a:xfrm>
            <a:custGeom>
              <a:avLst/>
              <a:gdLst/>
              <a:ahLst/>
              <a:cxnLst/>
              <a:rect r="r" b="b" t="t" l="l"/>
              <a:pathLst>
                <a:path h="1146048" w="9997440">
                  <a:moveTo>
                    <a:pt x="0" y="0"/>
                  </a:moveTo>
                  <a:lnTo>
                    <a:pt x="9997440" y="0"/>
                  </a:lnTo>
                  <a:lnTo>
                    <a:pt x="9997440" y="1146048"/>
                  </a:lnTo>
                  <a:lnTo>
                    <a:pt x="0" y="1146048"/>
                  </a:lnTo>
                  <a:close/>
                </a:path>
              </a:pathLst>
            </a:custGeom>
            <a:blipFill>
              <a:blip r:embed="rId2">
                <a:alphaModFix amt="0"/>
              </a:blip>
              <a:stretch>
                <a:fillRect l="0" t="-119975" r="0" b="-119975"/>
              </a:stretch>
            </a:blipFill>
          </p:spPr>
        </p:sp>
        <p:sp>
          <p:nvSpPr>
            <p:cNvPr name="TextBox 91" id="91"/>
            <p:cNvSpPr txBox="true"/>
            <p:nvPr/>
          </p:nvSpPr>
          <p:spPr>
            <a:xfrm>
              <a:off x="0" y="-38100"/>
              <a:ext cx="9997440" cy="1184148"/>
            </a:xfrm>
            <a:prstGeom prst="rect">
              <a:avLst/>
            </a:prstGeom>
          </p:spPr>
          <p:txBody>
            <a:bodyPr anchor="ctr" rtlCol="false" tIns="0" lIns="0" bIns="0" rIns="0"/>
            <a:lstStyle/>
            <a:p>
              <a:pPr algn="l">
                <a:lnSpc>
                  <a:spcPts val="2280"/>
                </a:lnSpc>
              </a:pPr>
              <a:r>
                <a:rPr lang="en-US" sz="1900">
                  <a:solidFill>
                    <a:srgbClr val="E8E8F0"/>
                  </a:solidFill>
                  <a:latin typeface="Calibri (MS)"/>
                  <a:ea typeface="Calibri (MS)"/>
                  <a:cs typeface="Calibri (MS)"/>
                  <a:sym typeface="Calibri (MS)"/>
                </a:rPr>
                <a:t>✓  Visual charts showing viewing habits and patterns</a:t>
              </a:r>
            </a:p>
          </p:txBody>
        </p:sp>
      </p:grpSp>
      <p:grpSp>
        <p:nvGrpSpPr>
          <p:cNvPr name="Group 92" id="92"/>
          <p:cNvGrpSpPr/>
          <p:nvPr/>
        </p:nvGrpSpPr>
        <p:grpSpPr>
          <a:xfrm rot="0">
            <a:off x="9688830" y="8682990"/>
            <a:ext cx="8054340" cy="867156"/>
            <a:chOff x="0" y="0"/>
            <a:chExt cx="10739120" cy="1156208"/>
          </a:xfrm>
        </p:grpSpPr>
        <p:sp>
          <p:nvSpPr>
            <p:cNvPr name="Freeform 93" id="93"/>
            <p:cNvSpPr/>
            <p:nvPr/>
          </p:nvSpPr>
          <p:spPr>
            <a:xfrm flipH="false" flipV="false" rot="0">
              <a:off x="5080" y="5080"/>
              <a:ext cx="10728960" cy="1146048"/>
            </a:xfrm>
            <a:custGeom>
              <a:avLst/>
              <a:gdLst/>
              <a:ahLst/>
              <a:cxnLst/>
              <a:rect r="r" b="b" t="t" l="l"/>
              <a:pathLst>
                <a:path h="1146048" w="10728960">
                  <a:moveTo>
                    <a:pt x="0" y="0"/>
                  </a:moveTo>
                  <a:lnTo>
                    <a:pt x="10728960" y="0"/>
                  </a:lnTo>
                  <a:lnTo>
                    <a:pt x="10728960" y="1146048"/>
                  </a:lnTo>
                  <a:lnTo>
                    <a:pt x="0" y="1146048"/>
                  </a:lnTo>
                  <a:close/>
                </a:path>
              </a:pathLst>
            </a:custGeom>
            <a:solidFill>
              <a:srgbClr val="13132A"/>
            </a:solidFill>
          </p:spPr>
        </p:sp>
        <p:sp>
          <p:nvSpPr>
            <p:cNvPr name="Freeform 94" id="94"/>
            <p:cNvSpPr/>
            <p:nvPr/>
          </p:nvSpPr>
          <p:spPr>
            <a:xfrm flipH="false" flipV="false" rot="0">
              <a:off x="0" y="0"/>
              <a:ext cx="10739120" cy="1156208"/>
            </a:xfrm>
            <a:custGeom>
              <a:avLst/>
              <a:gdLst/>
              <a:ahLst/>
              <a:cxnLst/>
              <a:rect r="r" b="b" t="t" l="l"/>
              <a:pathLst>
                <a:path h="1156208" w="10739120">
                  <a:moveTo>
                    <a:pt x="5080" y="0"/>
                  </a:moveTo>
                  <a:lnTo>
                    <a:pt x="10734040" y="0"/>
                  </a:lnTo>
                  <a:cubicBezTo>
                    <a:pt x="10736834" y="0"/>
                    <a:pt x="10739120" y="2286"/>
                    <a:pt x="10739120" y="5080"/>
                  </a:cubicBezTo>
                  <a:lnTo>
                    <a:pt x="10739120" y="1151128"/>
                  </a:lnTo>
                  <a:cubicBezTo>
                    <a:pt x="10739120" y="1153922"/>
                    <a:pt x="10736834" y="1156208"/>
                    <a:pt x="10734040" y="1156208"/>
                  </a:cubicBezTo>
                  <a:lnTo>
                    <a:pt x="5080" y="1156208"/>
                  </a:lnTo>
                  <a:cubicBezTo>
                    <a:pt x="2286" y="1156208"/>
                    <a:pt x="0" y="1153922"/>
                    <a:pt x="0" y="1151128"/>
                  </a:cubicBezTo>
                  <a:lnTo>
                    <a:pt x="0" y="5080"/>
                  </a:lnTo>
                  <a:cubicBezTo>
                    <a:pt x="0" y="2286"/>
                    <a:pt x="2286" y="0"/>
                    <a:pt x="5080" y="0"/>
                  </a:cubicBezTo>
                  <a:moveTo>
                    <a:pt x="5080" y="10160"/>
                  </a:moveTo>
                  <a:lnTo>
                    <a:pt x="5080" y="5080"/>
                  </a:lnTo>
                  <a:lnTo>
                    <a:pt x="10160" y="5080"/>
                  </a:lnTo>
                  <a:lnTo>
                    <a:pt x="10160" y="1151128"/>
                  </a:lnTo>
                  <a:lnTo>
                    <a:pt x="5080" y="1151128"/>
                  </a:lnTo>
                  <a:lnTo>
                    <a:pt x="5080" y="1146048"/>
                  </a:lnTo>
                  <a:lnTo>
                    <a:pt x="10734040" y="1146048"/>
                  </a:lnTo>
                  <a:lnTo>
                    <a:pt x="10734040" y="1151128"/>
                  </a:lnTo>
                  <a:lnTo>
                    <a:pt x="10728960" y="1151128"/>
                  </a:lnTo>
                  <a:lnTo>
                    <a:pt x="10728960" y="5080"/>
                  </a:lnTo>
                  <a:lnTo>
                    <a:pt x="10734040" y="5080"/>
                  </a:lnTo>
                  <a:lnTo>
                    <a:pt x="10734040" y="10160"/>
                  </a:lnTo>
                  <a:lnTo>
                    <a:pt x="5080" y="10160"/>
                  </a:lnTo>
                  <a:close/>
                </a:path>
              </a:pathLst>
            </a:custGeom>
            <a:solidFill>
              <a:srgbClr val="6AF7C4"/>
            </a:solidFill>
          </p:spPr>
        </p:sp>
      </p:grpSp>
      <p:grpSp>
        <p:nvGrpSpPr>
          <p:cNvPr name="Group 95" id="95"/>
          <p:cNvGrpSpPr/>
          <p:nvPr/>
        </p:nvGrpSpPr>
        <p:grpSpPr>
          <a:xfrm rot="0">
            <a:off x="9966960" y="8686800"/>
            <a:ext cx="7498080" cy="859536"/>
            <a:chOff x="0" y="0"/>
            <a:chExt cx="9997440" cy="1146048"/>
          </a:xfrm>
        </p:grpSpPr>
        <p:sp>
          <p:nvSpPr>
            <p:cNvPr name="Freeform 96" id="96"/>
            <p:cNvSpPr/>
            <p:nvPr/>
          </p:nvSpPr>
          <p:spPr>
            <a:xfrm flipH="false" flipV="false" rot="0">
              <a:off x="0" y="0"/>
              <a:ext cx="9997440" cy="1146048"/>
            </a:xfrm>
            <a:custGeom>
              <a:avLst/>
              <a:gdLst/>
              <a:ahLst/>
              <a:cxnLst/>
              <a:rect r="r" b="b" t="t" l="l"/>
              <a:pathLst>
                <a:path h="1146048" w="9997440">
                  <a:moveTo>
                    <a:pt x="0" y="0"/>
                  </a:moveTo>
                  <a:lnTo>
                    <a:pt x="9997440" y="0"/>
                  </a:lnTo>
                  <a:lnTo>
                    <a:pt x="9997440" y="1146048"/>
                  </a:lnTo>
                  <a:lnTo>
                    <a:pt x="0" y="1146048"/>
                  </a:lnTo>
                  <a:close/>
                </a:path>
              </a:pathLst>
            </a:custGeom>
            <a:blipFill>
              <a:blip r:embed="rId2">
                <a:alphaModFix amt="0"/>
              </a:blip>
              <a:stretch>
                <a:fillRect l="0" t="-119975" r="0" b="-119975"/>
              </a:stretch>
            </a:blipFill>
          </p:spPr>
        </p:sp>
        <p:sp>
          <p:nvSpPr>
            <p:cNvPr name="TextBox 97" id="97"/>
            <p:cNvSpPr txBox="true"/>
            <p:nvPr/>
          </p:nvSpPr>
          <p:spPr>
            <a:xfrm>
              <a:off x="0" y="-38100"/>
              <a:ext cx="9997440" cy="1184148"/>
            </a:xfrm>
            <a:prstGeom prst="rect">
              <a:avLst/>
            </a:prstGeom>
          </p:spPr>
          <p:txBody>
            <a:bodyPr anchor="ctr" rtlCol="false" tIns="0" lIns="0" bIns="0" rIns="0"/>
            <a:lstStyle/>
            <a:p>
              <a:pPr algn="l">
                <a:lnSpc>
                  <a:spcPts val="2280"/>
                </a:lnSpc>
              </a:pPr>
              <a:r>
                <a:rPr lang="en-US" sz="1900">
                  <a:solidFill>
                    <a:srgbClr val="E8E8F0"/>
                  </a:solidFill>
                  <a:latin typeface="Calibri (MS)"/>
                  <a:ea typeface="Calibri (MS)"/>
                  <a:cs typeface="Calibri (MS)"/>
                  <a:sym typeface="Calibri (MS)"/>
                </a:rPr>
                <a:t>✓  Mood-based discovery picks content in seconds</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16891" y="16891"/>
              <a:ext cx="292608" cy="13715999"/>
            </a:xfrm>
            <a:custGeom>
              <a:avLst/>
              <a:gdLst/>
              <a:ahLst/>
              <a:cxnLst/>
              <a:rect r="r" b="b" t="t" l="l"/>
              <a:pathLst>
                <a:path h="13715999" w="292608">
                  <a:moveTo>
                    <a:pt x="0" y="0"/>
                  </a:moveTo>
                  <a:lnTo>
                    <a:pt x="292608" y="0"/>
                  </a:lnTo>
                  <a:lnTo>
                    <a:pt x="292608" y="13715999"/>
                  </a:lnTo>
                  <a:lnTo>
                    <a:pt x="0" y="13715999"/>
                  </a:lnTo>
                  <a:close/>
                </a:path>
              </a:pathLst>
            </a:custGeom>
            <a:solidFill>
              <a:srgbClr val="7C6AF7"/>
            </a:solidFill>
          </p:spPr>
        </p:sp>
        <p:sp>
          <p:nvSpPr>
            <p:cNvPr name="Freeform 4" id="4"/>
            <p:cNvSpPr/>
            <p:nvPr/>
          </p:nvSpPr>
          <p:spPr>
            <a:xfrm flipH="false" flipV="false" rot="0">
              <a:off x="0" y="0"/>
              <a:ext cx="326390" cy="13749782"/>
            </a:xfrm>
            <a:custGeom>
              <a:avLst/>
              <a:gdLst/>
              <a:ahLst/>
              <a:cxnLst/>
              <a:rect r="r" b="b" t="t" l="l"/>
              <a:pathLst>
                <a:path h="13749782" w="326390">
                  <a:moveTo>
                    <a:pt x="16891" y="0"/>
                  </a:moveTo>
                  <a:lnTo>
                    <a:pt x="309499" y="0"/>
                  </a:lnTo>
                  <a:cubicBezTo>
                    <a:pt x="318897" y="0"/>
                    <a:pt x="326390" y="7620"/>
                    <a:pt x="326390" y="16891"/>
                  </a:cubicBezTo>
                  <a:lnTo>
                    <a:pt x="326390" y="13732890"/>
                  </a:lnTo>
                  <a:cubicBezTo>
                    <a:pt x="326390" y="13742290"/>
                    <a:pt x="318770" y="13749782"/>
                    <a:pt x="309499"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09499" y="13716000"/>
                  </a:lnTo>
                  <a:lnTo>
                    <a:pt x="309499" y="13732890"/>
                  </a:lnTo>
                  <a:lnTo>
                    <a:pt x="292608" y="13732890"/>
                  </a:lnTo>
                  <a:lnTo>
                    <a:pt x="292608" y="16891"/>
                  </a:lnTo>
                  <a:lnTo>
                    <a:pt x="309499" y="16891"/>
                  </a:lnTo>
                  <a:lnTo>
                    <a:pt x="309499" y="33909"/>
                  </a:lnTo>
                  <a:lnTo>
                    <a:pt x="16891" y="33909"/>
                  </a:lnTo>
                  <a:close/>
                </a:path>
              </a:pathLst>
            </a:custGeom>
            <a:solidFill>
              <a:srgbClr val="7C6AF7"/>
            </a:solidFill>
          </p:spPr>
        </p:sp>
      </p:grpSp>
      <p:grpSp>
        <p:nvGrpSpPr>
          <p:cNvPr name="Group 5" id="5"/>
          <p:cNvGrpSpPr/>
          <p:nvPr/>
        </p:nvGrpSpPr>
        <p:grpSpPr>
          <a:xfrm rot="0">
            <a:off x="378466" y="210383"/>
            <a:ext cx="2194560" cy="1984177"/>
            <a:chOff x="0" y="0"/>
            <a:chExt cx="2926080" cy="2645569"/>
          </a:xfrm>
        </p:grpSpPr>
        <p:sp>
          <p:nvSpPr>
            <p:cNvPr name="Freeform 6" id="6"/>
            <p:cNvSpPr/>
            <p:nvPr/>
          </p:nvSpPr>
          <p:spPr>
            <a:xfrm flipH="false" flipV="false" rot="0">
              <a:off x="0" y="0"/>
              <a:ext cx="2926080" cy="2645569"/>
            </a:xfrm>
            <a:custGeom>
              <a:avLst/>
              <a:gdLst/>
              <a:ahLst/>
              <a:cxnLst/>
              <a:rect r="r" b="b" t="t" l="l"/>
              <a:pathLst>
                <a:path h="2645569" w="2926080">
                  <a:moveTo>
                    <a:pt x="0" y="0"/>
                  </a:moveTo>
                  <a:lnTo>
                    <a:pt x="2926080" y="0"/>
                  </a:lnTo>
                  <a:lnTo>
                    <a:pt x="2926080" y="2645569"/>
                  </a:lnTo>
                  <a:lnTo>
                    <a:pt x="0" y="2645569"/>
                  </a:lnTo>
                  <a:close/>
                </a:path>
              </a:pathLst>
            </a:custGeom>
            <a:blipFill>
              <a:blip r:embed="rId2">
                <a:alphaModFix amt="0"/>
              </a:blip>
              <a:stretch>
                <a:fillRect l="-35535" t="0" r="-35535" b="26264"/>
              </a:stretch>
            </a:blipFill>
          </p:spPr>
        </p:sp>
        <p:sp>
          <p:nvSpPr>
            <p:cNvPr name="TextBox 7" id="7"/>
            <p:cNvSpPr txBox="true"/>
            <p:nvPr/>
          </p:nvSpPr>
          <p:spPr>
            <a:xfrm>
              <a:off x="0" y="-47625"/>
              <a:ext cx="2926080" cy="2693194"/>
            </a:xfrm>
            <a:prstGeom prst="rect">
              <a:avLst/>
            </a:prstGeom>
          </p:spPr>
          <p:txBody>
            <a:bodyPr anchor="ctr" rtlCol="false" tIns="0" lIns="0" bIns="0" rIns="0"/>
            <a:lstStyle/>
            <a:p>
              <a:pPr algn="l">
                <a:lnSpc>
                  <a:spcPts val="11519"/>
                </a:lnSpc>
              </a:pPr>
              <a:r>
                <a:rPr lang="en-US" sz="9600" b="true">
                  <a:solidFill>
                    <a:srgbClr val="7C6AF7"/>
                  </a:solidFill>
                  <a:latin typeface="Arial Bold"/>
                  <a:ea typeface="Arial Bold"/>
                  <a:cs typeface="Arial Bold"/>
                  <a:sym typeface="Arial Bold"/>
                </a:rPr>
                <a:t>16</a:t>
              </a:r>
            </a:p>
          </p:txBody>
        </p:sp>
      </p:grpSp>
      <p:grpSp>
        <p:nvGrpSpPr>
          <p:cNvPr name="Group 8" id="8"/>
          <p:cNvGrpSpPr/>
          <p:nvPr/>
        </p:nvGrpSpPr>
        <p:grpSpPr>
          <a:xfrm rot="0">
            <a:off x="548640" y="1645920"/>
            <a:ext cx="16459200" cy="1097280"/>
            <a:chOff x="0" y="0"/>
            <a:chExt cx="21945600" cy="1463040"/>
          </a:xfrm>
        </p:grpSpPr>
        <p:sp>
          <p:nvSpPr>
            <p:cNvPr name="Freeform 9" id="9"/>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2">
                <a:alphaModFix amt="0"/>
              </a:blip>
              <a:stretch>
                <a:fillRect l="0" t="-242275" r="0" b="-242275"/>
              </a:stretch>
            </a:blipFill>
          </p:spPr>
        </p:sp>
        <p:sp>
          <p:nvSpPr>
            <p:cNvPr name="TextBox 10" id="10"/>
            <p:cNvSpPr txBox="true"/>
            <p:nvPr/>
          </p:nvSpPr>
          <p:spPr>
            <a:xfrm>
              <a:off x="0" y="-28575"/>
              <a:ext cx="21945600" cy="1491615"/>
            </a:xfrm>
            <a:prstGeom prst="rect">
              <a:avLst/>
            </a:prstGeom>
          </p:spPr>
          <p:txBody>
            <a:bodyPr anchor="ctr" rtlCol="false" tIns="0" lIns="0" bIns="0" rIns="0"/>
            <a:lstStyle/>
            <a:p>
              <a:pPr algn="l">
                <a:lnSpc>
                  <a:spcPts val="7680"/>
                </a:lnSpc>
              </a:pPr>
              <a:r>
                <a:rPr lang="en-US" sz="6400" b="true">
                  <a:solidFill>
                    <a:srgbClr val="FFFFFF"/>
                  </a:solidFill>
                  <a:latin typeface="Arial Bold"/>
                  <a:ea typeface="Arial Bold"/>
                  <a:cs typeface="Arial Bold"/>
                  <a:sym typeface="Arial Bold"/>
                </a:rPr>
                <a:t>Future Scope</a:t>
              </a:r>
            </a:p>
          </p:txBody>
        </p:sp>
      </p:grpSp>
      <p:grpSp>
        <p:nvGrpSpPr>
          <p:cNvPr name="Group 11" id="11"/>
          <p:cNvGrpSpPr/>
          <p:nvPr/>
        </p:nvGrpSpPr>
        <p:grpSpPr>
          <a:xfrm rot="0">
            <a:off x="533400" y="3093720"/>
            <a:ext cx="8260080" cy="3230880"/>
            <a:chOff x="0" y="0"/>
            <a:chExt cx="11013440" cy="4307840"/>
          </a:xfrm>
        </p:grpSpPr>
        <p:sp>
          <p:nvSpPr>
            <p:cNvPr name="Freeform 12" id="12"/>
            <p:cNvSpPr/>
            <p:nvPr/>
          </p:nvSpPr>
          <p:spPr>
            <a:xfrm flipH="false" flipV="false" rot="0">
              <a:off x="20320" y="20320"/>
              <a:ext cx="10972800" cy="4267200"/>
            </a:xfrm>
            <a:custGeom>
              <a:avLst/>
              <a:gdLst/>
              <a:ahLst/>
              <a:cxnLst/>
              <a:rect r="r" b="b" t="t" l="l"/>
              <a:pathLst>
                <a:path h="4267200" w="10972800">
                  <a:moveTo>
                    <a:pt x="0" y="0"/>
                  </a:moveTo>
                  <a:lnTo>
                    <a:pt x="10972800" y="0"/>
                  </a:lnTo>
                  <a:lnTo>
                    <a:pt x="10972800" y="4267200"/>
                  </a:lnTo>
                  <a:lnTo>
                    <a:pt x="0" y="4267200"/>
                  </a:lnTo>
                  <a:close/>
                </a:path>
              </a:pathLst>
            </a:custGeom>
            <a:solidFill>
              <a:srgbClr val="1A1A35"/>
            </a:solidFill>
          </p:spPr>
        </p:sp>
        <p:sp>
          <p:nvSpPr>
            <p:cNvPr name="Freeform 13" id="13"/>
            <p:cNvSpPr/>
            <p:nvPr/>
          </p:nvSpPr>
          <p:spPr>
            <a:xfrm flipH="false" flipV="false" rot="0">
              <a:off x="0" y="0"/>
              <a:ext cx="11013440" cy="4307840"/>
            </a:xfrm>
            <a:custGeom>
              <a:avLst/>
              <a:gdLst/>
              <a:ahLst/>
              <a:cxnLst/>
              <a:rect r="r" b="b" t="t" l="l"/>
              <a:pathLst>
                <a:path h="4307840" w="11013440">
                  <a:moveTo>
                    <a:pt x="20320" y="0"/>
                  </a:moveTo>
                  <a:lnTo>
                    <a:pt x="10993120" y="0"/>
                  </a:lnTo>
                  <a:cubicBezTo>
                    <a:pt x="11004296" y="0"/>
                    <a:pt x="11013440" y="9144"/>
                    <a:pt x="11013440" y="20320"/>
                  </a:cubicBezTo>
                  <a:lnTo>
                    <a:pt x="11013440" y="4287520"/>
                  </a:lnTo>
                  <a:cubicBezTo>
                    <a:pt x="11013440" y="4298696"/>
                    <a:pt x="11004296" y="4307840"/>
                    <a:pt x="10993120" y="4307840"/>
                  </a:cubicBezTo>
                  <a:lnTo>
                    <a:pt x="20320" y="4307840"/>
                  </a:lnTo>
                  <a:cubicBezTo>
                    <a:pt x="9144" y="4307840"/>
                    <a:pt x="0" y="4298696"/>
                    <a:pt x="0" y="4287520"/>
                  </a:cubicBezTo>
                  <a:lnTo>
                    <a:pt x="0" y="20320"/>
                  </a:lnTo>
                  <a:cubicBezTo>
                    <a:pt x="0" y="9144"/>
                    <a:pt x="9144" y="0"/>
                    <a:pt x="20320" y="0"/>
                  </a:cubicBezTo>
                  <a:moveTo>
                    <a:pt x="20320" y="40640"/>
                  </a:moveTo>
                  <a:lnTo>
                    <a:pt x="20320" y="20320"/>
                  </a:lnTo>
                  <a:lnTo>
                    <a:pt x="40640" y="20320"/>
                  </a:lnTo>
                  <a:lnTo>
                    <a:pt x="40640" y="4287520"/>
                  </a:lnTo>
                  <a:lnTo>
                    <a:pt x="20320" y="4287520"/>
                  </a:lnTo>
                  <a:lnTo>
                    <a:pt x="20320" y="4267200"/>
                  </a:lnTo>
                  <a:lnTo>
                    <a:pt x="10993120" y="4267200"/>
                  </a:lnTo>
                  <a:lnTo>
                    <a:pt x="10993120" y="4287520"/>
                  </a:lnTo>
                  <a:lnTo>
                    <a:pt x="10972800" y="4287520"/>
                  </a:lnTo>
                  <a:lnTo>
                    <a:pt x="10972800" y="20320"/>
                  </a:lnTo>
                  <a:lnTo>
                    <a:pt x="10993120" y="20320"/>
                  </a:lnTo>
                  <a:lnTo>
                    <a:pt x="10993120" y="40640"/>
                  </a:lnTo>
                  <a:lnTo>
                    <a:pt x="20320" y="40640"/>
                  </a:lnTo>
                  <a:close/>
                </a:path>
              </a:pathLst>
            </a:custGeom>
            <a:solidFill>
              <a:srgbClr val="7C6AF7"/>
            </a:solidFill>
          </p:spPr>
        </p:sp>
      </p:grpSp>
      <p:grpSp>
        <p:nvGrpSpPr>
          <p:cNvPr name="Group 14" id="14"/>
          <p:cNvGrpSpPr/>
          <p:nvPr/>
        </p:nvGrpSpPr>
        <p:grpSpPr>
          <a:xfrm rot="0">
            <a:off x="535943" y="3096263"/>
            <a:ext cx="2037083" cy="3225803"/>
            <a:chOff x="0" y="0"/>
            <a:chExt cx="2716111" cy="4301071"/>
          </a:xfrm>
        </p:grpSpPr>
        <p:sp>
          <p:nvSpPr>
            <p:cNvPr name="Freeform 15" id="15"/>
            <p:cNvSpPr/>
            <p:nvPr/>
          </p:nvSpPr>
          <p:spPr>
            <a:xfrm flipH="false" flipV="false" rot="0">
              <a:off x="16891" y="16891"/>
              <a:ext cx="2682240" cy="4267200"/>
            </a:xfrm>
            <a:custGeom>
              <a:avLst/>
              <a:gdLst/>
              <a:ahLst/>
              <a:cxnLst/>
              <a:rect r="r" b="b" t="t" l="l"/>
              <a:pathLst>
                <a:path h="4267200" w="2682240">
                  <a:moveTo>
                    <a:pt x="0" y="0"/>
                  </a:moveTo>
                  <a:lnTo>
                    <a:pt x="2682240" y="0"/>
                  </a:lnTo>
                  <a:lnTo>
                    <a:pt x="2682240" y="4267200"/>
                  </a:lnTo>
                  <a:lnTo>
                    <a:pt x="0" y="4267200"/>
                  </a:lnTo>
                  <a:close/>
                </a:path>
              </a:pathLst>
            </a:custGeom>
            <a:solidFill>
              <a:srgbClr val="7C6AF7">
                <a:alpha val="72157"/>
              </a:srgbClr>
            </a:solidFill>
          </p:spPr>
        </p:sp>
        <p:sp>
          <p:nvSpPr>
            <p:cNvPr name="Freeform 16" id="16"/>
            <p:cNvSpPr/>
            <p:nvPr/>
          </p:nvSpPr>
          <p:spPr>
            <a:xfrm flipH="false" flipV="false" rot="0">
              <a:off x="0" y="0"/>
              <a:ext cx="2716022" cy="4300982"/>
            </a:xfrm>
            <a:custGeom>
              <a:avLst/>
              <a:gdLst/>
              <a:ahLst/>
              <a:cxnLst/>
              <a:rect r="r" b="b" t="t" l="l"/>
              <a:pathLst>
                <a:path h="4300982" w="2716022">
                  <a:moveTo>
                    <a:pt x="16891" y="0"/>
                  </a:moveTo>
                  <a:lnTo>
                    <a:pt x="2699131" y="0"/>
                  </a:lnTo>
                  <a:cubicBezTo>
                    <a:pt x="2708529" y="0"/>
                    <a:pt x="2716022" y="7620"/>
                    <a:pt x="2716022" y="16891"/>
                  </a:cubicBezTo>
                  <a:lnTo>
                    <a:pt x="2716022" y="4284091"/>
                  </a:lnTo>
                  <a:cubicBezTo>
                    <a:pt x="2716022" y="4293489"/>
                    <a:pt x="2708402" y="4300982"/>
                    <a:pt x="269913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2699131" y="4267200"/>
                  </a:lnTo>
                  <a:lnTo>
                    <a:pt x="2699131" y="4284091"/>
                  </a:lnTo>
                  <a:lnTo>
                    <a:pt x="2682240" y="4284091"/>
                  </a:lnTo>
                  <a:lnTo>
                    <a:pt x="2682240" y="16891"/>
                  </a:lnTo>
                  <a:lnTo>
                    <a:pt x="2699131" y="16891"/>
                  </a:lnTo>
                  <a:lnTo>
                    <a:pt x="2699131" y="33909"/>
                  </a:lnTo>
                  <a:lnTo>
                    <a:pt x="16891" y="33909"/>
                  </a:lnTo>
                  <a:close/>
                </a:path>
              </a:pathLst>
            </a:custGeom>
            <a:solidFill>
              <a:srgbClr val="7C6AF7"/>
            </a:solidFill>
          </p:spPr>
        </p:sp>
      </p:grpSp>
      <p:grpSp>
        <p:nvGrpSpPr>
          <p:cNvPr name="Group 17" id="17"/>
          <p:cNvGrpSpPr/>
          <p:nvPr/>
        </p:nvGrpSpPr>
        <p:grpSpPr>
          <a:xfrm rot="0">
            <a:off x="548640" y="4206240"/>
            <a:ext cx="2011680" cy="914400"/>
            <a:chOff x="0" y="0"/>
            <a:chExt cx="2682240" cy="1219200"/>
          </a:xfrm>
        </p:grpSpPr>
        <p:sp>
          <p:nvSpPr>
            <p:cNvPr name="Freeform 18" id="18"/>
            <p:cNvSpPr/>
            <p:nvPr/>
          </p:nvSpPr>
          <p:spPr>
            <a:xfrm flipH="false" flipV="false" rot="0">
              <a:off x="0" y="0"/>
              <a:ext cx="2682240" cy="1219200"/>
            </a:xfrm>
            <a:custGeom>
              <a:avLst/>
              <a:gdLst/>
              <a:ahLst/>
              <a:cxnLst/>
              <a:rect r="r" b="b" t="t" l="l"/>
              <a:pathLst>
                <a:path h="1219200" w="2682240">
                  <a:moveTo>
                    <a:pt x="0" y="0"/>
                  </a:moveTo>
                  <a:lnTo>
                    <a:pt x="2682240" y="0"/>
                  </a:lnTo>
                  <a:lnTo>
                    <a:pt x="2682240" y="1219200"/>
                  </a:lnTo>
                  <a:lnTo>
                    <a:pt x="0" y="1219200"/>
                  </a:lnTo>
                  <a:close/>
                </a:path>
              </a:pathLst>
            </a:custGeom>
            <a:blipFill>
              <a:blip r:embed="rId2">
                <a:alphaModFix amt="0"/>
              </a:blip>
              <a:stretch>
                <a:fillRect l="-8319" t="0" r="-8319" b="0"/>
              </a:stretch>
            </a:blipFill>
          </p:spPr>
        </p:sp>
        <p:sp>
          <p:nvSpPr>
            <p:cNvPr name="TextBox 19" id="19"/>
            <p:cNvSpPr txBox="true"/>
            <p:nvPr/>
          </p:nvSpPr>
          <p:spPr>
            <a:xfrm>
              <a:off x="0" y="-19050"/>
              <a:ext cx="2682240" cy="1238250"/>
            </a:xfrm>
            <a:prstGeom prst="rect">
              <a:avLst/>
            </a:prstGeom>
          </p:spPr>
          <p:txBody>
            <a:bodyPr anchor="ctr" rtlCol="false" tIns="0" lIns="0" bIns="0" rIns="0"/>
            <a:lstStyle/>
            <a:p>
              <a:pPr algn="ctr">
                <a:lnSpc>
                  <a:spcPts val="2640"/>
                </a:lnSpc>
              </a:pPr>
              <a:r>
                <a:rPr lang="en-US" sz="2200" b="true">
                  <a:solidFill>
                    <a:srgbClr val="0D0D1A"/>
                  </a:solidFill>
                  <a:latin typeface="Arial Bold"/>
                  <a:ea typeface="Arial Bold"/>
                  <a:cs typeface="Arial Bold"/>
                  <a:sym typeface="Arial Bold"/>
                </a:rPr>
                <a:t>Phase 1</a:t>
              </a:r>
            </a:p>
          </p:txBody>
        </p:sp>
      </p:grpSp>
      <p:grpSp>
        <p:nvGrpSpPr>
          <p:cNvPr name="Group 20" id="20"/>
          <p:cNvGrpSpPr/>
          <p:nvPr/>
        </p:nvGrpSpPr>
        <p:grpSpPr>
          <a:xfrm rot="0">
            <a:off x="2743200" y="3474720"/>
            <a:ext cx="5669280" cy="768096"/>
            <a:chOff x="0" y="0"/>
            <a:chExt cx="7559040" cy="1024128"/>
          </a:xfrm>
        </p:grpSpPr>
        <p:sp>
          <p:nvSpPr>
            <p:cNvPr name="Freeform 21" id="21"/>
            <p:cNvSpPr/>
            <p:nvPr/>
          </p:nvSpPr>
          <p:spPr>
            <a:xfrm flipH="false" flipV="false" rot="0">
              <a:off x="0" y="0"/>
              <a:ext cx="7559040" cy="1024128"/>
            </a:xfrm>
            <a:custGeom>
              <a:avLst/>
              <a:gdLst/>
              <a:ahLst/>
              <a:cxnLst/>
              <a:rect r="r" b="b" t="t" l="l"/>
              <a:pathLst>
                <a:path h="1024128" w="7559040">
                  <a:moveTo>
                    <a:pt x="0" y="0"/>
                  </a:moveTo>
                  <a:lnTo>
                    <a:pt x="7559040" y="0"/>
                  </a:lnTo>
                  <a:lnTo>
                    <a:pt x="7559040" y="1024128"/>
                  </a:lnTo>
                  <a:lnTo>
                    <a:pt x="0" y="1024128"/>
                  </a:lnTo>
                  <a:close/>
                </a:path>
              </a:pathLst>
            </a:custGeom>
            <a:blipFill>
              <a:blip r:embed="rId2">
                <a:alphaModFix amt="0"/>
              </a:blip>
              <a:stretch>
                <a:fillRect l="0" t="-93818" r="0" b="-93818"/>
              </a:stretch>
            </a:blipFill>
          </p:spPr>
        </p:sp>
        <p:sp>
          <p:nvSpPr>
            <p:cNvPr name="TextBox 22" id="22"/>
            <p:cNvSpPr txBox="true"/>
            <p:nvPr/>
          </p:nvSpPr>
          <p:spPr>
            <a:xfrm>
              <a:off x="0" y="-47625"/>
              <a:ext cx="7559040" cy="1071753"/>
            </a:xfrm>
            <a:prstGeom prst="rect">
              <a:avLst/>
            </a:prstGeom>
          </p:spPr>
          <p:txBody>
            <a:bodyPr anchor="ctr" rtlCol="false" tIns="0" lIns="0" bIns="0" rIns="0"/>
            <a:lstStyle/>
            <a:p>
              <a:pPr algn="l">
                <a:lnSpc>
                  <a:spcPts val="2520"/>
                </a:lnSpc>
              </a:pPr>
              <a:r>
                <a:rPr lang="en-US" sz="2100">
                  <a:solidFill>
                    <a:srgbClr val="E8E8F0"/>
                  </a:solidFill>
                  <a:latin typeface="Calibri (MS)"/>
                  <a:ea typeface="Calibri (MS)"/>
                  <a:cs typeface="Calibri (MS)"/>
                  <a:sym typeface="Calibri (MS)"/>
                </a:rPr>
                <a:t>→  Mobile App (React Native)</a:t>
              </a:r>
            </a:p>
          </p:txBody>
        </p:sp>
      </p:grpSp>
      <p:grpSp>
        <p:nvGrpSpPr>
          <p:cNvPr name="Group 23" id="23"/>
          <p:cNvGrpSpPr/>
          <p:nvPr/>
        </p:nvGrpSpPr>
        <p:grpSpPr>
          <a:xfrm rot="0">
            <a:off x="2743200" y="4297680"/>
            <a:ext cx="5669280" cy="768096"/>
            <a:chOff x="0" y="0"/>
            <a:chExt cx="7559040" cy="1024128"/>
          </a:xfrm>
        </p:grpSpPr>
        <p:sp>
          <p:nvSpPr>
            <p:cNvPr name="Freeform 24" id="24"/>
            <p:cNvSpPr/>
            <p:nvPr/>
          </p:nvSpPr>
          <p:spPr>
            <a:xfrm flipH="false" flipV="false" rot="0">
              <a:off x="0" y="0"/>
              <a:ext cx="7559040" cy="1024128"/>
            </a:xfrm>
            <a:custGeom>
              <a:avLst/>
              <a:gdLst/>
              <a:ahLst/>
              <a:cxnLst/>
              <a:rect r="r" b="b" t="t" l="l"/>
              <a:pathLst>
                <a:path h="1024128" w="7559040">
                  <a:moveTo>
                    <a:pt x="0" y="0"/>
                  </a:moveTo>
                  <a:lnTo>
                    <a:pt x="7559040" y="0"/>
                  </a:lnTo>
                  <a:lnTo>
                    <a:pt x="7559040" y="1024128"/>
                  </a:lnTo>
                  <a:lnTo>
                    <a:pt x="0" y="1024128"/>
                  </a:lnTo>
                  <a:close/>
                </a:path>
              </a:pathLst>
            </a:custGeom>
            <a:blipFill>
              <a:blip r:embed="rId2">
                <a:alphaModFix amt="0"/>
              </a:blip>
              <a:stretch>
                <a:fillRect l="0" t="-93818" r="0" b="-93818"/>
              </a:stretch>
            </a:blipFill>
          </p:spPr>
        </p:sp>
        <p:sp>
          <p:nvSpPr>
            <p:cNvPr name="TextBox 25" id="25"/>
            <p:cNvSpPr txBox="true"/>
            <p:nvPr/>
          </p:nvSpPr>
          <p:spPr>
            <a:xfrm>
              <a:off x="0" y="-47625"/>
              <a:ext cx="7559040" cy="1071753"/>
            </a:xfrm>
            <a:prstGeom prst="rect">
              <a:avLst/>
            </a:prstGeom>
          </p:spPr>
          <p:txBody>
            <a:bodyPr anchor="ctr" rtlCol="false" tIns="0" lIns="0" bIns="0" rIns="0"/>
            <a:lstStyle/>
            <a:p>
              <a:pPr algn="l">
                <a:lnSpc>
                  <a:spcPts val="2520"/>
                </a:lnSpc>
              </a:pPr>
              <a:r>
                <a:rPr lang="en-US" sz="2100">
                  <a:solidFill>
                    <a:srgbClr val="8888A8"/>
                  </a:solidFill>
                  <a:latin typeface="Calibri (MS)"/>
                  <a:ea typeface="Calibri (MS)"/>
                  <a:cs typeface="Calibri (MS)"/>
                  <a:sym typeface="Calibri (MS)"/>
                </a:rPr>
                <a:t>→  Push Notifications for new seasons</a:t>
              </a:r>
            </a:p>
          </p:txBody>
        </p:sp>
      </p:grpSp>
      <p:grpSp>
        <p:nvGrpSpPr>
          <p:cNvPr name="Group 26" id="26"/>
          <p:cNvGrpSpPr/>
          <p:nvPr/>
        </p:nvGrpSpPr>
        <p:grpSpPr>
          <a:xfrm rot="0">
            <a:off x="2743200" y="5120640"/>
            <a:ext cx="5669280" cy="768096"/>
            <a:chOff x="0" y="0"/>
            <a:chExt cx="7559040" cy="1024128"/>
          </a:xfrm>
        </p:grpSpPr>
        <p:sp>
          <p:nvSpPr>
            <p:cNvPr name="Freeform 27" id="27"/>
            <p:cNvSpPr/>
            <p:nvPr/>
          </p:nvSpPr>
          <p:spPr>
            <a:xfrm flipH="false" flipV="false" rot="0">
              <a:off x="0" y="0"/>
              <a:ext cx="7559040" cy="1024128"/>
            </a:xfrm>
            <a:custGeom>
              <a:avLst/>
              <a:gdLst/>
              <a:ahLst/>
              <a:cxnLst/>
              <a:rect r="r" b="b" t="t" l="l"/>
              <a:pathLst>
                <a:path h="1024128" w="7559040">
                  <a:moveTo>
                    <a:pt x="0" y="0"/>
                  </a:moveTo>
                  <a:lnTo>
                    <a:pt x="7559040" y="0"/>
                  </a:lnTo>
                  <a:lnTo>
                    <a:pt x="7559040" y="1024128"/>
                  </a:lnTo>
                  <a:lnTo>
                    <a:pt x="0" y="1024128"/>
                  </a:lnTo>
                  <a:close/>
                </a:path>
              </a:pathLst>
            </a:custGeom>
            <a:blipFill>
              <a:blip r:embed="rId2">
                <a:alphaModFix amt="0"/>
              </a:blip>
              <a:stretch>
                <a:fillRect l="0" t="-93818" r="0" b="-93818"/>
              </a:stretch>
            </a:blipFill>
          </p:spPr>
        </p:sp>
        <p:sp>
          <p:nvSpPr>
            <p:cNvPr name="TextBox 28" id="28"/>
            <p:cNvSpPr txBox="true"/>
            <p:nvPr/>
          </p:nvSpPr>
          <p:spPr>
            <a:xfrm>
              <a:off x="0" y="-47625"/>
              <a:ext cx="7559040" cy="1071753"/>
            </a:xfrm>
            <a:prstGeom prst="rect">
              <a:avLst/>
            </a:prstGeom>
          </p:spPr>
          <p:txBody>
            <a:bodyPr anchor="ctr" rtlCol="false" tIns="0" lIns="0" bIns="0" rIns="0"/>
            <a:lstStyle/>
            <a:p>
              <a:pPr algn="l">
                <a:lnSpc>
                  <a:spcPts val="2520"/>
                </a:lnSpc>
              </a:pPr>
              <a:r>
                <a:rPr lang="en-US" sz="2100">
                  <a:solidFill>
                    <a:srgbClr val="8888A8"/>
                  </a:solidFill>
                  <a:latin typeface="Calibri (MS)"/>
                  <a:ea typeface="Calibri (MS)"/>
                  <a:cs typeface="Calibri (MS)"/>
                  <a:sym typeface="Calibri (MS)"/>
                </a:rPr>
                <a:t>→  Dark / Light mode toggle</a:t>
              </a:r>
            </a:p>
          </p:txBody>
        </p:sp>
      </p:grpSp>
      <p:grpSp>
        <p:nvGrpSpPr>
          <p:cNvPr name="Group 29" id="29"/>
          <p:cNvGrpSpPr/>
          <p:nvPr/>
        </p:nvGrpSpPr>
        <p:grpSpPr>
          <a:xfrm rot="0">
            <a:off x="9494520" y="3093720"/>
            <a:ext cx="8260080" cy="3230880"/>
            <a:chOff x="0" y="0"/>
            <a:chExt cx="11013440" cy="4307840"/>
          </a:xfrm>
        </p:grpSpPr>
        <p:sp>
          <p:nvSpPr>
            <p:cNvPr name="Freeform 30" id="30"/>
            <p:cNvSpPr/>
            <p:nvPr/>
          </p:nvSpPr>
          <p:spPr>
            <a:xfrm flipH="false" flipV="false" rot="0">
              <a:off x="20320" y="20320"/>
              <a:ext cx="10972800" cy="4267200"/>
            </a:xfrm>
            <a:custGeom>
              <a:avLst/>
              <a:gdLst/>
              <a:ahLst/>
              <a:cxnLst/>
              <a:rect r="r" b="b" t="t" l="l"/>
              <a:pathLst>
                <a:path h="4267200" w="10972800">
                  <a:moveTo>
                    <a:pt x="0" y="0"/>
                  </a:moveTo>
                  <a:lnTo>
                    <a:pt x="10972800" y="0"/>
                  </a:lnTo>
                  <a:lnTo>
                    <a:pt x="10972800" y="4267200"/>
                  </a:lnTo>
                  <a:lnTo>
                    <a:pt x="0" y="4267200"/>
                  </a:lnTo>
                  <a:close/>
                </a:path>
              </a:pathLst>
            </a:custGeom>
            <a:solidFill>
              <a:srgbClr val="1A1A35"/>
            </a:solidFill>
          </p:spPr>
        </p:sp>
        <p:sp>
          <p:nvSpPr>
            <p:cNvPr name="Freeform 31" id="31"/>
            <p:cNvSpPr/>
            <p:nvPr/>
          </p:nvSpPr>
          <p:spPr>
            <a:xfrm flipH="false" flipV="false" rot="0">
              <a:off x="0" y="0"/>
              <a:ext cx="11013440" cy="4307840"/>
            </a:xfrm>
            <a:custGeom>
              <a:avLst/>
              <a:gdLst/>
              <a:ahLst/>
              <a:cxnLst/>
              <a:rect r="r" b="b" t="t" l="l"/>
              <a:pathLst>
                <a:path h="4307840" w="11013440">
                  <a:moveTo>
                    <a:pt x="20320" y="0"/>
                  </a:moveTo>
                  <a:lnTo>
                    <a:pt x="10993120" y="0"/>
                  </a:lnTo>
                  <a:cubicBezTo>
                    <a:pt x="11004296" y="0"/>
                    <a:pt x="11013440" y="9144"/>
                    <a:pt x="11013440" y="20320"/>
                  </a:cubicBezTo>
                  <a:lnTo>
                    <a:pt x="11013440" y="4287520"/>
                  </a:lnTo>
                  <a:cubicBezTo>
                    <a:pt x="11013440" y="4298696"/>
                    <a:pt x="11004296" y="4307840"/>
                    <a:pt x="10993120" y="4307840"/>
                  </a:cubicBezTo>
                  <a:lnTo>
                    <a:pt x="20320" y="4307840"/>
                  </a:lnTo>
                  <a:cubicBezTo>
                    <a:pt x="9144" y="4307840"/>
                    <a:pt x="0" y="4298696"/>
                    <a:pt x="0" y="4287520"/>
                  </a:cubicBezTo>
                  <a:lnTo>
                    <a:pt x="0" y="20320"/>
                  </a:lnTo>
                  <a:cubicBezTo>
                    <a:pt x="0" y="9144"/>
                    <a:pt x="9144" y="0"/>
                    <a:pt x="20320" y="0"/>
                  </a:cubicBezTo>
                  <a:moveTo>
                    <a:pt x="20320" y="40640"/>
                  </a:moveTo>
                  <a:lnTo>
                    <a:pt x="20320" y="20320"/>
                  </a:lnTo>
                  <a:lnTo>
                    <a:pt x="40640" y="20320"/>
                  </a:lnTo>
                  <a:lnTo>
                    <a:pt x="40640" y="4287520"/>
                  </a:lnTo>
                  <a:lnTo>
                    <a:pt x="20320" y="4287520"/>
                  </a:lnTo>
                  <a:lnTo>
                    <a:pt x="20320" y="4267200"/>
                  </a:lnTo>
                  <a:lnTo>
                    <a:pt x="10993120" y="4267200"/>
                  </a:lnTo>
                  <a:lnTo>
                    <a:pt x="10993120" y="4287520"/>
                  </a:lnTo>
                  <a:lnTo>
                    <a:pt x="10972800" y="4287520"/>
                  </a:lnTo>
                  <a:lnTo>
                    <a:pt x="10972800" y="20320"/>
                  </a:lnTo>
                  <a:lnTo>
                    <a:pt x="10993120" y="20320"/>
                  </a:lnTo>
                  <a:lnTo>
                    <a:pt x="10993120" y="40640"/>
                  </a:lnTo>
                  <a:lnTo>
                    <a:pt x="20320" y="40640"/>
                  </a:lnTo>
                  <a:close/>
                </a:path>
              </a:pathLst>
            </a:custGeom>
            <a:solidFill>
              <a:srgbClr val="F76A6A"/>
            </a:solidFill>
          </p:spPr>
        </p:sp>
      </p:grpSp>
      <p:grpSp>
        <p:nvGrpSpPr>
          <p:cNvPr name="Group 32" id="32"/>
          <p:cNvGrpSpPr/>
          <p:nvPr/>
        </p:nvGrpSpPr>
        <p:grpSpPr>
          <a:xfrm rot="0">
            <a:off x="9497063" y="3096263"/>
            <a:ext cx="2037083" cy="3225803"/>
            <a:chOff x="0" y="0"/>
            <a:chExt cx="2716111" cy="4301071"/>
          </a:xfrm>
        </p:grpSpPr>
        <p:sp>
          <p:nvSpPr>
            <p:cNvPr name="Freeform 33" id="33"/>
            <p:cNvSpPr/>
            <p:nvPr/>
          </p:nvSpPr>
          <p:spPr>
            <a:xfrm flipH="false" flipV="false" rot="0">
              <a:off x="16891" y="16891"/>
              <a:ext cx="2682240" cy="4267200"/>
            </a:xfrm>
            <a:custGeom>
              <a:avLst/>
              <a:gdLst/>
              <a:ahLst/>
              <a:cxnLst/>
              <a:rect r="r" b="b" t="t" l="l"/>
              <a:pathLst>
                <a:path h="4267200" w="2682240">
                  <a:moveTo>
                    <a:pt x="0" y="0"/>
                  </a:moveTo>
                  <a:lnTo>
                    <a:pt x="2682240" y="0"/>
                  </a:lnTo>
                  <a:lnTo>
                    <a:pt x="2682240" y="4267200"/>
                  </a:lnTo>
                  <a:lnTo>
                    <a:pt x="0" y="4267200"/>
                  </a:lnTo>
                  <a:close/>
                </a:path>
              </a:pathLst>
            </a:custGeom>
            <a:solidFill>
              <a:srgbClr val="F76A6A">
                <a:alpha val="72157"/>
              </a:srgbClr>
            </a:solidFill>
          </p:spPr>
        </p:sp>
        <p:sp>
          <p:nvSpPr>
            <p:cNvPr name="Freeform 34" id="34"/>
            <p:cNvSpPr/>
            <p:nvPr/>
          </p:nvSpPr>
          <p:spPr>
            <a:xfrm flipH="false" flipV="false" rot="0">
              <a:off x="0" y="0"/>
              <a:ext cx="2716022" cy="4300982"/>
            </a:xfrm>
            <a:custGeom>
              <a:avLst/>
              <a:gdLst/>
              <a:ahLst/>
              <a:cxnLst/>
              <a:rect r="r" b="b" t="t" l="l"/>
              <a:pathLst>
                <a:path h="4300982" w="2716022">
                  <a:moveTo>
                    <a:pt x="16891" y="0"/>
                  </a:moveTo>
                  <a:lnTo>
                    <a:pt x="2699131" y="0"/>
                  </a:lnTo>
                  <a:cubicBezTo>
                    <a:pt x="2708529" y="0"/>
                    <a:pt x="2716022" y="7620"/>
                    <a:pt x="2716022" y="16891"/>
                  </a:cubicBezTo>
                  <a:lnTo>
                    <a:pt x="2716022" y="4284091"/>
                  </a:lnTo>
                  <a:cubicBezTo>
                    <a:pt x="2716022" y="4293489"/>
                    <a:pt x="2708402" y="4300982"/>
                    <a:pt x="269913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2699131" y="4267200"/>
                  </a:lnTo>
                  <a:lnTo>
                    <a:pt x="2699131" y="4284091"/>
                  </a:lnTo>
                  <a:lnTo>
                    <a:pt x="2682240" y="4284091"/>
                  </a:lnTo>
                  <a:lnTo>
                    <a:pt x="2682240" y="16891"/>
                  </a:lnTo>
                  <a:lnTo>
                    <a:pt x="2699131" y="16891"/>
                  </a:lnTo>
                  <a:lnTo>
                    <a:pt x="2699131" y="33909"/>
                  </a:lnTo>
                  <a:lnTo>
                    <a:pt x="16891" y="33909"/>
                  </a:lnTo>
                  <a:close/>
                </a:path>
              </a:pathLst>
            </a:custGeom>
            <a:solidFill>
              <a:srgbClr val="F76A6A"/>
            </a:solidFill>
          </p:spPr>
        </p:sp>
      </p:grpSp>
      <p:grpSp>
        <p:nvGrpSpPr>
          <p:cNvPr name="Group 35" id="35"/>
          <p:cNvGrpSpPr/>
          <p:nvPr/>
        </p:nvGrpSpPr>
        <p:grpSpPr>
          <a:xfrm rot="0">
            <a:off x="9509760" y="4206240"/>
            <a:ext cx="2011680" cy="914400"/>
            <a:chOff x="0" y="0"/>
            <a:chExt cx="2682240" cy="1219200"/>
          </a:xfrm>
        </p:grpSpPr>
        <p:sp>
          <p:nvSpPr>
            <p:cNvPr name="Freeform 36" id="36"/>
            <p:cNvSpPr/>
            <p:nvPr/>
          </p:nvSpPr>
          <p:spPr>
            <a:xfrm flipH="false" flipV="false" rot="0">
              <a:off x="0" y="0"/>
              <a:ext cx="2682240" cy="1219200"/>
            </a:xfrm>
            <a:custGeom>
              <a:avLst/>
              <a:gdLst/>
              <a:ahLst/>
              <a:cxnLst/>
              <a:rect r="r" b="b" t="t" l="l"/>
              <a:pathLst>
                <a:path h="1219200" w="2682240">
                  <a:moveTo>
                    <a:pt x="0" y="0"/>
                  </a:moveTo>
                  <a:lnTo>
                    <a:pt x="2682240" y="0"/>
                  </a:lnTo>
                  <a:lnTo>
                    <a:pt x="2682240" y="1219200"/>
                  </a:lnTo>
                  <a:lnTo>
                    <a:pt x="0" y="1219200"/>
                  </a:lnTo>
                  <a:close/>
                </a:path>
              </a:pathLst>
            </a:custGeom>
            <a:blipFill>
              <a:blip r:embed="rId2">
                <a:alphaModFix amt="0"/>
              </a:blip>
              <a:stretch>
                <a:fillRect l="-8319" t="0" r="-8319" b="0"/>
              </a:stretch>
            </a:blipFill>
          </p:spPr>
        </p:sp>
        <p:sp>
          <p:nvSpPr>
            <p:cNvPr name="TextBox 37" id="37"/>
            <p:cNvSpPr txBox="true"/>
            <p:nvPr/>
          </p:nvSpPr>
          <p:spPr>
            <a:xfrm>
              <a:off x="0" y="-19050"/>
              <a:ext cx="2682240" cy="1238250"/>
            </a:xfrm>
            <a:prstGeom prst="rect">
              <a:avLst/>
            </a:prstGeom>
          </p:spPr>
          <p:txBody>
            <a:bodyPr anchor="ctr" rtlCol="false" tIns="0" lIns="0" bIns="0" rIns="0"/>
            <a:lstStyle/>
            <a:p>
              <a:pPr algn="ctr">
                <a:lnSpc>
                  <a:spcPts val="2640"/>
                </a:lnSpc>
              </a:pPr>
              <a:r>
                <a:rPr lang="en-US" sz="2200" b="true">
                  <a:solidFill>
                    <a:srgbClr val="0D0D1A"/>
                  </a:solidFill>
                  <a:latin typeface="Arial Bold"/>
                  <a:ea typeface="Arial Bold"/>
                  <a:cs typeface="Arial Bold"/>
                  <a:sym typeface="Arial Bold"/>
                </a:rPr>
                <a:t>Phase 2</a:t>
              </a:r>
            </a:p>
          </p:txBody>
        </p:sp>
      </p:grpSp>
      <p:grpSp>
        <p:nvGrpSpPr>
          <p:cNvPr name="Group 38" id="38"/>
          <p:cNvGrpSpPr/>
          <p:nvPr/>
        </p:nvGrpSpPr>
        <p:grpSpPr>
          <a:xfrm rot="0">
            <a:off x="11704320" y="3474720"/>
            <a:ext cx="5669280" cy="768096"/>
            <a:chOff x="0" y="0"/>
            <a:chExt cx="7559040" cy="1024128"/>
          </a:xfrm>
        </p:grpSpPr>
        <p:sp>
          <p:nvSpPr>
            <p:cNvPr name="Freeform 39" id="39"/>
            <p:cNvSpPr/>
            <p:nvPr/>
          </p:nvSpPr>
          <p:spPr>
            <a:xfrm flipH="false" flipV="false" rot="0">
              <a:off x="0" y="0"/>
              <a:ext cx="7559040" cy="1024128"/>
            </a:xfrm>
            <a:custGeom>
              <a:avLst/>
              <a:gdLst/>
              <a:ahLst/>
              <a:cxnLst/>
              <a:rect r="r" b="b" t="t" l="l"/>
              <a:pathLst>
                <a:path h="1024128" w="7559040">
                  <a:moveTo>
                    <a:pt x="0" y="0"/>
                  </a:moveTo>
                  <a:lnTo>
                    <a:pt x="7559040" y="0"/>
                  </a:lnTo>
                  <a:lnTo>
                    <a:pt x="7559040" y="1024128"/>
                  </a:lnTo>
                  <a:lnTo>
                    <a:pt x="0" y="1024128"/>
                  </a:lnTo>
                  <a:close/>
                </a:path>
              </a:pathLst>
            </a:custGeom>
            <a:blipFill>
              <a:blip r:embed="rId2">
                <a:alphaModFix amt="0"/>
              </a:blip>
              <a:stretch>
                <a:fillRect l="0" t="-93818" r="0" b="-93818"/>
              </a:stretch>
            </a:blipFill>
          </p:spPr>
        </p:sp>
        <p:sp>
          <p:nvSpPr>
            <p:cNvPr name="TextBox 40" id="40"/>
            <p:cNvSpPr txBox="true"/>
            <p:nvPr/>
          </p:nvSpPr>
          <p:spPr>
            <a:xfrm>
              <a:off x="0" y="-47625"/>
              <a:ext cx="7559040" cy="1071753"/>
            </a:xfrm>
            <a:prstGeom prst="rect">
              <a:avLst/>
            </a:prstGeom>
          </p:spPr>
          <p:txBody>
            <a:bodyPr anchor="ctr" rtlCol="false" tIns="0" lIns="0" bIns="0" rIns="0"/>
            <a:lstStyle/>
            <a:p>
              <a:pPr algn="l">
                <a:lnSpc>
                  <a:spcPts val="2520"/>
                </a:lnSpc>
              </a:pPr>
              <a:r>
                <a:rPr lang="en-US" sz="2100">
                  <a:solidFill>
                    <a:srgbClr val="E8E8F0"/>
                  </a:solidFill>
                  <a:latin typeface="Calibri (MS)"/>
                  <a:ea typeface="Calibri (MS)"/>
                  <a:cs typeface="Calibri (MS)"/>
                  <a:sym typeface="Calibri (MS)"/>
                </a:rPr>
                <a:t>→  ML-based AI Recommendations</a:t>
              </a:r>
            </a:p>
          </p:txBody>
        </p:sp>
      </p:grpSp>
      <p:grpSp>
        <p:nvGrpSpPr>
          <p:cNvPr name="Group 41" id="41"/>
          <p:cNvGrpSpPr/>
          <p:nvPr/>
        </p:nvGrpSpPr>
        <p:grpSpPr>
          <a:xfrm rot="0">
            <a:off x="11704320" y="4297680"/>
            <a:ext cx="5669280" cy="768096"/>
            <a:chOff x="0" y="0"/>
            <a:chExt cx="7559040" cy="1024128"/>
          </a:xfrm>
        </p:grpSpPr>
        <p:sp>
          <p:nvSpPr>
            <p:cNvPr name="Freeform 42" id="42"/>
            <p:cNvSpPr/>
            <p:nvPr/>
          </p:nvSpPr>
          <p:spPr>
            <a:xfrm flipH="false" flipV="false" rot="0">
              <a:off x="0" y="0"/>
              <a:ext cx="7559040" cy="1024128"/>
            </a:xfrm>
            <a:custGeom>
              <a:avLst/>
              <a:gdLst/>
              <a:ahLst/>
              <a:cxnLst/>
              <a:rect r="r" b="b" t="t" l="l"/>
              <a:pathLst>
                <a:path h="1024128" w="7559040">
                  <a:moveTo>
                    <a:pt x="0" y="0"/>
                  </a:moveTo>
                  <a:lnTo>
                    <a:pt x="7559040" y="0"/>
                  </a:lnTo>
                  <a:lnTo>
                    <a:pt x="7559040" y="1024128"/>
                  </a:lnTo>
                  <a:lnTo>
                    <a:pt x="0" y="1024128"/>
                  </a:lnTo>
                  <a:close/>
                </a:path>
              </a:pathLst>
            </a:custGeom>
            <a:blipFill>
              <a:blip r:embed="rId2">
                <a:alphaModFix amt="0"/>
              </a:blip>
              <a:stretch>
                <a:fillRect l="0" t="-93818" r="0" b="-93818"/>
              </a:stretch>
            </a:blipFill>
          </p:spPr>
        </p:sp>
        <p:sp>
          <p:nvSpPr>
            <p:cNvPr name="TextBox 43" id="43"/>
            <p:cNvSpPr txBox="true"/>
            <p:nvPr/>
          </p:nvSpPr>
          <p:spPr>
            <a:xfrm>
              <a:off x="0" y="-47625"/>
              <a:ext cx="7559040" cy="1071753"/>
            </a:xfrm>
            <a:prstGeom prst="rect">
              <a:avLst/>
            </a:prstGeom>
          </p:spPr>
          <p:txBody>
            <a:bodyPr anchor="ctr" rtlCol="false" tIns="0" lIns="0" bIns="0" rIns="0"/>
            <a:lstStyle/>
            <a:p>
              <a:pPr algn="l">
                <a:lnSpc>
                  <a:spcPts val="2520"/>
                </a:lnSpc>
              </a:pPr>
              <a:r>
                <a:rPr lang="en-US" sz="2100">
                  <a:solidFill>
                    <a:srgbClr val="8888A8"/>
                  </a:solidFill>
                  <a:latin typeface="Calibri (MS)"/>
                  <a:ea typeface="Calibri (MS)"/>
                  <a:cs typeface="Calibri (MS)"/>
                  <a:sym typeface="Calibri (MS)"/>
                </a:rPr>
                <a:t>→  Social sharing — share your list</a:t>
              </a:r>
            </a:p>
          </p:txBody>
        </p:sp>
      </p:grpSp>
      <p:grpSp>
        <p:nvGrpSpPr>
          <p:cNvPr name="Group 44" id="44"/>
          <p:cNvGrpSpPr/>
          <p:nvPr/>
        </p:nvGrpSpPr>
        <p:grpSpPr>
          <a:xfrm rot="0">
            <a:off x="11704320" y="5120640"/>
            <a:ext cx="5669280" cy="768096"/>
            <a:chOff x="0" y="0"/>
            <a:chExt cx="7559040" cy="1024128"/>
          </a:xfrm>
        </p:grpSpPr>
        <p:sp>
          <p:nvSpPr>
            <p:cNvPr name="Freeform 45" id="45"/>
            <p:cNvSpPr/>
            <p:nvPr/>
          </p:nvSpPr>
          <p:spPr>
            <a:xfrm flipH="false" flipV="false" rot="0">
              <a:off x="0" y="0"/>
              <a:ext cx="7559040" cy="1024128"/>
            </a:xfrm>
            <a:custGeom>
              <a:avLst/>
              <a:gdLst/>
              <a:ahLst/>
              <a:cxnLst/>
              <a:rect r="r" b="b" t="t" l="l"/>
              <a:pathLst>
                <a:path h="1024128" w="7559040">
                  <a:moveTo>
                    <a:pt x="0" y="0"/>
                  </a:moveTo>
                  <a:lnTo>
                    <a:pt x="7559040" y="0"/>
                  </a:lnTo>
                  <a:lnTo>
                    <a:pt x="7559040" y="1024128"/>
                  </a:lnTo>
                  <a:lnTo>
                    <a:pt x="0" y="1024128"/>
                  </a:lnTo>
                  <a:close/>
                </a:path>
              </a:pathLst>
            </a:custGeom>
            <a:blipFill>
              <a:blip r:embed="rId2">
                <a:alphaModFix amt="0"/>
              </a:blip>
              <a:stretch>
                <a:fillRect l="0" t="-93818" r="0" b="-93818"/>
              </a:stretch>
            </a:blipFill>
          </p:spPr>
        </p:sp>
        <p:sp>
          <p:nvSpPr>
            <p:cNvPr name="TextBox 46" id="46"/>
            <p:cNvSpPr txBox="true"/>
            <p:nvPr/>
          </p:nvSpPr>
          <p:spPr>
            <a:xfrm>
              <a:off x="0" y="-47625"/>
              <a:ext cx="7559040" cy="1071753"/>
            </a:xfrm>
            <a:prstGeom prst="rect">
              <a:avLst/>
            </a:prstGeom>
          </p:spPr>
          <p:txBody>
            <a:bodyPr anchor="ctr" rtlCol="false" tIns="0" lIns="0" bIns="0" rIns="0"/>
            <a:lstStyle/>
            <a:p>
              <a:pPr algn="l">
                <a:lnSpc>
                  <a:spcPts val="2520"/>
                </a:lnSpc>
              </a:pPr>
              <a:r>
                <a:rPr lang="en-US" sz="2100">
                  <a:solidFill>
                    <a:srgbClr val="8888A8"/>
                  </a:solidFill>
                  <a:latin typeface="Calibri (MS)"/>
                  <a:ea typeface="Calibri (MS)"/>
                  <a:cs typeface="Calibri (MS)"/>
                  <a:sym typeface="Calibri (MS)"/>
                </a:rPr>
                <a:t>→  Import from IMDb / MAL / Goodreads</a:t>
              </a:r>
            </a:p>
          </p:txBody>
        </p:sp>
      </p:grpSp>
      <p:grpSp>
        <p:nvGrpSpPr>
          <p:cNvPr name="Group 47" id="47"/>
          <p:cNvGrpSpPr/>
          <p:nvPr/>
        </p:nvGrpSpPr>
        <p:grpSpPr>
          <a:xfrm rot="0">
            <a:off x="533400" y="6659880"/>
            <a:ext cx="8260080" cy="3230880"/>
            <a:chOff x="0" y="0"/>
            <a:chExt cx="11013440" cy="4307840"/>
          </a:xfrm>
        </p:grpSpPr>
        <p:sp>
          <p:nvSpPr>
            <p:cNvPr name="Freeform 48" id="48"/>
            <p:cNvSpPr/>
            <p:nvPr/>
          </p:nvSpPr>
          <p:spPr>
            <a:xfrm flipH="false" flipV="false" rot="0">
              <a:off x="20320" y="20320"/>
              <a:ext cx="10972800" cy="4267200"/>
            </a:xfrm>
            <a:custGeom>
              <a:avLst/>
              <a:gdLst/>
              <a:ahLst/>
              <a:cxnLst/>
              <a:rect r="r" b="b" t="t" l="l"/>
              <a:pathLst>
                <a:path h="4267200" w="10972800">
                  <a:moveTo>
                    <a:pt x="0" y="0"/>
                  </a:moveTo>
                  <a:lnTo>
                    <a:pt x="10972800" y="0"/>
                  </a:lnTo>
                  <a:lnTo>
                    <a:pt x="10972800" y="4267200"/>
                  </a:lnTo>
                  <a:lnTo>
                    <a:pt x="0" y="4267200"/>
                  </a:lnTo>
                  <a:close/>
                </a:path>
              </a:pathLst>
            </a:custGeom>
            <a:solidFill>
              <a:srgbClr val="1A1A35"/>
            </a:solidFill>
          </p:spPr>
        </p:sp>
        <p:sp>
          <p:nvSpPr>
            <p:cNvPr name="Freeform 49" id="49"/>
            <p:cNvSpPr/>
            <p:nvPr/>
          </p:nvSpPr>
          <p:spPr>
            <a:xfrm flipH="false" flipV="false" rot="0">
              <a:off x="0" y="0"/>
              <a:ext cx="11013440" cy="4307840"/>
            </a:xfrm>
            <a:custGeom>
              <a:avLst/>
              <a:gdLst/>
              <a:ahLst/>
              <a:cxnLst/>
              <a:rect r="r" b="b" t="t" l="l"/>
              <a:pathLst>
                <a:path h="4307840" w="11013440">
                  <a:moveTo>
                    <a:pt x="20320" y="0"/>
                  </a:moveTo>
                  <a:lnTo>
                    <a:pt x="10993120" y="0"/>
                  </a:lnTo>
                  <a:cubicBezTo>
                    <a:pt x="11004296" y="0"/>
                    <a:pt x="11013440" y="9144"/>
                    <a:pt x="11013440" y="20320"/>
                  </a:cubicBezTo>
                  <a:lnTo>
                    <a:pt x="11013440" y="4287520"/>
                  </a:lnTo>
                  <a:cubicBezTo>
                    <a:pt x="11013440" y="4298696"/>
                    <a:pt x="11004296" y="4307840"/>
                    <a:pt x="10993120" y="4307840"/>
                  </a:cubicBezTo>
                  <a:lnTo>
                    <a:pt x="20320" y="4307840"/>
                  </a:lnTo>
                  <a:cubicBezTo>
                    <a:pt x="9144" y="4307840"/>
                    <a:pt x="0" y="4298696"/>
                    <a:pt x="0" y="4287520"/>
                  </a:cubicBezTo>
                  <a:lnTo>
                    <a:pt x="0" y="20320"/>
                  </a:lnTo>
                  <a:cubicBezTo>
                    <a:pt x="0" y="9144"/>
                    <a:pt x="9144" y="0"/>
                    <a:pt x="20320" y="0"/>
                  </a:cubicBezTo>
                  <a:moveTo>
                    <a:pt x="20320" y="40640"/>
                  </a:moveTo>
                  <a:lnTo>
                    <a:pt x="20320" y="20320"/>
                  </a:lnTo>
                  <a:lnTo>
                    <a:pt x="40640" y="20320"/>
                  </a:lnTo>
                  <a:lnTo>
                    <a:pt x="40640" y="4287520"/>
                  </a:lnTo>
                  <a:lnTo>
                    <a:pt x="20320" y="4287520"/>
                  </a:lnTo>
                  <a:lnTo>
                    <a:pt x="20320" y="4267200"/>
                  </a:lnTo>
                  <a:lnTo>
                    <a:pt x="10993120" y="4267200"/>
                  </a:lnTo>
                  <a:lnTo>
                    <a:pt x="10993120" y="4287520"/>
                  </a:lnTo>
                  <a:lnTo>
                    <a:pt x="10972800" y="4287520"/>
                  </a:lnTo>
                  <a:lnTo>
                    <a:pt x="10972800" y="20320"/>
                  </a:lnTo>
                  <a:lnTo>
                    <a:pt x="10993120" y="20320"/>
                  </a:lnTo>
                  <a:lnTo>
                    <a:pt x="10993120" y="40640"/>
                  </a:lnTo>
                  <a:lnTo>
                    <a:pt x="20320" y="40640"/>
                  </a:lnTo>
                  <a:close/>
                </a:path>
              </a:pathLst>
            </a:custGeom>
            <a:solidFill>
              <a:srgbClr val="6AF7C4"/>
            </a:solidFill>
          </p:spPr>
        </p:sp>
      </p:grpSp>
      <p:grpSp>
        <p:nvGrpSpPr>
          <p:cNvPr name="Group 50" id="50"/>
          <p:cNvGrpSpPr/>
          <p:nvPr/>
        </p:nvGrpSpPr>
        <p:grpSpPr>
          <a:xfrm rot="0">
            <a:off x="535943" y="6662423"/>
            <a:ext cx="2037083" cy="3225803"/>
            <a:chOff x="0" y="0"/>
            <a:chExt cx="2716111" cy="4301071"/>
          </a:xfrm>
        </p:grpSpPr>
        <p:sp>
          <p:nvSpPr>
            <p:cNvPr name="Freeform 51" id="51"/>
            <p:cNvSpPr/>
            <p:nvPr/>
          </p:nvSpPr>
          <p:spPr>
            <a:xfrm flipH="false" flipV="false" rot="0">
              <a:off x="16891" y="16891"/>
              <a:ext cx="2682240" cy="4267200"/>
            </a:xfrm>
            <a:custGeom>
              <a:avLst/>
              <a:gdLst/>
              <a:ahLst/>
              <a:cxnLst/>
              <a:rect r="r" b="b" t="t" l="l"/>
              <a:pathLst>
                <a:path h="4267200" w="2682240">
                  <a:moveTo>
                    <a:pt x="0" y="0"/>
                  </a:moveTo>
                  <a:lnTo>
                    <a:pt x="2682240" y="0"/>
                  </a:lnTo>
                  <a:lnTo>
                    <a:pt x="2682240" y="4267200"/>
                  </a:lnTo>
                  <a:lnTo>
                    <a:pt x="0" y="4267200"/>
                  </a:lnTo>
                  <a:close/>
                </a:path>
              </a:pathLst>
            </a:custGeom>
            <a:solidFill>
              <a:srgbClr val="6AF7C4">
                <a:alpha val="72157"/>
              </a:srgbClr>
            </a:solidFill>
          </p:spPr>
        </p:sp>
        <p:sp>
          <p:nvSpPr>
            <p:cNvPr name="Freeform 52" id="52"/>
            <p:cNvSpPr/>
            <p:nvPr/>
          </p:nvSpPr>
          <p:spPr>
            <a:xfrm flipH="false" flipV="false" rot="0">
              <a:off x="0" y="0"/>
              <a:ext cx="2716022" cy="4300982"/>
            </a:xfrm>
            <a:custGeom>
              <a:avLst/>
              <a:gdLst/>
              <a:ahLst/>
              <a:cxnLst/>
              <a:rect r="r" b="b" t="t" l="l"/>
              <a:pathLst>
                <a:path h="4300982" w="2716022">
                  <a:moveTo>
                    <a:pt x="16891" y="0"/>
                  </a:moveTo>
                  <a:lnTo>
                    <a:pt x="2699131" y="0"/>
                  </a:lnTo>
                  <a:cubicBezTo>
                    <a:pt x="2708529" y="0"/>
                    <a:pt x="2716022" y="7620"/>
                    <a:pt x="2716022" y="16891"/>
                  </a:cubicBezTo>
                  <a:lnTo>
                    <a:pt x="2716022" y="4284091"/>
                  </a:lnTo>
                  <a:cubicBezTo>
                    <a:pt x="2716022" y="4293489"/>
                    <a:pt x="2708402" y="4300982"/>
                    <a:pt x="269913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2699131" y="4267200"/>
                  </a:lnTo>
                  <a:lnTo>
                    <a:pt x="2699131" y="4284091"/>
                  </a:lnTo>
                  <a:lnTo>
                    <a:pt x="2682240" y="4284091"/>
                  </a:lnTo>
                  <a:lnTo>
                    <a:pt x="2682240" y="16891"/>
                  </a:lnTo>
                  <a:lnTo>
                    <a:pt x="2699131" y="16891"/>
                  </a:lnTo>
                  <a:lnTo>
                    <a:pt x="2699131" y="33909"/>
                  </a:lnTo>
                  <a:lnTo>
                    <a:pt x="16891" y="33909"/>
                  </a:lnTo>
                  <a:close/>
                </a:path>
              </a:pathLst>
            </a:custGeom>
            <a:solidFill>
              <a:srgbClr val="6AF7C4"/>
            </a:solidFill>
          </p:spPr>
        </p:sp>
      </p:grpSp>
      <p:grpSp>
        <p:nvGrpSpPr>
          <p:cNvPr name="Group 53" id="53"/>
          <p:cNvGrpSpPr/>
          <p:nvPr/>
        </p:nvGrpSpPr>
        <p:grpSpPr>
          <a:xfrm rot="0">
            <a:off x="548640" y="7772400"/>
            <a:ext cx="2011680" cy="914400"/>
            <a:chOff x="0" y="0"/>
            <a:chExt cx="2682240" cy="1219200"/>
          </a:xfrm>
        </p:grpSpPr>
        <p:sp>
          <p:nvSpPr>
            <p:cNvPr name="Freeform 54" id="54"/>
            <p:cNvSpPr/>
            <p:nvPr/>
          </p:nvSpPr>
          <p:spPr>
            <a:xfrm flipH="false" flipV="false" rot="0">
              <a:off x="0" y="0"/>
              <a:ext cx="2682240" cy="1219200"/>
            </a:xfrm>
            <a:custGeom>
              <a:avLst/>
              <a:gdLst/>
              <a:ahLst/>
              <a:cxnLst/>
              <a:rect r="r" b="b" t="t" l="l"/>
              <a:pathLst>
                <a:path h="1219200" w="2682240">
                  <a:moveTo>
                    <a:pt x="0" y="0"/>
                  </a:moveTo>
                  <a:lnTo>
                    <a:pt x="2682240" y="0"/>
                  </a:lnTo>
                  <a:lnTo>
                    <a:pt x="2682240" y="1219200"/>
                  </a:lnTo>
                  <a:lnTo>
                    <a:pt x="0" y="1219200"/>
                  </a:lnTo>
                  <a:close/>
                </a:path>
              </a:pathLst>
            </a:custGeom>
            <a:blipFill>
              <a:blip r:embed="rId2">
                <a:alphaModFix amt="0"/>
              </a:blip>
              <a:stretch>
                <a:fillRect l="-8319" t="0" r="-8319" b="0"/>
              </a:stretch>
            </a:blipFill>
          </p:spPr>
        </p:sp>
        <p:sp>
          <p:nvSpPr>
            <p:cNvPr name="TextBox 55" id="55"/>
            <p:cNvSpPr txBox="true"/>
            <p:nvPr/>
          </p:nvSpPr>
          <p:spPr>
            <a:xfrm>
              <a:off x="0" y="-19050"/>
              <a:ext cx="2682240" cy="1238250"/>
            </a:xfrm>
            <a:prstGeom prst="rect">
              <a:avLst/>
            </a:prstGeom>
          </p:spPr>
          <p:txBody>
            <a:bodyPr anchor="ctr" rtlCol="false" tIns="0" lIns="0" bIns="0" rIns="0"/>
            <a:lstStyle/>
            <a:p>
              <a:pPr algn="ctr">
                <a:lnSpc>
                  <a:spcPts val="2640"/>
                </a:lnSpc>
              </a:pPr>
              <a:r>
                <a:rPr lang="en-US" sz="2200" b="true">
                  <a:solidFill>
                    <a:srgbClr val="0D0D1A"/>
                  </a:solidFill>
                  <a:latin typeface="Arial Bold"/>
                  <a:ea typeface="Arial Bold"/>
                  <a:cs typeface="Arial Bold"/>
                  <a:sym typeface="Arial Bold"/>
                </a:rPr>
                <a:t>Phase 3</a:t>
              </a:r>
            </a:p>
          </p:txBody>
        </p:sp>
      </p:grpSp>
      <p:grpSp>
        <p:nvGrpSpPr>
          <p:cNvPr name="Group 56" id="56"/>
          <p:cNvGrpSpPr/>
          <p:nvPr/>
        </p:nvGrpSpPr>
        <p:grpSpPr>
          <a:xfrm rot="0">
            <a:off x="2743200" y="7040880"/>
            <a:ext cx="5669280" cy="768096"/>
            <a:chOff x="0" y="0"/>
            <a:chExt cx="7559040" cy="1024128"/>
          </a:xfrm>
        </p:grpSpPr>
        <p:sp>
          <p:nvSpPr>
            <p:cNvPr name="Freeform 57" id="57"/>
            <p:cNvSpPr/>
            <p:nvPr/>
          </p:nvSpPr>
          <p:spPr>
            <a:xfrm flipH="false" flipV="false" rot="0">
              <a:off x="0" y="0"/>
              <a:ext cx="7559040" cy="1024128"/>
            </a:xfrm>
            <a:custGeom>
              <a:avLst/>
              <a:gdLst/>
              <a:ahLst/>
              <a:cxnLst/>
              <a:rect r="r" b="b" t="t" l="l"/>
              <a:pathLst>
                <a:path h="1024128" w="7559040">
                  <a:moveTo>
                    <a:pt x="0" y="0"/>
                  </a:moveTo>
                  <a:lnTo>
                    <a:pt x="7559040" y="0"/>
                  </a:lnTo>
                  <a:lnTo>
                    <a:pt x="7559040" y="1024128"/>
                  </a:lnTo>
                  <a:lnTo>
                    <a:pt x="0" y="1024128"/>
                  </a:lnTo>
                  <a:close/>
                </a:path>
              </a:pathLst>
            </a:custGeom>
            <a:blipFill>
              <a:blip r:embed="rId2">
                <a:alphaModFix amt="0"/>
              </a:blip>
              <a:stretch>
                <a:fillRect l="0" t="-93818" r="0" b="-93818"/>
              </a:stretch>
            </a:blipFill>
          </p:spPr>
        </p:sp>
        <p:sp>
          <p:nvSpPr>
            <p:cNvPr name="TextBox 58" id="58"/>
            <p:cNvSpPr txBox="true"/>
            <p:nvPr/>
          </p:nvSpPr>
          <p:spPr>
            <a:xfrm>
              <a:off x="0" y="-47625"/>
              <a:ext cx="7559040" cy="1071753"/>
            </a:xfrm>
            <a:prstGeom prst="rect">
              <a:avLst/>
            </a:prstGeom>
          </p:spPr>
          <p:txBody>
            <a:bodyPr anchor="ctr" rtlCol="false" tIns="0" lIns="0" bIns="0" rIns="0"/>
            <a:lstStyle/>
            <a:p>
              <a:pPr algn="l">
                <a:lnSpc>
                  <a:spcPts val="2520"/>
                </a:lnSpc>
              </a:pPr>
              <a:r>
                <a:rPr lang="en-US" sz="2100">
                  <a:solidFill>
                    <a:srgbClr val="E8E8F0"/>
                  </a:solidFill>
                  <a:latin typeface="Calibri (MS)"/>
                  <a:ea typeface="Calibri (MS)"/>
                  <a:cs typeface="Calibri (MS)"/>
                  <a:sym typeface="Calibri (MS)"/>
                </a:rPr>
                <a:t>→  Cloud Sync across devices</a:t>
              </a:r>
            </a:p>
          </p:txBody>
        </p:sp>
      </p:grpSp>
      <p:grpSp>
        <p:nvGrpSpPr>
          <p:cNvPr name="Group 59" id="59"/>
          <p:cNvGrpSpPr/>
          <p:nvPr/>
        </p:nvGrpSpPr>
        <p:grpSpPr>
          <a:xfrm rot="0">
            <a:off x="2743200" y="7863840"/>
            <a:ext cx="5669280" cy="768096"/>
            <a:chOff x="0" y="0"/>
            <a:chExt cx="7559040" cy="1024128"/>
          </a:xfrm>
        </p:grpSpPr>
        <p:sp>
          <p:nvSpPr>
            <p:cNvPr name="Freeform 60" id="60"/>
            <p:cNvSpPr/>
            <p:nvPr/>
          </p:nvSpPr>
          <p:spPr>
            <a:xfrm flipH="false" flipV="false" rot="0">
              <a:off x="0" y="0"/>
              <a:ext cx="7559040" cy="1024128"/>
            </a:xfrm>
            <a:custGeom>
              <a:avLst/>
              <a:gdLst/>
              <a:ahLst/>
              <a:cxnLst/>
              <a:rect r="r" b="b" t="t" l="l"/>
              <a:pathLst>
                <a:path h="1024128" w="7559040">
                  <a:moveTo>
                    <a:pt x="0" y="0"/>
                  </a:moveTo>
                  <a:lnTo>
                    <a:pt x="7559040" y="0"/>
                  </a:lnTo>
                  <a:lnTo>
                    <a:pt x="7559040" y="1024128"/>
                  </a:lnTo>
                  <a:lnTo>
                    <a:pt x="0" y="1024128"/>
                  </a:lnTo>
                  <a:close/>
                </a:path>
              </a:pathLst>
            </a:custGeom>
            <a:blipFill>
              <a:blip r:embed="rId2">
                <a:alphaModFix amt="0"/>
              </a:blip>
              <a:stretch>
                <a:fillRect l="0" t="-93818" r="0" b="-93818"/>
              </a:stretch>
            </a:blipFill>
          </p:spPr>
        </p:sp>
        <p:sp>
          <p:nvSpPr>
            <p:cNvPr name="TextBox 61" id="61"/>
            <p:cNvSpPr txBox="true"/>
            <p:nvPr/>
          </p:nvSpPr>
          <p:spPr>
            <a:xfrm>
              <a:off x="0" y="-47625"/>
              <a:ext cx="7559040" cy="1071753"/>
            </a:xfrm>
            <a:prstGeom prst="rect">
              <a:avLst/>
            </a:prstGeom>
          </p:spPr>
          <p:txBody>
            <a:bodyPr anchor="ctr" rtlCol="false" tIns="0" lIns="0" bIns="0" rIns="0"/>
            <a:lstStyle/>
            <a:p>
              <a:pPr algn="l">
                <a:lnSpc>
                  <a:spcPts val="2520"/>
                </a:lnSpc>
              </a:pPr>
              <a:r>
                <a:rPr lang="en-US" sz="2100">
                  <a:solidFill>
                    <a:srgbClr val="8888A8"/>
                  </a:solidFill>
                  <a:latin typeface="Calibri (MS)"/>
                  <a:ea typeface="Calibri (MS)"/>
                  <a:cs typeface="Calibri (MS)"/>
                  <a:sym typeface="Calibri (MS)"/>
                </a:rPr>
                <a:t>→  Export list as PDF / Excel</a:t>
              </a:r>
            </a:p>
          </p:txBody>
        </p:sp>
      </p:grpSp>
      <p:grpSp>
        <p:nvGrpSpPr>
          <p:cNvPr name="Group 62" id="62"/>
          <p:cNvGrpSpPr/>
          <p:nvPr/>
        </p:nvGrpSpPr>
        <p:grpSpPr>
          <a:xfrm rot="0">
            <a:off x="2743200" y="8686800"/>
            <a:ext cx="5669280" cy="768096"/>
            <a:chOff x="0" y="0"/>
            <a:chExt cx="7559040" cy="1024128"/>
          </a:xfrm>
        </p:grpSpPr>
        <p:sp>
          <p:nvSpPr>
            <p:cNvPr name="Freeform 63" id="63"/>
            <p:cNvSpPr/>
            <p:nvPr/>
          </p:nvSpPr>
          <p:spPr>
            <a:xfrm flipH="false" flipV="false" rot="0">
              <a:off x="0" y="0"/>
              <a:ext cx="7559040" cy="1024128"/>
            </a:xfrm>
            <a:custGeom>
              <a:avLst/>
              <a:gdLst/>
              <a:ahLst/>
              <a:cxnLst/>
              <a:rect r="r" b="b" t="t" l="l"/>
              <a:pathLst>
                <a:path h="1024128" w="7559040">
                  <a:moveTo>
                    <a:pt x="0" y="0"/>
                  </a:moveTo>
                  <a:lnTo>
                    <a:pt x="7559040" y="0"/>
                  </a:lnTo>
                  <a:lnTo>
                    <a:pt x="7559040" y="1024128"/>
                  </a:lnTo>
                  <a:lnTo>
                    <a:pt x="0" y="1024128"/>
                  </a:lnTo>
                  <a:close/>
                </a:path>
              </a:pathLst>
            </a:custGeom>
            <a:blipFill>
              <a:blip r:embed="rId2">
                <a:alphaModFix amt="0"/>
              </a:blip>
              <a:stretch>
                <a:fillRect l="0" t="-93818" r="0" b="-93818"/>
              </a:stretch>
            </a:blipFill>
          </p:spPr>
        </p:sp>
        <p:sp>
          <p:nvSpPr>
            <p:cNvPr name="TextBox 64" id="64"/>
            <p:cNvSpPr txBox="true"/>
            <p:nvPr/>
          </p:nvSpPr>
          <p:spPr>
            <a:xfrm>
              <a:off x="0" y="-47625"/>
              <a:ext cx="7559040" cy="1071753"/>
            </a:xfrm>
            <a:prstGeom prst="rect">
              <a:avLst/>
            </a:prstGeom>
          </p:spPr>
          <p:txBody>
            <a:bodyPr anchor="ctr" rtlCol="false" tIns="0" lIns="0" bIns="0" rIns="0"/>
            <a:lstStyle/>
            <a:p>
              <a:pPr algn="l">
                <a:lnSpc>
                  <a:spcPts val="2520"/>
                </a:lnSpc>
              </a:pPr>
              <a:r>
                <a:rPr lang="en-US" sz="2100">
                  <a:solidFill>
                    <a:srgbClr val="8888A8"/>
                  </a:solidFill>
                  <a:latin typeface="Calibri (MS)"/>
                  <a:ea typeface="Calibri (MS)"/>
                  <a:cs typeface="Calibri (MS)"/>
                  <a:sym typeface="Calibri (MS)"/>
                </a:rPr>
                <a:t>→  Collaborative watchlists with friends</a:t>
              </a:r>
            </a:p>
          </p:txBody>
        </p:sp>
      </p:grpSp>
      <p:grpSp>
        <p:nvGrpSpPr>
          <p:cNvPr name="Group 65" id="65"/>
          <p:cNvGrpSpPr/>
          <p:nvPr/>
        </p:nvGrpSpPr>
        <p:grpSpPr>
          <a:xfrm rot="0">
            <a:off x="9494520" y="6659880"/>
            <a:ext cx="8260080" cy="3230880"/>
            <a:chOff x="0" y="0"/>
            <a:chExt cx="11013440" cy="4307840"/>
          </a:xfrm>
        </p:grpSpPr>
        <p:sp>
          <p:nvSpPr>
            <p:cNvPr name="Freeform 66" id="66"/>
            <p:cNvSpPr/>
            <p:nvPr/>
          </p:nvSpPr>
          <p:spPr>
            <a:xfrm flipH="false" flipV="false" rot="0">
              <a:off x="20320" y="20320"/>
              <a:ext cx="10972800" cy="4267200"/>
            </a:xfrm>
            <a:custGeom>
              <a:avLst/>
              <a:gdLst/>
              <a:ahLst/>
              <a:cxnLst/>
              <a:rect r="r" b="b" t="t" l="l"/>
              <a:pathLst>
                <a:path h="4267200" w="10972800">
                  <a:moveTo>
                    <a:pt x="0" y="0"/>
                  </a:moveTo>
                  <a:lnTo>
                    <a:pt x="10972800" y="0"/>
                  </a:lnTo>
                  <a:lnTo>
                    <a:pt x="10972800" y="4267200"/>
                  </a:lnTo>
                  <a:lnTo>
                    <a:pt x="0" y="4267200"/>
                  </a:lnTo>
                  <a:close/>
                </a:path>
              </a:pathLst>
            </a:custGeom>
            <a:solidFill>
              <a:srgbClr val="1A1A35"/>
            </a:solidFill>
          </p:spPr>
        </p:sp>
        <p:sp>
          <p:nvSpPr>
            <p:cNvPr name="Freeform 67" id="67"/>
            <p:cNvSpPr/>
            <p:nvPr/>
          </p:nvSpPr>
          <p:spPr>
            <a:xfrm flipH="false" flipV="false" rot="0">
              <a:off x="0" y="0"/>
              <a:ext cx="11013440" cy="4307840"/>
            </a:xfrm>
            <a:custGeom>
              <a:avLst/>
              <a:gdLst/>
              <a:ahLst/>
              <a:cxnLst/>
              <a:rect r="r" b="b" t="t" l="l"/>
              <a:pathLst>
                <a:path h="4307840" w="11013440">
                  <a:moveTo>
                    <a:pt x="20320" y="0"/>
                  </a:moveTo>
                  <a:lnTo>
                    <a:pt x="10993120" y="0"/>
                  </a:lnTo>
                  <a:cubicBezTo>
                    <a:pt x="11004296" y="0"/>
                    <a:pt x="11013440" y="9144"/>
                    <a:pt x="11013440" y="20320"/>
                  </a:cubicBezTo>
                  <a:lnTo>
                    <a:pt x="11013440" y="4287520"/>
                  </a:lnTo>
                  <a:cubicBezTo>
                    <a:pt x="11013440" y="4298696"/>
                    <a:pt x="11004296" y="4307840"/>
                    <a:pt x="10993120" y="4307840"/>
                  </a:cubicBezTo>
                  <a:lnTo>
                    <a:pt x="20320" y="4307840"/>
                  </a:lnTo>
                  <a:cubicBezTo>
                    <a:pt x="9144" y="4307840"/>
                    <a:pt x="0" y="4298696"/>
                    <a:pt x="0" y="4287520"/>
                  </a:cubicBezTo>
                  <a:lnTo>
                    <a:pt x="0" y="20320"/>
                  </a:lnTo>
                  <a:cubicBezTo>
                    <a:pt x="0" y="9144"/>
                    <a:pt x="9144" y="0"/>
                    <a:pt x="20320" y="0"/>
                  </a:cubicBezTo>
                  <a:moveTo>
                    <a:pt x="20320" y="40640"/>
                  </a:moveTo>
                  <a:lnTo>
                    <a:pt x="20320" y="20320"/>
                  </a:lnTo>
                  <a:lnTo>
                    <a:pt x="40640" y="20320"/>
                  </a:lnTo>
                  <a:lnTo>
                    <a:pt x="40640" y="4287520"/>
                  </a:lnTo>
                  <a:lnTo>
                    <a:pt x="20320" y="4287520"/>
                  </a:lnTo>
                  <a:lnTo>
                    <a:pt x="20320" y="4267200"/>
                  </a:lnTo>
                  <a:lnTo>
                    <a:pt x="10993120" y="4267200"/>
                  </a:lnTo>
                  <a:lnTo>
                    <a:pt x="10993120" y="4287520"/>
                  </a:lnTo>
                  <a:lnTo>
                    <a:pt x="10972800" y="4287520"/>
                  </a:lnTo>
                  <a:lnTo>
                    <a:pt x="10972800" y="20320"/>
                  </a:lnTo>
                  <a:lnTo>
                    <a:pt x="10993120" y="20320"/>
                  </a:lnTo>
                  <a:lnTo>
                    <a:pt x="10993120" y="40640"/>
                  </a:lnTo>
                  <a:lnTo>
                    <a:pt x="20320" y="40640"/>
                  </a:lnTo>
                  <a:close/>
                </a:path>
              </a:pathLst>
            </a:custGeom>
            <a:solidFill>
              <a:srgbClr val="F7C46A"/>
            </a:solidFill>
          </p:spPr>
        </p:sp>
      </p:grpSp>
      <p:grpSp>
        <p:nvGrpSpPr>
          <p:cNvPr name="Group 68" id="68"/>
          <p:cNvGrpSpPr/>
          <p:nvPr/>
        </p:nvGrpSpPr>
        <p:grpSpPr>
          <a:xfrm rot="0">
            <a:off x="9497063" y="6662423"/>
            <a:ext cx="2037083" cy="3225803"/>
            <a:chOff x="0" y="0"/>
            <a:chExt cx="2716111" cy="4301071"/>
          </a:xfrm>
        </p:grpSpPr>
        <p:sp>
          <p:nvSpPr>
            <p:cNvPr name="Freeform 69" id="69"/>
            <p:cNvSpPr/>
            <p:nvPr/>
          </p:nvSpPr>
          <p:spPr>
            <a:xfrm flipH="false" flipV="false" rot="0">
              <a:off x="16891" y="16891"/>
              <a:ext cx="2682240" cy="4267200"/>
            </a:xfrm>
            <a:custGeom>
              <a:avLst/>
              <a:gdLst/>
              <a:ahLst/>
              <a:cxnLst/>
              <a:rect r="r" b="b" t="t" l="l"/>
              <a:pathLst>
                <a:path h="4267200" w="2682240">
                  <a:moveTo>
                    <a:pt x="0" y="0"/>
                  </a:moveTo>
                  <a:lnTo>
                    <a:pt x="2682240" y="0"/>
                  </a:lnTo>
                  <a:lnTo>
                    <a:pt x="2682240" y="4267200"/>
                  </a:lnTo>
                  <a:lnTo>
                    <a:pt x="0" y="4267200"/>
                  </a:lnTo>
                  <a:close/>
                </a:path>
              </a:pathLst>
            </a:custGeom>
            <a:solidFill>
              <a:srgbClr val="F7C46A">
                <a:alpha val="72157"/>
              </a:srgbClr>
            </a:solidFill>
          </p:spPr>
        </p:sp>
        <p:sp>
          <p:nvSpPr>
            <p:cNvPr name="Freeform 70" id="70"/>
            <p:cNvSpPr/>
            <p:nvPr/>
          </p:nvSpPr>
          <p:spPr>
            <a:xfrm flipH="false" flipV="false" rot="0">
              <a:off x="0" y="0"/>
              <a:ext cx="2716022" cy="4300982"/>
            </a:xfrm>
            <a:custGeom>
              <a:avLst/>
              <a:gdLst/>
              <a:ahLst/>
              <a:cxnLst/>
              <a:rect r="r" b="b" t="t" l="l"/>
              <a:pathLst>
                <a:path h="4300982" w="2716022">
                  <a:moveTo>
                    <a:pt x="16891" y="0"/>
                  </a:moveTo>
                  <a:lnTo>
                    <a:pt x="2699131" y="0"/>
                  </a:lnTo>
                  <a:cubicBezTo>
                    <a:pt x="2708529" y="0"/>
                    <a:pt x="2716022" y="7620"/>
                    <a:pt x="2716022" y="16891"/>
                  </a:cubicBezTo>
                  <a:lnTo>
                    <a:pt x="2716022" y="4284091"/>
                  </a:lnTo>
                  <a:cubicBezTo>
                    <a:pt x="2716022" y="4293489"/>
                    <a:pt x="2708402" y="4300982"/>
                    <a:pt x="269913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2699131" y="4267200"/>
                  </a:lnTo>
                  <a:lnTo>
                    <a:pt x="2699131" y="4284091"/>
                  </a:lnTo>
                  <a:lnTo>
                    <a:pt x="2682240" y="4284091"/>
                  </a:lnTo>
                  <a:lnTo>
                    <a:pt x="2682240" y="16891"/>
                  </a:lnTo>
                  <a:lnTo>
                    <a:pt x="2699131" y="16891"/>
                  </a:lnTo>
                  <a:lnTo>
                    <a:pt x="2699131" y="33909"/>
                  </a:lnTo>
                  <a:lnTo>
                    <a:pt x="16891" y="33909"/>
                  </a:lnTo>
                  <a:close/>
                </a:path>
              </a:pathLst>
            </a:custGeom>
            <a:solidFill>
              <a:srgbClr val="F7C46A"/>
            </a:solidFill>
          </p:spPr>
        </p:sp>
      </p:grpSp>
      <p:grpSp>
        <p:nvGrpSpPr>
          <p:cNvPr name="Group 71" id="71"/>
          <p:cNvGrpSpPr/>
          <p:nvPr/>
        </p:nvGrpSpPr>
        <p:grpSpPr>
          <a:xfrm rot="0">
            <a:off x="9509760" y="7772400"/>
            <a:ext cx="2011680" cy="914400"/>
            <a:chOff x="0" y="0"/>
            <a:chExt cx="2682240" cy="1219200"/>
          </a:xfrm>
        </p:grpSpPr>
        <p:sp>
          <p:nvSpPr>
            <p:cNvPr name="Freeform 72" id="72"/>
            <p:cNvSpPr/>
            <p:nvPr/>
          </p:nvSpPr>
          <p:spPr>
            <a:xfrm flipH="false" flipV="false" rot="0">
              <a:off x="0" y="0"/>
              <a:ext cx="2682240" cy="1219200"/>
            </a:xfrm>
            <a:custGeom>
              <a:avLst/>
              <a:gdLst/>
              <a:ahLst/>
              <a:cxnLst/>
              <a:rect r="r" b="b" t="t" l="l"/>
              <a:pathLst>
                <a:path h="1219200" w="2682240">
                  <a:moveTo>
                    <a:pt x="0" y="0"/>
                  </a:moveTo>
                  <a:lnTo>
                    <a:pt x="2682240" y="0"/>
                  </a:lnTo>
                  <a:lnTo>
                    <a:pt x="2682240" y="1219200"/>
                  </a:lnTo>
                  <a:lnTo>
                    <a:pt x="0" y="1219200"/>
                  </a:lnTo>
                  <a:close/>
                </a:path>
              </a:pathLst>
            </a:custGeom>
            <a:blipFill>
              <a:blip r:embed="rId2">
                <a:alphaModFix amt="0"/>
              </a:blip>
              <a:stretch>
                <a:fillRect l="-8319" t="0" r="-8319" b="0"/>
              </a:stretch>
            </a:blipFill>
          </p:spPr>
        </p:sp>
        <p:sp>
          <p:nvSpPr>
            <p:cNvPr name="TextBox 73" id="73"/>
            <p:cNvSpPr txBox="true"/>
            <p:nvPr/>
          </p:nvSpPr>
          <p:spPr>
            <a:xfrm>
              <a:off x="0" y="-19050"/>
              <a:ext cx="2682240" cy="1238250"/>
            </a:xfrm>
            <a:prstGeom prst="rect">
              <a:avLst/>
            </a:prstGeom>
          </p:spPr>
          <p:txBody>
            <a:bodyPr anchor="ctr" rtlCol="false" tIns="0" lIns="0" bIns="0" rIns="0"/>
            <a:lstStyle/>
            <a:p>
              <a:pPr algn="ctr">
                <a:lnSpc>
                  <a:spcPts val="2640"/>
                </a:lnSpc>
              </a:pPr>
              <a:r>
                <a:rPr lang="en-US" sz="2200" b="true">
                  <a:solidFill>
                    <a:srgbClr val="0D0D1A"/>
                  </a:solidFill>
                  <a:latin typeface="Arial Bold"/>
                  <a:ea typeface="Arial Bold"/>
                  <a:cs typeface="Arial Bold"/>
                  <a:sym typeface="Arial Bold"/>
                </a:rPr>
                <a:t>Phase 4</a:t>
              </a:r>
            </a:p>
          </p:txBody>
        </p:sp>
      </p:grpSp>
      <p:grpSp>
        <p:nvGrpSpPr>
          <p:cNvPr name="Group 74" id="74"/>
          <p:cNvGrpSpPr/>
          <p:nvPr/>
        </p:nvGrpSpPr>
        <p:grpSpPr>
          <a:xfrm rot="0">
            <a:off x="11704320" y="7040880"/>
            <a:ext cx="5669280" cy="768096"/>
            <a:chOff x="0" y="0"/>
            <a:chExt cx="7559040" cy="1024128"/>
          </a:xfrm>
        </p:grpSpPr>
        <p:sp>
          <p:nvSpPr>
            <p:cNvPr name="Freeform 75" id="75"/>
            <p:cNvSpPr/>
            <p:nvPr/>
          </p:nvSpPr>
          <p:spPr>
            <a:xfrm flipH="false" flipV="false" rot="0">
              <a:off x="0" y="0"/>
              <a:ext cx="7559040" cy="1024128"/>
            </a:xfrm>
            <a:custGeom>
              <a:avLst/>
              <a:gdLst/>
              <a:ahLst/>
              <a:cxnLst/>
              <a:rect r="r" b="b" t="t" l="l"/>
              <a:pathLst>
                <a:path h="1024128" w="7559040">
                  <a:moveTo>
                    <a:pt x="0" y="0"/>
                  </a:moveTo>
                  <a:lnTo>
                    <a:pt x="7559040" y="0"/>
                  </a:lnTo>
                  <a:lnTo>
                    <a:pt x="7559040" y="1024128"/>
                  </a:lnTo>
                  <a:lnTo>
                    <a:pt x="0" y="1024128"/>
                  </a:lnTo>
                  <a:close/>
                </a:path>
              </a:pathLst>
            </a:custGeom>
            <a:blipFill>
              <a:blip r:embed="rId2">
                <a:alphaModFix amt="0"/>
              </a:blip>
              <a:stretch>
                <a:fillRect l="0" t="-93818" r="0" b="-93818"/>
              </a:stretch>
            </a:blipFill>
          </p:spPr>
        </p:sp>
        <p:sp>
          <p:nvSpPr>
            <p:cNvPr name="TextBox 76" id="76"/>
            <p:cNvSpPr txBox="true"/>
            <p:nvPr/>
          </p:nvSpPr>
          <p:spPr>
            <a:xfrm>
              <a:off x="0" y="-47625"/>
              <a:ext cx="7559040" cy="1071753"/>
            </a:xfrm>
            <a:prstGeom prst="rect">
              <a:avLst/>
            </a:prstGeom>
          </p:spPr>
          <p:txBody>
            <a:bodyPr anchor="ctr" rtlCol="false" tIns="0" lIns="0" bIns="0" rIns="0"/>
            <a:lstStyle/>
            <a:p>
              <a:pPr algn="l">
                <a:lnSpc>
                  <a:spcPts val="2520"/>
                </a:lnSpc>
              </a:pPr>
              <a:r>
                <a:rPr lang="en-US" sz="2100">
                  <a:solidFill>
                    <a:srgbClr val="E8E8F0"/>
                  </a:solidFill>
                  <a:latin typeface="Calibri (MS)"/>
                  <a:ea typeface="Calibri (MS)"/>
                  <a:cs typeface="Calibri (MS)"/>
                  <a:sym typeface="Calibri (MS)"/>
                </a:rPr>
                <a:t>→  Production hosting on AWS</a:t>
              </a:r>
            </a:p>
          </p:txBody>
        </p:sp>
      </p:grpSp>
      <p:grpSp>
        <p:nvGrpSpPr>
          <p:cNvPr name="Group 77" id="77"/>
          <p:cNvGrpSpPr/>
          <p:nvPr/>
        </p:nvGrpSpPr>
        <p:grpSpPr>
          <a:xfrm rot="0">
            <a:off x="11704320" y="7863840"/>
            <a:ext cx="5669280" cy="768096"/>
            <a:chOff x="0" y="0"/>
            <a:chExt cx="7559040" cy="1024128"/>
          </a:xfrm>
        </p:grpSpPr>
        <p:sp>
          <p:nvSpPr>
            <p:cNvPr name="Freeform 78" id="78"/>
            <p:cNvSpPr/>
            <p:nvPr/>
          </p:nvSpPr>
          <p:spPr>
            <a:xfrm flipH="false" flipV="false" rot="0">
              <a:off x="0" y="0"/>
              <a:ext cx="7559040" cy="1024128"/>
            </a:xfrm>
            <a:custGeom>
              <a:avLst/>
              <a:gdLst/>
              <a:ahLst/>
              <a:cxnLst/>
              <a:rect r="r" b="b" t="t" l="l"/>
              <a:pathLst>
                <a:path h="1024128" w="7559040">
                  <a:moveTo>
                    <a:pt x="0" y="0"/>
                  </a:moveTo>
                  <a:lnTo>
                    <a:pt x="7559040" y="0"/>
                  </a:lnTo>
                  <a:lnTo>
                    <a:pt x="7559040" y="1024128"/>
                  </a:lnTo>
                  <a:lnTo>
                    <a:pt x="0" y="1024128"/>
                  </a:lnTo>
                  <a:close/>
                </a:path>
              </a:pathLst>
            </a:custGeom>
            <a:blipFill>
              <a:blip r:embed="rId2">
                <a:alphaModFix amt="0"/>
              </a:blip>
              <a:stretch>
                <a:fillRect l="0" t="-93818" r="0" b="-93818"/>
              </a:stretch>
            </a:blipFill>
          </p:spPr>
        </p:sp>
        <p:sp>
          <p:nvSpPr>
            <p:cNvPr name="TextBox 79" id="79"/>
            <p:cNvSpPr txBox="true"/>
            <p:nvPr/>
          </p:nvSpPr>
          <p:spPr>
            <a:xfrm>
              <a:off x="0" y="-47625"/>
              <a:ext cx="7559040" cy="1071753"/>
            </a:xfrm>
            <a:prstGeom prst="rect">
              <a:avLst/>
            </a:prstGeom>
          </p:spPr>
          <p:txBody>
            <a:bodyPr anchor="ctr" rtlCol="false" tIns="0" lIns="0" bIns="0" rIns="0"/>
            <a:lstStyle/>
            <a:p>
              <a:pPr algn="l">
                <a:lnSpc>
                  <a:spcPts val="2520"/>
                </a:lnSpc>
              </a:pPr>
              <a:r>
                <a:rPr lang="en-US" sz="2100">
                  <a:solidFill>
                    <a:srgbClr val="8888A8"/>
                  </a:solidFill>
                  <a:latin typeface="Calibri (MS)"/>
                  <a:ea typeface="Calibri (MS)"/>
                  <a:cs typeface="Calibri (MS)"/>
                  <a:sym typeface="Calibri (MS)"/>
                </a:rPr>
                <a:t>→  PostgreSQL for scalability</a:t>
              </a:r>
            </a:p>
          </p:txBody>
        </p:sp>
      </p:grpSp>
      <p:grpSp>
        <p:nvGrpSpPr>
          <p:cNvPr name="Group 80" id="80"/>
          <p:cNvGrpSpPr/>
          <p:nvPr/>
        </p:nvGrpSpPr>
        <p:grpSpPr>
          <a:xfrm rot="0">
            <a:off x="11704320" y="8686800"/>
            <a:ext cx="5669280" cy="768096"/>
            <a:chOff x="0" y="0"/>
            <a:chExt cx="7559040" cy="1024128"/>
          </a:xfrm>
        </p:grpSpPr>
        <p:sp>
          <p:nvSpPr>
            <p:cNvPr name="Freeform 81" id="81"/>
            <p:cNvSpPr/>
            <p:nvPr/>
          </p:nvSpPr>
          <p:spPr>
            <a:xfrm flipH="false" flipV="false" rot="0">
              <a:off x="0" y="0"/>
              <a:ext cx="7559040" cy="1024128"/>
            </a:xfrm>
            <a:custGeom>
              <a:avLst/>
              <a:gdLst/>
              <a:ahLst/>
              <a:cxnLst/>
              <a:rect r="r" b="b" t="t" l="l"/>
              <a:pathLst>
                <a:path h="1024128" w="7559040">
                  <a:moveTo>
                    <a:pt x="0" y="0"/>
                  </a:moveTo>
                  <a:lnTo>
                    <a:pt x="7559040" y="0"/>
                  </a:lnTo>
                  <a:lnTo>
                    <a:pt x="7559040" y="1024128"/>
                  </a:lnTo>
                  <a:lnTo>
                    <a:pt x="0" y="1024128"/>
                  </a:lnTo>
                  <a:close/>
                </a:path>
              </a:pathLst>
            </a:custGeom>
            <a:blipFill>
              <a:blip r:embed="rId2">
                <a:alphaModFix amt="0"/>
              </a:blip>
              <a:stretch>
                <a:fillRect l="0" t="-93818" r="0" b="-93818"/>
              </a:stretch>
            </a:blipFill>
          </p:spPr>
        </p:sp>
        <p:sp>
          <p:nvSpPr>
            <p:cNvPr name="TextBox 82" id="82"/>
            <p:cNvSpPr txBox="true"/>
            <p:nvPr/>
          </p:nvSpPr>
          <p:spPr>
            <a:xfrm>
              <a:off x="0" y="-47625"/>
              <a:ext cx="7559040" cy="1071753"/>
            </a:xfrm>
            <a:prstGeom prst="rect">
              <a:avLst/>
            </a:prstGeom>
          </p:spPr>
          <p:txBody>
            <a:bodyPr anchor="ctr" rtlCol="false" tIns="0" lIns="0" bIns="0" rIns="0"/>
            <a:lstStyle/>
            <a:p>
              <a:pPr algn="l">
                <a:lnSpc>
                  <a:spcPts val="2520"/>
                </a:lnSpc>
              </a:pPr>
              <a:r>
                <a:rPr lang="en-US" sz="2100">
                  <a:solidFill>
                    <a:srgbClr val="8888A8"/>
                  </a:solidFill>
                  <a:latin typeface="Calibri (MS)"/>
                  <a:ea typeface="Calibri (MS)"/>
                  <a:cs typeface="Calibri (MS)"/>
                  <a:sym typeface="Calibri (MS)"/>
                </a:rPr>
                <a:t>→  100,000+ concurrent users support</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16891" y="16891"/>
              <a:ext cx="292608" cy="13715999"/>
            </a:xfrm>
            <a:custGeom>
              <a:avLst/>
              <a:gdLst/>
              <a:ahLst/>
              <a:cxnLst/>
              <a:rect r="r" b="b" t="t" l="l"/>
              <a:pathLst>
                <a:path h="13715999" w="292608">
                  <a:moveTo>
                    <a:pt x="0" y="0"/>
                  </a:moveTo>
                  <a:lnTo>
                    <a:pt x="292608" y="0"/>
                  </a:lnTo>
                  <a:lnTo>
                    <a:pt x="292608" y="13715999"/>
                  </a:lnTo>
                  <a:lnTo>
                    <a:pt x="0" y="13715999"/>
                  </a:lnTo>
                  <a:close/>
                </a:path>
              </a:pathLst>
            </a:custGeom>
            <a:solidFill>
              <a:srgbClr val="F7C46A"/>
            </a:solidFill>
          </p:spPr>
        </p:sp>
        <p:sp>
          <p:nvSpPr>
            <p:cNvPr name="Freeform 4" id="4"/>
            <p:cNvSpPr/>
            <p:nvPr/>
          </p:nvSpPr>
          <p:spPr>
            <a:xfrm flipH="false" flipV="false" rot="0">
              <a:off x="0" y="0"/>
              <a:ext cx="326390" cy="13749782"/>
            </a:xfrm>
            <a:custGeom>
              <a:avLst/>
              <a:gdLst/>
              <a:ahLst/>
              <a:cxnLst/>
              <a:rect r="r" b="b" t="t" l="l"/>
              <a:pathLst>
                <a:path h="13749782" w="326390">
                  <a:moveTo>
                    <a:pt x="16891" y="0"/>
                  </a:moveTo>
                  <a:lnTo>
                    <a:pt x="309499" y="0"/>
                  </a:lnTo>
                  <a:cubicBezTo>
                    <a:pt x="318897" y="0"/>
                    <a:pt x="326390" y="7620"/>
                    <a:pt x="326390" y="16891"/>
                  </a:cubicBezTo>
                  <a:lnTo>
                    <a:pt x="326390" y="13732890"/>
                  </a:lnTo>
                  <a:cubicBezTo>
                    <a:pt x="326390" y="13742290"/>
                    <a:pt x="318770" y="13749782"/>
                    <a:pt x="309499"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09499" y="13716000"/>
                  </a:lnTo>
                  <a:lnTo>
                    <a:pt x="309499" y="13732890"/>
                  </a:lnTo>
                  <a:lnTo>
                    <a:pt x="292608" y="13732890"/>
                  </a:lnTo>
                  <a:lnTo>
                    <a:pt x="292608" y="16891"/>
                  </a:lnTo>
                  <a:lnTo>
                    <a:pt x="309499" y="16891"/>
                  </a:lnTo>
                  <a:lnTo>
                    <a:pt x="309499" y="33909"/>
                  </a:lnTo>
                  <a:lnTo>
                    <a:pt x="16891" y="33909"/>
                  </a:lnTo>
                  <a:close/>
                </a:path>
              </a:pathLst>
            </a:custGeom>
            <a:solidFill>
              <a:srgbClr val="F7C46A"/>
            </a:solidFill>
          </p:spPr>
        </p:sp>
      </p:grpSp>
      <p:grpSp>
        <p:nvGrpSpPr>
          <p:cNvPr name="Group 5" id="5"/>
          <p:cNvGrpSpPr/>
          <p:nvPr/>
        </p:nvGrpSpPr>
        <p:grpSpPr>
          <a:xfrm rot="0">
            <a:off x="548640" y="274320"/>
            <a:ext cx="2194560" cy="2585889"/>
            <a:chOff x="0" y="0"/>
            <a:chExt cx="2926080" cy="3447852"/>
          </a:xfrm>
        </p:grpSpPr>
        <p:sp>
          <p:nvSpPr>
            <p:cNvPr name="Freeform 6" id="6"/>
            <p:cNvSpPr/>
            <p:nvPr/>
          </p:nvSpPr>
          <p:spPr>
            <a:xfrm flipH="false" flipV="false" rot="0">
              <a:off x="0" y="0"/>
              <a:ext cx="2926080" cy="3447852"/>
            </a:xfrm>
            <a:custGeom>
              <a:avLst/>
              <a:gdLst/>
              <a:ahLst/>
              <a:cxnLst/>
              <a:rect r="r" b="b" t="t" l="l"/>
              <a:pathLst>
                <a:path h="3447852" w="2926080">
                  <a:moveTo>
                    <a:pt x="0" y="0"/>
                  </a:moveTo>
                  <a:lnTo>
                    <a:pt x="2926080" y="0"/>
                  </a:lnTo>
                  <a:lnTo>
                    <a:pt x="2926080" y="3447852"/>
                  </a:lnTo>
                  <a:lnTo>
                    <a:pt x="0" y="3447852"/>
                  </a:lnTo>
                  <a:close/>
                </a:path>
              </a:pathLst>
            </a:custGeom>
            <a:blipFill>
              <a:blip r:embed="rId2">
                <a:alphaModFix amt="0"/>
              </a:blip>
              <a:stretch>
                <a:fillRect l="-24843" t="0" r="-24843" b="50494"/>
              </a:stretch>
            </a:blipFill>
          </p:spPr>
        </p:sp>
        <p:sp>
          <p:nvSpPr>
            <p:cNvPr name="TextBox 7" id="7"/>
            <p:cNvSpPr txBox="true"/>
            <p:nvPr/>
          </p:nvSpPr>
          <p:spPr>
            <a:xfrm>
              <a:off x="0" y="-28575"/>
              <a:ext cx="2926080" cy="3476427"/>
            </a:xfrm>
            <a:prstGeom prst="rect">
              <a:avLst/>
            </a:prstGeom>
          </p:spPr>
          <p:txBody>
            <a:bodyPr anchor="ctr" rtlCol="false" tIns="0" lIns="0" bIns="0" rIns="0"/>
            <a:lstStyle/>
            <a:p>
              <a:pPr algn="l">
                <a:lnSpc>
                  <a:spcPts val="8640"/>
                </a:lnSpc>
              </a:pPr>
              <a:r>
                <a:rPr lang="en-US" sz="7200" b="true">
                  <a:solidFill>
                    <a:srgbClr val="F7C46A"/>
                  </a:solidFill>
                  <a:latin typeface="Arial Bold"/>
                  <a:ea typeface="Arial Bold"/>
                  <a:cs typeface="Arial Bold"/>
                  <a:sym typeface="Arial Bold"/>
                </a:rPr>
                <a:t>17</a:t>
              </a:r>
            </a:p>
            <a:p>
              <a:pPr algn="l">
                <a:lnSpc>
                  <a:spcPts val="8640"/>
                </a:lnSpc>
              </a:pPr>
            </a:p>
          </p:txBody>
        </p:sp>
      </p:grpSp>
      <p:grpSp>
        <p:nvGrpSpPr>
          <p:cNvPr name="Group 8" id="8"/>
          <p:cNvGrpSpPr/>
          <p:nvPr/>
        </p:nvGrpSpPr>
        <p:grpSpPr>
          <a:xfrm rot="0">
            <a:off x="548640" y="1463040"/>
            <a:ext cx="16459200" cy="1005840"/>
            <a:chOff x="0" y="0"/>
            <a:chExt cx="21945600" cy="1341120"/>
          </a:xfrm>
        </p:grpSpPr>
        <p:sp>
          <p:nvSpPr>
            <p:cNvPr name="Freeform 9" id="9"/>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0" id="10"/>
            <p:cNvSpPr txBox="true"/>
            <p:nvPr/>
          </p:nvSpPr>
          <p:spPr>
            <a:xfrm>
              <a:off x="0" y="-28575"/>
              <a:ext cx="21945600" cy="1369695"/>
            </a:xfrm>
            <a:prstGeom prst="rect">
              <a:avLst/>
            </a:prstGeom>
          </p:spPr>
          <p:txBody>
            <a:bodyPr anchor="ctr" rtlCol="false" tIns="0" lIns="0" bIns="0" rIns="0"/>
            <a:lstStyle/>
            <a:p>
              <a:pPr algn="l">
                <a:lnSpc>
                  <a:spcPts val="7200"/>
                </a:lnSpc>
              </a:pPr>
              <a:r>
                <a:rPr lang="en-US" sz="6000" b="true">
                  <a:solidFill>
                    <a:srgbClr val="FFFFFF"/>
                  </a:solidFill>
                  <a:latin typeface="Arial Bold"/>
                  <a:ea typeface="Arial Bold"/>
                  <a:cs typeface="Arial Bold"/>
                  <a:sym typeface="Arial Bold"/>
                </a:rPr>
                <a:t>Learnings &amp; Challenges</a:t>
              </a:r>
            </a:p>
          </p:txBody>
        </p:sp>
      </p:grpSp>
      <p:grpSp>
        <p:nvGrpSpPr>
          <p:cNvPr name="Group 11" id="11"/>
          <p:cNvGrpSpPr/>
          <p:nvPr/>
        </p:nvGrpSpPr>
        <p:grpSpPr>
          <a:xfrm rot="0">
            <a:off x="535943" y="2821943"/>
            <a:ext cx="8072123" cy="756923"/>
            <a:chOff x="0" y="0"/>
            <a:chExt cx="10762831" cy="1009231"/>
          </a:xfrm>
        </p:grpSpPr>
        <p:sp>
          <p:nvSpPr>
            <p:cNvPr name="Freeform 12" id="12"/>
            <p:cNvSpPr/>
            <p:nvPr/>
          </p:nvSpPr>
          <p:spPr>
            <a:xfrm flipH="false" flipV="false" rot="0">
              <a:off x="16891" y="16891"/>
              <a:ext cx="10728960" cy="975360"/>
            </a:xfrm>
            <a:custGeom>
              <a:avLst/>
              <a:gdLst/>
              <a:ahLst/>
              <a:cxnLst/>
              <a:rect r="r" b="b" t="t" l="l"/>
              <a:pathLst>
                <a:path h="975360" w="10728960">
                  <a:moveTo>
                    <a:pt x="0" y="0"/>
                  </a:moveTo>
                  <a:lnTo>
                    <a:pt x="10728960" y="0"/>
                  </a:lnTo>
                  <a:lnTo>
                    <a:pt x="10728960" y="975360"/>
                  </a:lnTo>
                  <a:lnTo>
                    <a:pt x="0" y="975360"/>
                  </a:lnTo>
                  <a:close/>
                </a:path>
              </a:pathLst>
            </a:custGeom>
            <a:solidFill>
              <a:srgbClr val="6AF7C4">
                <a:alpha val="63922"/>
              </a:srgbClr>
            </a:solidFill>
          </p:spPr>
        </p:sp>
        <p:sp>
          <p:nvSpPr>
            <p:cNvPr name="Freeform 13" id="13"/>
            <p:cNvSpPr/>
            <p:nvPr/>
          </p:nvSpPr>
          <p:spPr>
            <a:xfrm flipH="false" flipV="false" rot="0">
              <a:off x="0" y="0"/>
              <a:ext cx="10762742" cy="1009144"/>
            </a:xfrm>
            <a:custGeom>
              <a:avLst/>
              <a:gdLst/>
              <a:ahLst/>
              <a:cxnLst/>
              <a:rect r="r" b="b" t="t" l="l"/>
              <a:pathLst>
                <a:path h="1009144" w="10762742">
                  <a:moveTo>
                    <a:pt x="16891" y="0"/>
                  </a:moveTo>
                  <a:lnTo>
                    <a:pt x="10745851" y="0"/>
                  </a:lnTo>
                  <a:cubicBezTo>
                    <a:pt x="10755249" y="0"/>
                    <a:pt x="10762742" y="7620"/>
                    <a:pt x="10762742" y="16891"/>
                  </a:cubicBezTo>
                  <a:lnTo>
                    <a:pt x="10762742" y="992251"/>
                  </a:lnTo>
                  <a:cubicBezTo>
                    <a:pt x="10762742" y="1001649"/>
                    <a:pt x="10755122" y="1009142"/>
                    <a:pt x="10745851" y="1009142"/>
                  </a:cubicBezTo>
                  <a:lnTo>
                    <a:pt x="16891" y="1009142"/>
                  </a:lnTo>
                  <a:cubicBezTo>
                    <a:pt x="7620" y="1009269"/>
                    <a:pt x="0" y="1001649"/>
                    <a:pt x="0" y="992251"/>
                  </a:cubicBezTo>
                  <a:lnTo>
                    <a:pt x="0" y="16891"/>
                  </a:lnTo>
                  <a:cubicBezTo>
                    <a:pt x="0" y="7620"/>
                    <a:pt x="7620" y="0"/>
                    <a:pt x="16891" y="0"/>
                  </a:cubicBezTo>
                  <a:moveTo>
                    <a:pt x="16891" y="33909"/>
                  </a:moveTo>
                  <a:lnTo>
                    <a:pt x="16891" y="16891"/>
                  </a:lnTo>
                  <a:lnTo>
                    <a:pt x="33909" y="16891"/>
                  </a:lnTo>
                  <a:lnTo>
                    <a:pt x="33909" y="992251"/>
                  </a:lnTo>
                  <a:lnTo>
                    <a:pt x="16891" y="992251"/>
                  </a:lnTo>
                  <a:lnTo>
                    <a:pt x="16891" y="975360"/>
                  </a:lnTo>
                  <a:lnTo>
                    <a:pt x="10745851" y="975360"/>
                  </a:lnTo>
                  <a:lnTo>
                    <a:pt x="10745851" y="992251"/>
                  </a:lnTo>
                  <a:lnTo>
                    <a:pt x="10728960" y="992251"/>
                  </a:lnTo>
                  <a:lnTo>
                    <a:pt x="10728960" y="16891"/>
                  </a:lnTo>
                  <a:lnTo>
                    <a:pt x="10745851" y="16891"/>
                  </a:lnTo>
                  <a:lnTo>
                    <a:pt x="10745851" y="33909"/>
                  </a:lnTo>
                  <a:lnTo>
                    <a:pt x="16891" y="33909"/>
                  </a:lnTo>
                  <a:close/>
                </a:path>
              </a:pathLst>
            </a:custGeom>
            <a:solidFill>
              <a:srgbClr val="6AF7C4"/>
            </a:solidFill>
          </p:spPr>
        </p:sp>
      </p:grpSp>
      <p:grpSp>
        <p:nvGrpSpPr>
          <p:cNvPr name="Group 14" id="14"/>
          <p:cNvGrpSpPr/>
          <p:nvPr/>
        </p:nvGrpSpPr>
        <p:grpSpPr>
          <a:xfrm rot="0">
            <a:off x="548640" y="2834640"/>
            <a:ext cx="8046720" cy="731520"/>
            <a:chOff x="0" y="0"/>
            <a:chExt cx="10728960" cy="975360"/>
          </a:xfrm>
        </p:grpSpPr>
        <p:sp>
          <p:nvSpPr>
            <p:cNvPr name="Freeform 15" id="15"/>
            <p:cNvSpPr/>
            <p:nvPr/>
          </p:nvSpPr>
          <p:spPr>
            <a:xfrm flipH="false" flipV="false" rot="0">
              <a:off x="0" y="0"/>
              <a:ext cx="10728960" cy="975360"/>
            </a:xfrm>
            <a:custGeom>
              <a:avLst/>
              <a:gdLst/>
              <a:ahLst/>
              <a:cxnLst/>
              <a:rect r="r" b="b" t="t" l="l"/>
              <a:pathLst>
                <a:path h="975360" w="10728960">
                  <a:moveTo>
                    <a:pt x="0" y="0"/>
                  </a:moveTo>
                  <a:lnTo>
                    <a:pt x="10728960" y="0"/>
                  </a:lnTo>
                  <a:lnTo>
                    <a:pt x="10728960" y="975360"/>
                  </a:lnTo>
                  <a:lnTo>
                    <a:pt x="0" y="975360"/>
                  </a:lnTo>
                  <a:close/>
                </a:path>
              </a:pathLst>
            </a:custGeom>
            <a:blipFill>
              <a:blip r:embed="rId2">
                <a:alphaModFix amt="0"/>
              </a:blip>
              <a:stretch>
                <a:fillRect l="0" t="-164335" r="0" b="-164335"/>
              </a:stretch>
            </a:blipFill>
          </p:spPr>
        </p:sp>
        <p:sp>
          <p:nvSpPr>
            <p:cNvPr name="TextBox 16" id="16"/>
            <p:cNvSpPr txBox="true"/>
            <p:nvPr/>
          </p:nvSpPr>
          <p:spPr>
            <a:xfrm>
              <a:off x="0" y="-9525"/>
              <a:ext cx="10728960" cy="984885"/>
            </a:xfrm>
            <a:prstGeom prst="rect">
              <a:avLst/>
            </a:prstGeom>
          </p:spPr>
          <p:txBody>
            <a:bodyPr anchor="ctr" rtlCol="false" tIns="0" lIns="0" bIns="0" rIns="0"/>
            <a:lstStyle/>
            <a:p>
              <a:pPr algn="ctr">
                <a:lnSpc>
                  <a:spcPts val="2879"/>
                </a:lnSpc>
              </a:pPr>
              <a:r>
                <a:rPr lang="en-US" sz="2400" b="true">
                  <a:solidFill>
                    <a:srgbClr val="6AF7C4"/>
                  </a:solidFill>
                  <a:latin typeface="Arial Bold"/>
                  <a:ea typeface="Arial Bold"/>
                  <a:cs typeface="Arial Bold"/>
                  <a:sym typeface="Arial Bold"/>
                </a:rPr>
                <a:t>🎓  What I Learned</a:t>
              </a:r>
            </a:p>
          </p:txBody>
        </p:sp>
      </p:grpSp>
      <p:grpSp>
        <p:nvGrpSpPr>
          <p:cNvPr name="Group 17" id="17"/>
          <p:cNvGrpSpPr/>
          <p:nvPr/>
        </p:nvGrpSpPr>
        <p:grpSpPr>
          <a:xfrm rot="0">
            <a:off x="544830" y="3745230"/>
            <a:ext cx="8054340" cy="848868"/>
            <a:chOff x="0" y="0"/>
            <a:chExt cx="10739120" cy="1131824"/>
          </a:xfrm>
        </p:grpSpPr>
        <p:sp>
          <p:nvSpPr>
            <p:cNvPr name="Freeform 18" id="18"/>
            <p:cNvSpPr/>
            <p:nvPr/>
          </p:nvSpPr>
          <p:spPr>
            <a:xfrm flipH="false" flipV="false" rot="0">
              <a:off x="5080" y="5080"/>
              <a:ext cx="10728960" cy="1121664"/>
            </a:xfrm>
            <a:custGeom>
              <a:avLst/>
              <a:gdLst/>
              <a:ahLst/>
              <a:cxnLst/>
              <a:rect r="r" b="b" t="t" l="l"/>
              <a:pathLst>
                <a:path h="1121664" w="10728960">
                  <a:moveTo>
                    <a:pt x="0" y="0"/>
                  </a:moveTo>
                  <a:lnTo>
                    <a:pt x="10728960" y="0"/>
                  </a:lnTo>
                  <a:lnTo>
                    <a:pt x="10728960" y="1121664"/>
                  </a:lnTo>
                  <a:lnTo>
                    <a:pt x="0" y="1121664"/>
                  </a:lnTo>
                  <a:close/>
                </a:path>
              </a:pathLst>
            </a:custGeom>
            <a:solidFill>
              <a:srgbClr val="1A1A35"/>
            </a:solidFill>
          </p:spPr>
        </p:sp>
        <p:sp>
          <p:nvSpPr>
            <p:cNvPr name="Freeform 19" id="19"/>
            <p:cNvSpPr/>
            <p:nvPr/>
          </p:nvSpPr>
          <p:spPr>
            <a:xfrm flipH="false" flipV="false" rot="0">
              <a:off x="0" y="0"/>
              <a:ext cx="10739120" cy="1131824"/>
            </a:xfrm>
            <a:custGeom>
              <a:avLst/>
              <a:gdLst/>
              <a:ahLst/>
              <a:cxnLst/>
              <a:rect r="r" b="b" t="t" l="l"/>
              <a:pathLst>
                <a:path h="1131824" w="10739120">
                  <a:moveTo>
                    <a:pt x="5080" y="0"/>
                  </a:moveTo>
                  <a:lnTo>
                    <a:pt x="10734040" y="0"/>
                  </a:lnTo>
                  <a:cubicBezTo>
                    <a:pt x="10736834" y="0"/>
                    <a:pt x="10739120" y="2286"/>
                    <a:pt x="10739120" y="5080"/>
                  </a:cubicBezTo>
                  <a:lnTo>
                    <a:pt x="10739120" y="1126744"/>
                  </a:lnTo>
                  <a:cubicBezTo>
                    <a:pt x="10739120" y="1129538"/>
                    <a:pt x="10736834" y="1131824"/>
                    <a:pt x="10734040" y="1131824"/>
                  </a:cubicBezTo>
                  <a:lnTo>
                    <a:pt x="5080" y="1131824"/>
                  </a:lnTo>
                  <a:cubicBezTo>
                    <a:pt x="2286" y="1131824"/>
                    <a:pt x="0" y="1129538"/>
                    <a:pt x="0" y="1126744"/>
                  </a:cubicBezTo>
                  <a:lnTo>
                    <a:pt x="0" y="5080"/>
                  </a:lnTo>
                  <a:cubicBezTo>
                    <a:pt x="0" y="2286"/>
                    <a:pt x="2286" y="0"/>
                    <a:pt x="5080" y="0"/>
                  </a:cubicBezTo>
                  <a:moveTo>
                    <a:pt x="5080" y="10160"/>
                  </a:moveTo>
                  <a:lnTo>
                    <a:pt x="5080" y="5080"/>
                  </a:lnTo>
                  <a:lnTo>
                    <a:pt x="10160" y="5080"/>
                  </a:lnTo>
                  <a:lnTo>
                    <a:pt x="10160" y="1126744"/>
                  </a:lnTo>
                  <a:lnTo>
                    <a:pt x="5080" y="1126744"/>
                  </a:lnTo>
                  <a:lnTo>
                    <a:pt x="5080" y="1121664"/>
                  </a:lnTo>
                  <a:lnTo>
                    <a:pt x="10734040" y="1121664"/>
                  </a:lnTo>
                  <a:lnTo>
                    <a:pt x="10734040" y="1126744"/>
                  </a:lnTo>
                  <a:lnTo>
                    <a:pt x="10728960" y="1126744"/>
                  </a:lnTo>
                  <a:lnTo>
                    <a:pt x="10728960" y="5080"/>
                  </a:lnTo>
                  <a:lnTo>
                    <a:pt x="10734040" y="5080"/>
                  </a:lnTo>
                  <a:lnTo>
                    <a:pt x="10734040" y="10160"/>
                  </a:lnTo>
                  <a:lnTo>
                    <a:pt x="5080" y="10160"/>
                  </a:lnTo>
                  <a:close/>
                </a:path>
              </a:pathLst>
            </a:custGeom>
            <a:solidFill>
              <a:srgbClr val="6AF7C4"/>
            </a:solidFill>
          </p:spPr>
        </p:sp>
      </p:grpSp>
      <p:grpSp>
        <p:nvGrpSpPr>
          <p:cNvPr name="Group 20" id="20"/>
          <p:cNvGrpSpPr/>
          <p:nvPr/>
        </p:nvGrpSpPr>
        <p:grpSpPr>
          <a:xfrm rot="0">
            <a:off x="822960" y="3749040"/>
            <a:ext cx="7498080" cy="841248"/>
            <a:chOff x="0" y="0"/>
            <a:chExt cx="9997440" cy="1121664"/>
          </a:xfrm>
        </p:grpSpPr>
        <p:sp>
          <p:nvSpPr>
            <p:cNvPr name="Freeform 21" id="21"/>
            <p:cNvSpPr/>
            <p:nvPr/>
          </p:nvSpPr>
          <p:spPr>
            <a:xfrm flipH="false" flipV="false" rot="0">
              <a:off x="0" y="0"/>
              <a:ext cx="9997440" cy="1121664"/>
            </a:xfrm>
            <a:custGeom>
              <a:avLst/>
              <a:gdLst/>
              <a:ahLst/>
              <a:cxnLst/>
              <a:rect r="r" b="b" t="t" l="l"/>
              <a:pathLst>
                <a:path h="1121664" w="9997440">
                  <a:moveTo>
                    <a:pt x="0" y="0"/>
                  </a:moveTo>
                  <a:lnTo>
                    <a:pt x="9997440" y="0"/>
                  </a:lnTo>
                  <a:lnTo>
                    <a:pt x="9997440" y="1121664"/>
                  </a:lnTo>
                  <a:lnTo>
                    <a:pt x="0" y="1121664"/>
                  </a:lnTo>
                  <a:close/>
                </a:path>
              </a:pathLst>
            </a:custGeom>
            <a:blipFill>
              <a:blip r:embed="rId2">
                <a:alphaModFix amt="0"/>
              </a:blip>
              <a:stretch>
                <a:fillRect l="0" t="-123670" r="0" b="-123670"/>
              </a:stretch>
            </a:blipFill>
          </p:spPr>
        </p:sp>
        <p:sp>
          <p:nvSpPr>
            <p:cNvPr name="TextBox 22" id="22"/>
            <p:cNvSpPr txBox="true"/>
            <p:nvPr/>
          </p:nvSpPr>
          <p:spPr>
            <a:xfrm>
              <a:off x="0" y="-38100"/>
              <a:ext cx="9997440" cy="1159764"/>
            </a:xfrm>
            <a:prstGeom prst="rect">
              <a:avLst/>
            </a:prstGeom>
          </p:spPr>
          <p:txBody>
            <a:bodyPr anchor="ctr" rtlCol="false" tIns="0" lIns="0" bIns="0" rIns="0"/>
            <a:lstStyle/>
            <a:p>
              <a:pPr algn="l">
                <a:lnSpc>
                  <a:spcPts val="2280"/>
                </a:lnSpc>
              </a:pPr>
              <a:r>
                <a:rPr lang="en-US" sz="1900">
                  <a:solidFill>
                    <a:srgbClr val="E8E8F0"/>
                  </a:solidFill>
                  <a:latin typeface="Calibri (MS)"/>
                  <a:ea typeface="Calibri (MS)"/>
                  <a:cs typeface="Calibri (MS)"/>
                  <a:sym typeface="Calibri (MS)"/>
                </a:rPr>
                <a:t>⚡  Full-stack web development with Django &amp; Python</a:t>
              </a:r>
            </a:p>
          </p:txBody>
        </p:sp>
      </p:grpSp>
      <p:grpSp>
        <p:nvGrpSpPr>
          <p:cNvPr name="Group 23" id="23"/>
          <p:cNvGrpSpPr/>
          <p:nvPr/>
        </p:nvGrpSpPr>
        <p:grpSpPr>
          <a:xfrm rot="0">
            <a:off x="544830" y="4696206"/>
            <a:ext cx="8054340" cy="848868"/>
            <a:chOff x="0" y="0"/>
            <a:chExt cx="10739120" cy="1131824"/>
          </a:xfrm>
        </p:grpSpPr>
        <p:sp>
          <p:nvSpPr>
            <p:cNvPr name="Freeform 24" id="24"/>
            <p:cNvSpPr/>
            <p:nvPr/>
          </p:nvSpPr>
          <p:spPr>
            <a:xfrm flipH="false" flipV="false" rot="0">
              <a:off x="5080" y="5080"/>
              <a:ext cx="10728960" cy="1121664"/>
            </a:xfrm>
            <a:custGeom>
              <a:avLst/>
              <a:gdLst/>
              <a:ahLst/>
              <a:cxnLst/>
              <a:rect r="r" b="b" t="t" l="l"/>
              <a:pathLst>
                <a:path h="1121664" w="10728960">
                  <a:moveTo>
                    <a:pt x="0" y="0"/>
                  </a:moveTo>
                  <a:lnTo>
                    <a:pt x="10728960" y="0"/>
                  </a:lnTo>
                  <a:lnTo>
                    <a:pt x="10728960" y="1121664"/>
                  </a:lnTo>
                  <a:lnTo>
                    <a:pt x="0" y="1121664"/>
                  </a:lnTo>
                  <a:close/>
                </a:path>
              </a:pathLst>
            </a:custGeom>
            <a:solidFill>
              <a:srgbClr val="13132A"/>
            </a:solidFill>
          </p:spPr>
        </p:sp>
        <p:sp>
          <p:nvSpPr>
            <p:cNvPr name="Freeform 25" id="25"/>
            <p:cNvSpPr/>
            <p:nvPr/>
          </p:nvSpPr>
          <p:spPr>
            <a:xfrm flipH="false" flipV="false" rot="0">
              <a:off x="0" y="0"/>
              <a:ext cx="10739120" cy="1131824"/>
            </a:xfrm>
            <a:custGeom>
              <a:avLst/>
              <a:gdLst/>
              <a:ahLst/>
              <a:cxnLst/>
              <a:rect r="r" b="b" t="t" l="l"/>
              <a:pathLst>
                <a:path h="1131824" w="10739120">
                  <a:moveTo>
                    <a:pt x="5080" y="0"/>
                  </a:moveTo>
                  <a:lnTo>
                    <a:pt x="10734040" y="0"/>
                  </a:lnTo>
                  <a:cubicBezTo>
                    <a:pt x="10736834" y="0"/>
                    <a:pt x="10739120" y="2286"/>
                    <a:pt x="10739120" y="5080"/>
                  </a:cubicBezTo>
                  <a:lnTo>
                    <a:pt x="10739120" y="1126744"/>
                  </a:lnTo>
                  <a:cubicBezTo>
                    <a:pt x="10739120" y="1129538"/>
                    <a:pt x="10736834" y="1131824"/>
                    <a:pt x="10734040" y="1131824"/>
                  </a:cubicBezTo>
                  <a:lnTo>
                    <a:pt x="5080" y="1131824"/>
                  </a:lnTo>
                  <a:cubicBezTo>
                    <a:pt x="2286" y="1131824"/>
                    <a:pt x="0" y="1129538"/>
                    <a:pt x="0" y="1126744"/>
                  </a:cubicBezTo>
                  <a:lnTo>
                    <a:pt x="0" y="5080"/>
                  </a:lnTo>
                  <a:cubicBezTo>
                    <a:pt x="0" y="2286"/>
                    <a:pt x="2286" y="0"/>
                    <a:pt x="5080" y="0"/>
                  </a:cubicBezTo>
                  <a:moveTo>
                    <a:pt x="5080" y="10160"/>
                  </a:moveTo>
                  <a:lnTo>
                    <a:pt x="5080" y="5080"/>
                  </a:lnTo>
                  <a:lnTo>
                    <a:pt x="10160" y="5080"/>
                  </a:lnTo>
                  <a:lnTo>
                    <a:pt x="10160" y="1126744"/>
                  </a:lnTo>
                  <a:lnTo>
                    <a:pt x="5080" y="1126744"/>
                  </a:lnTo>
                  <a:lnTo>
                    <a:pt x="5080" y="1121664"/>
                  </a:lnTo>
                  <a:lnTo>
                    <a:pt x="10734040" y="1121664"/>
                  </a:lnTo>
                  <a:lnTo>
                    <a:pt x="10734040" y="1126744"/>
                  </a:lnTo>
                  <a:lnTo>
                    <a:pt x="10728960" y="1126744"/>
                  </a:lnTo>
                  <a:lnTo>
                    <a:pt x="10728960" y="5080"/>
                  </a:lnTo>
                  <a:lnTo>
                    <a:pt x="10734040" y="5080"/>
                  </a:lnTo>
                  <a:lnTo>
                    <a:pt x="10734040" y="10160"/>
                  </a:lnTo>
                  <a:lnTo>
                    <a:pt x="5080" y="10160"/>
                  </a:lnTo>
                  <a:close/>
                </a:path>
              </a:pathLst>
            </a:custGeom>
            <a:solidFill>
              <a:srgbClr val="6AF7C4"/>
            </a:solidFill>
          </p:spPr>
        </p:sp>
      </p:grpSp>
      <p:grpSp>
        <p:nvGrpSpPr>
          <p:cNvPr name="Group 26" id="26"/>
          <p:cNvGrpSpPr/>
          <p:nvPr/>
        </p:nvGrpSpPr>
        <p:grpSpPr>
          <a:xfrm rot="0">
            <a:off x="822960" y="4700016"/>
            <a:ext cx="7498080" cy="841248"/>
            <a:chOff x="0" y="0"/>
            <a:chExt cx="9997440" cy="1121664"/>
          </a:xfrm>
        </p:grpSpPr>
        <p:sp>
          <p:nvSpPr>
            <p:cNvPr name="Freeform 27" id="27"/>
            <p:cNvSpPr/>
            <p:nvPr/>
          </p:nvSpPr>
          <p:spPr>
            <a:xfrm flipH="false" flipV="false" rot="0">
              <a:off x="0" y="0"/>
              <a:ext cx="9997440" cy="1121664"/>
            </a:xfrm>
            <a:custGeom>
              <a:avLst/>
              <a:gdLst/>
              <a:ahLst/>
              <a:cxnLst/>
              <a:rect r="r" b="b" t="t" l="l"/>
              <a:pathLst>
                <a:path h="1121664" w="9997440">
                  <a:moveTo>
                    <a:pt x="0" y="0"/>
                  </a:moveTo>
                  <a:lnTo>
                    <a:pt x="9997440" y="0"/>
                  </a:lnTo>
                  <a:lnTo>
                    <a:pt x="9997440" y="1121664"/>
                  </a:lnTo>
                  <a:lnTo>
                    <a:pt x="0" y="1121664"/>
                  </a:lnTo>
                  <a:close/>
                </a:path>
              </a:pathLst>
            </a:custGeom>
            <a:blipFill>
              <a:blip r:embed="rId2">
                <a:alphaModFix amt="0"/>
              </a:blip>
              <a:stretch>
                <a:fillRect l="0" t="-123670" r="0" b="-123670"/>
              </a:stretch>
            </a:blipFill>
          </p:spPr>
        </p:sp>
        <p:sp>
          <p:nvSpPr>
            <p:cNvPr name="TextBox 28" id="28"/>
            <p:cNvSpPr txBox="true"/>
            <p:nvPr/>
          </p:nvSpPr>
          <p:spPr>
            <a:xfrm>
              <a:off x="0" y="-38100"/>
              <a:ext cx="9997440" cy="1159764"/>
            </a:xfrm>
            <a:prstGeom prst="rect">
              <a:avLst/>
            </a:prstGeom>
          </p:spPr>
          <p:txBody>
            <a:bodyPr anchor="ctr" rtlCol="false" tIns="0" lIns="0" bIns="0" rIns="0"/>
            <a:lstStyle/>
            <a:p>
              <a:pPr algn="l">
                <a:lnSpc>
                  <a:spcPts val="2280"/>
                </a:lnSpc>
              </a:pPr>
              <a:r>
                <a:rPr lang="en-US" sz="1900">
                  <a:solidFill>
                    <a:srgbClr val="E8E8F0"/>
                  </a:solidFill>
                  <a:latin typeface="Calibri (MS)"/>
                  <a:ea typeface="Calibri (MS)"/>
                  <a:cs typeface="Calibri (MS)"/>
                  <a:sym typeface="Calibri (MS)"/>
                </a:rPr>
                <a:t>🗃️  Database design, ORM queries and migrations</a:t>
              </a:r>
            </a:p>
          </p:txBody>
        </p:sp>
      </p:grpSp>
      <p:grpSp>
        <p:nvGrpSpPr>
          <p:cNvPr name="Group 29" id="29"/>
          <p:cNvGrpSpPr/>
          <p:nvPr/>
        </p:nvGrpSpPr>
        <p:grpSpPr>
          <a:xfrm rot="0">
            <a:off x="544830" y="5647182"/>
            <a:ext cx="8054340" cy="848868"/>
            <a:chOff x="0" y="0"/>
            <a:chExt cx="10739120" cy="1131824"/>
          </a:xfrm>
        </p:grpSpPr>
        <p:sp>
          <p:nvSpPr>
            <p:cNvPr name="Freeform 30" id="30"/>
            <p:cNvSpPr/>
            <p:nvPr/>
          </p:nvSpPr>
          <p:spPr>
            <a:xfrm flipH="false" flipV="false" rot="0">
              <a:off x="5080" y="5080"/>
              <a:ext cx="10728960" cy="1121664"/>
            </a:xfrm>
            <a:custGeom>
              <a:avLst/>
              <a:gdLst/>
              <a:ahLst/>
              <a:cxnLst/>
              <a:rect r="r" b="b" t="t" l="l"/>
              <a:pathLst>
                <a:path h="1121664" w="10728960">
                  <a:moveTo>
                    <a:pt x="0" y="0"/>
                  </a:moveTo>
                  <a:lnTo>
                    <a:pt x="10728960" y="0"/>
                  </a:lnTo>
                  <a:lnTo>
                    <a:pt x="10728960" y="1121664"/>
                  </a:lnTo>
                  <a:lnTo>
                    <a:pt x="0" y="1121664"/>
                  </a:lnTo>
                  <a:close/>
                </a:path>
              </a:pathLst>
            </a:custGeom>
            <a:solidFill>
              <a:srgbClr val="1A1A35"/>
            </a:solidFill>
          </p:spPr>
        </p:sp>
        <p:sp>
          <p:nvSpPr>
            <p:cNvPr name="Freeform 31" id="31"/>
            <p:cNvSpPr/>
            <p:nvPr/>
          </p:nvSpPr>
          <p:spPr>
            <a:xfrm flipH="false" flipV="false" rot="0">
              <a:off x="0" y="0"/>
              <a:ext cx="10739120" cy="1131824"/>
            </a:xfrm>
            <a:custGeom>
              <a:avLst/>
              <a:gdLst/>
              <a:ahLst/>
              <a:cxnLst/>
              <a:rect r="r" b="b" t="t" l="l"/>
              <a:pathLst>
                <a:path h="1131824" w="10739120">
                  <a:moveTo>
                    <a:pt x="5080" y="0"/>
                  </a:moveTo>
                  <a:lnTo>
                    <a:pt x="10734040" y="0"/>
                  </a:lnTo>
                  <a:cubicBezTo>
                    <a:pt x="10736834" y="0"/>
                    <a:pt x="10739120" y="2286"/>
                    <a:pt x="10739120" y="5080"/>
                  </a:cubicBezTo>
                  <a:lnTo>
                    <a:pt x="10739120" y="1126744"/>
                  </a:lnTo>
                  <a:cubicBezTo>
                    <a:pt x="10739120" y="1129538"/>
                    <a:pt x="10736834" y="1131824"/>
                    <a:pt x="10734040" y="1131824"/>
                  </a:cubicBezTo>
                  <a:lnTo>
                    <a:pt x="5080" y="1131824"/>
                  </a:lnTo>
                  <a:cubicBezTo>
                    <a:pt x="2286" y="1131824"/>
                    <a:pt x="0" y="1129538"/>
                    <a:pt x="0" y="1126744"/>
                  </a:cubicBezTo>
                  <a:lnTo>
                    <a:pt x="0" y="5080"/>
                  </a:lnTo>
                  <a:cubicBezTo>
                    <a:pt x="0" y="2286"/>
                    <a:pt x="2286" y="0"/>
                    <a:pt x="5080" y="0"/>
                  </a:cubicBezTo>
                  <a:moveTo>
                    <a:pt x="5080" y="10160"/>
                  </a:moveTo>
                  <a:lnTo>
                    <a:pt x="5080" y="5080"/>
                  </a:lnTo>
                  <a:lnTo>
                    <a:pt x="10160" y="5080"/>
                  </a:lnTo>
                  <a:lnTo>
                    <a:pt x="10160" y="1126744"/>
                  </a:lnTo>
                  <a:lnTo>
                    <a:pt x="5080" y="1126744"/>
                  </a:lnTo>
                  <a:lnTo>
                    <a:pt x="5080" y="1121664"/>
                  </a:lnTo>
                  <a:lnTo>
                    <a:pt x="10734040" y="1121664"/>
                  </a:lnTo>
                  <a:lnTo>
                    <a:pt x="10734040" y="1126744"/>
                  </a:lnTo>
                  <a:lnTo>
                    <a:pt x="10728960" y="1126744"/>
                  </a:lnTo>
                  <a:lnTo>
                    <a:pt x="10728960" y="5080"/>
                  </a:lnTo>
                  <a:lnTo>
                    <a:pt x="10734040" y="5080"/>
                  </a:lnTo>
                  <a:lnTo>
                    <a:pt x="10734040" y="10160"/>
                  </a:lnTo>
                  <a:lnTo>
                    <a:pt x="5080" y="10160"/>
                  </a:lnTo>
                  <a:close/>
                </a:path>
              </a:pathLst>
            </a:custGeom>
            <a:solidFill>
              <a:srgbClr val="6AF7C4"/>
            </a:solidFill>
          </p:spPr>
        </p:sp>
      </p:grpSp>
      <p:grpSp>
        <p:nvGrpSpPr>
          <p:cNvPr name="Group 32" id="32"/>
          <p:cNvGrpSpPr/>
          <p:nvPr/>
        </p:nvGrpSpPr>
        <p:grpSpPr>
          <a:xfrm rot="0">
            <a:off x="822960" y="5650992"/>
            <a:ext cx="7498080" cy="841248"/>
            <a:chOff x="0" y="0"/>
            <a:chExt cx="9997440" cy="1121664"/>
          </a:xfrm>
        </p:grpSpPr>
        <p:sp>
          <p:nvSpPr>
            <p:cNvPr name="Freeform 33" id="33"/>
            <p:cNvSpPr/>
            <p:nvPr/>
          </p:nvSpPr>
          <p:spPr>
            <a:xfrm flipH="false" flipV="false" rot="0">
              <a:off x="0" y="0"/>
              <a:ext cx="9997440" cy="1121664"/>
            </a:xfrm>
            <a:custGeom>
              <a:avLst/>
              <a:gdLst/>
              <a:ahLst/>
              <a:cxnLst/>
              <a:rect r="r" b="b" t="t" l="l"/>
              <a:pathLst>
                <a:path h="1121664" w="9997440">
                  <a:moveTo>
                    <a:pt x="0" y="0"/>
                  </a:moveTo>
                  <a:lnTo>
                    <a:pt x="9997440" y="0"/>
                  </a:lnTo>
                  <a:lnTo>
                    <a:pt x="9997440" y="1121664"/>
                  </a:lnTo>
                  <a:lnTo>
                    <a:pt x="0" y="1121664"/>
                  </a:lnTo>
                  <a:close/>
                </a:path>
              </a:pathLst>
            </a:custGeom>
            <a:blipFill>
              <a:blip r:embed="rId2">
                <a:alphaModFix amt="0"/>
              </a:blip>
              <a:stretch>
                <a:fillRect l="0" t="-123670" r="0" b="-123670"/>
              </a:stretch>
            </a:blipFill>
          </p:spPr>
        </p:sp>
        <p:sp>
          <p:nvSpPr>
            <p:cNvPr name="TextBox 34" id="34"/>
            <p:cNvSpPr txBox="true"/>
            <p:nvPr/>
          </p:nvSpPr>
          <p:spPr>
            <a:xfrm>
              <a:off x="0" y="-38100"/>
              <a:ext cx="9997440" cy="1159764"/>
            </a:xfrm>
            <a:prstGeom prst="rect">
              <a:avLst/>
            </a:prstGeom>
          </p:spPr>
          <p:txBody>
            <a:bodyPr anchor="ctr" rtlCol="false" tIns="0" lIns="0" bIns="0" rIns="0"/>
            <a:lstStyle/>
            <a:p>
              <a:pPr algn="l">
                <a:lnSpc>
                  <a:spcPts val="2280"/>
                </a:lnSpc>
              </a:pPr>
              <a:r>
                <a:rPr lang="en-US" sz="1900">
                  <a:solidFill>
                    <a:srgbClr val="E8E8F0"/>
                  </a:solidFill>
                  <a:latin typeface="Calibri (MS)"/>
                  <a:ea typeface="Calibri (MS)"/>
                  <a:cs typeface="Calibri (MS)"/>
                  <a:sym typeface="Calibri (MS)"/>
                </a:rPr>
                <a:t>🔌  Integrating third-party REST APIs in Django</a:t>
              </a:r>
            </a:p>
          </p:txBody>
        </p:sp>
      </p:grpSp>
      <p:grpSp>
        <p:nvGrpSpPr>
          <p:cNvPr name="Group 35" id="35"/>
          <p:cNvGrpSpPr/>
          <p:nvPr/>
        </p:nvGrpSpPr>
        <p:grpSpPr>
          <a:xfrm rot="0">
            <a:off x="544830" y="6598158"/>
            <a:ext cx="8054340" cy="848868"/>
            <a:chOff x="0" y="0"/>
            <a:chExt cx="10739120" cy="1131824"/>
          </a:xfrm>
        </p:grpSpPr>
        <p:sp>
          <p:nvSpPr>
            <p:cNvPr name="Freeform 36" id="36"/>
            <p:cNvSpPr/>
            <p:nvPr/>
          </p:nvSpPr>
          <p:spPr>
            <a:xfrm flipH="false" flipV="false" rot="0">
              <a:off x="5080" y="5080"/>
              <a:ext cx="10728960" cy="1121664"/>
            </a:xfrm>
            <a:custGeom>
              <a:avLst/>
              <a:gdLst/>
              <a:ahLst/>
              <a:cxnLst/>
              <a:rect r="r" b="b" t="t" l="l"/>
              <a:pathLst>
                <a:path h="1121664" w="10728960">
                  <a:moveTo>
                    <a:pt x="0" y="0"/>
                  </a:moveTo>
                  <a:lnTo>
                    <a:pt x="10728960" y="0"/>
                  </a:lnTo>
                  <a:lnTo>
                    <a:pt x="10728960" y="1121664"/>
                  </a:lnTo>
                  <a:lnTo>
                    <a:pt x="0" y="1121664"/>
                  </a:lnTo>
                  <a:close/>
                </a:path>
              </a:pathLst>
            </a:custGeom>
            <a:solidFill>
              <a:srgbClr val="13132A"/>
            </a:solidFill>
          </p:spPr>
        </p:sp>
        <p:sp>
          <p:nvSpPr>
            <p:cNvPr name="Freeform 37" id="37"/>
            <p:cNvSpPr/>
            <p:nvPr/>
          </p:nvSpPr>
          <p:spPr>
            <a:xfrm flipH="false" flipV="false" rot="0">
              <a:off x="0" y="0"/>
              <a:ext cx="10739120" cy="1131824"/>
            </a:xfrm>
            <a:custGeom>
              <a:avLst/>
              <a:gdLst/>
              <a:ahLst/>
              <a:cxnLst/>
              <a:rect r="r" b="b" t="t" l="l"/>
              <a:pathLst>
                <a:path h="1131824" w="10739120">
                  <a:moveTo>
                    <a:pt x="5080" y="0"/>
                  </a:moveTo>
                  <a:lnTo>
                    <a:pt x="10734040" y="0"/>
                  </a:lnTo>
                  <a:cubicBezTo>
                    <a:pt x="10736834" y="0"/>
                    <a:pt x="10739120" y="2286"/>
                    <a:pt x="10739120" y="5080"/>
                  </a:cubicBezTo>
                  <a:lnTo>
                    <a:pt x="10739120" y="1126744"/>
                  </a:lnTo>
                  <a:cubicBezTo>
                    <a:pt x="10739120" y="1129538"/>
                    <a:pt x="10736834" y="1131824"/>
                    <a:pt x="10734040" y="1131824"/>
                  </a:cubicBezTo>
                  <a:lnTo>
                    <a:pt x="5080" y="1131824"/>
                  </a:lnTo>
                  <a:cubicBezTo>
                    <a:pt x="2286" y="1131824"/>
                    <a:pt x="0" y="1129538"/>
                    <a:pt x="0" y="1126744"/>
                  </a:cubicBezTo>
                  <a:lnTo>
                    <a:pt x="0" y="5080"/>
                  </a:lnTo>
                  <a:cubicBezTo>
                    <a:pt x="0" y="2286"/>
                    <a:pt x="2286" y="0"/>
                    <a:pt x="5080" y="0"/>
                  </a:cubicBezTo>
                  <a:moveTo>
                    <a:pt x="5080" y="10160"/>
                  </a:moveTo>
                  <a:lnTo>
                    <a:pt x="5080" y="5080"/>
                  </a:lnTo>
                  <a:lnTo>
                    <a:pt x="10160" y="5080"/>
                  </a:lnTo>
                  <a:lnTo>
                    <a:pt x="10160" y="1126744"/>
                  </a:lnTo>
                  <a:lnTo>
                    <a:pt x="5080" y="1126744"/>
                  </a:lnTo>
                  <a:lnTo>
                    <a:pt x="5080" y="1121664"/>
                  </a:lnTo>
                  <a:lnTo>
                    <a:pt x="10734040" y="1121664"/>
                  </a:lnTo>
                  <a:lnTo>
                    <a:pt x="10734040" y="1126744"/>
                  </a:lnTo>
                  <a:lnTo>
                    <a:pt x="10728960" y="1126744"/>
                  </a:lnTo>
                  <a:lnTo>
                    <a:pt x="10728960" y="5080"/>
                  </a:lnTo>
                  <a:lnTo>
                    <a:pt x="10734040" y="5080"/>
                  </a:lnTo>
                  <a:lnTo>
                    <a:pt x="10734040" y="10160"/>
                  </a:lnTo>
                  <a:lnTo>
                    <a:pt x="5080" y="10160"/>
                  </a:lnTo>
                  <a:close/>
                </a:path>
              </a:pathLst>
            </a:custGeom>
            <a:solidFill>
              <a:srgbClr val="6AF7C4"/>
            </a:solidFill>
          </p:spPr>
        </p:sp>
      </p:grpSp>
      <p:grpSp>
        <p:nvGrpSpPr>
          <p:cNvPr name="Group 38" id="38"/>
          <p:cNvGrpSpPr/>
          <p:nvPr/>
        </p:nvGrpSpPr>
        <p:grpSpPr>
          <a:xfrm rot="0">
            <a:off x="822960" y="6601968"/>
            <a:ext cx="7498080" cy="841248"/>
            <a:chOff x="0" y="0"/>
            <a:chExt cx="9997440" cy="1121664"/>
          </a:xfrm>
        </p:grpSpPr>
        <p:sp>
          <p:nvSpPr>
            <p:cNvPr name="Freeform 39" id="39"/>
            <p:cNvSpPr/>
            <p:nvPr/>
          </p:nvSpPr>
          <p:spPr>
            <a:xfrm flipH="false" flipV="false" rot="0">
              <a:off x="0" y="0"/>
              <a:ext cx="9997440" cy="1121664"/>
            </a:xfrm>
            <a:custGeom>
              <a:avLst/>
              <a:gdLst/>
              <a:ahLst/>
              <a:cxnLst/>
              <a:rect r="r" b="b" t="t" l="l"/>
              <a:pathLst>
                <a:path h="1121664" w="9997440">
                  <a:moveTo>
                    <a:pt x="0" y="0"/>
                  </a:moveTo>
                  <a:lnTo>
                    <a:pt x="9997440" y="0"/>
                  </a:lnTo>
                  <a:lnTo>
                    <a:pt x="9997440" y="1121664"/>
                  </a:lnTo>
                  <a:lnTo>
                    <a:pt x="0" y="1121664"/>
                  </a:lnTo>
                  <a:close/>
                </a:path>
              </a:pathLst>
            </a:custGeom>
            <a:blipFill>
              <a:blip r:embed="rId2">
                <a:alphaModFix amt="0"/>
              </a:blip>
              <a:stretch>
                <a:fillRect l="0" t="-123670" r="0" b="-123670"/>
              </a:stretch>
            </a:blipFill>
          </p:spPr>
        </p:sp>
        <p:sp>
          <p:nvSpPr>
            <p:cNvPr name="TextBox 40" id="40"/>
            <p:cNvSpPr txBox="true"/>
            <p:nvPr/>
          </p:nvSpPr>
          <p:spPr>
            <a:xfrm>
              <a:off x="0" y="-38100"/>
              <a:ext cx="9997440" cy="1159764"/>
            </a:xfrm>
            <a:prstGeom prst="rect">
              <a:avLst/>
            </a:prstGeom>
          </p:spPr>
          <p:txBody>
            <a:bodyPr anchor="ctr" rtlCol="false" tIns="0" lIns="0" bIns="0" rIns="0"/>
            <a:lstStyle/>
            <a:p>
              <a:pPr algn="l">
                <a:lnSpc>
                  <a:spcPts val="2280"/>
                </a:lnSpc>
              </a:pPr>
              <a:r>
                <a:rPr lang="en-US" sz="1900">
                  <a:solidFill>
                    <a:srgbClr val="E8E8F0"/>
                  </a:solidFill>
                  <a:latin typeface="Calibri (MS)"/>
                  <a:ea typeface="Calibri (MS)"/>
                  <a:cs typeface="Calibri (MS)"/>
                  <a:sym typeface="Calibri (MS)"/>
                </a:rPr>
                <a:t>🔐  User authentication, sessions and security</a:t>
              </a:r>
            </a:p>
          </p:txBody>
        </p:sp>
      </p:grpSp>
      <p:grpSp>
        <p:nvGrpSpPr>
          <p:cNvPr name="Group 41" id="41"/>
          <p:cNvGrpSpPr/>
          <p:nvPr/>
        </p:nvGrpSpPr>
        <p:grpSpPr>
          <a:xfrm rot="0">
            <a:off x="544830" y="7549134"/>
            <a:ext cx="8054340" cy="848868"/>
            <a:chOff x="0" y="0"/>
            <a:chExt cx="10739120" cy="1131824"/>
          </a:xfrm>
        </p:grpSpPr>
        <p:sp>
          <p:nvSpPr>
            <p:cNvPr name="Freeform 42" id="42"/>
            <p:cNvSpPr/>
            <p:nvPr/>
          </p:nvSpPr>
          <p:spPr>
            <a:xfrm flipH="false" flipV="false" rot="0">
              <a:off x="5080" y="5080"/>
              <a:ext cx="10728960" cy="1121664"/>
            </a:xfrm>
            <a:custGeom>
              <a:avLst/>
              <a:gdLst/>
              <a:ahLst/>
              <a:cxnLst/>
              <a:rect r="r" b="b" t="t" l="l"/>
              <a:pathLst>
                <a:path h="1121664" w="10728960">
                  <a:moveTo>
                    <a:pt x="0" y="0"/>
                  </a:moveTo>
                  <a:lnTo>
                    <a:pt x="10728960" y="0"/>
                  </a:lnTo>
                  <a:lnTo>
                    <a:pt x="10728960" y="1121664"/>
                  </a:lnTo>
                  <a:lnTo>
                    <a:pt x="0" y="1121664"/>
                  </a:lnTo>
                  <a:close/>
                </a:path>
              </a:pathLst>
            </a:custGeom>
            <a:solidFill>
              <a:srgbClr val="1A1A35"/>
            </a:solidFill>
          </p:spPr>
        </p:sp>
        <p:sp>
          <p:nvSpPr>
            <p:cNvPr name="Freeform 43" id="43"/>
            <p:cNvSpPr/>
            <p:nvPr/>
          </p:nvSpPr>
          <p:spPr>
            <a:xfrm flipH="false" flipV="false" rot="0">
              <a:off x="0" y="0"/>
              <a:ext cx="10739120" cy="1131824"/>
            </a:xfrm>
            <a:custGeom>
              <a:avLst/>
              <a:gdLst/>
              <a:ahLst/>
              <a:cxnLst/>
              <a:rect r="r" b="b" t="t" l="l"/>
              <a:pathLst>
                <a:path h="1131824" w="10739120">
                  <a:moveTo>
                    <a:pt x="5080" y="0"/>
                  </a:moveTo>
                  <a:lnTo>
                    <a:pt x="10734040" y="0"/>
                  </a:lnTo>
                  <a:cubicBezTo>
                    <a:pt x="10736834" y="0"/>
                    <a:pt x="10739120" y="2286"/>
                    <a:pt x="10739120" y="5080"/>
                  </a:cubicBezTo>
                  <a:lnTo>
                    <a:pt x="10739120" y="1126744"/>
                  </a:lnTo>
                  <a:cubicBezTo>
                    <a:pt x="10739120" y="1129538"/>
                    <a:pt x="10736834" y="1131824"/>
                    <a:pt x="10734040" y="1131824"/>
                  </a:cubicBezTo>
                  <a:lnTo>
                    <a:pt x="5080" y="1131824"/>
                  </a:lnTo>
                  <a:cubicBezTo>
                    <a:pt x="2286" y="1131824"/>
                    <a:pt x="0" y="1129538"/>
                    <a:pt x="0" y="1126744"/>
                  </a:cubicBezTo>
                  <a:lnTo>
                    <a:pt x="0" y="5080"/>
                  </a:lnTo>
                  <a:cubicBezTo>
                    <a:pt x="0" y="2286"/>
                    <a:pt x="2286" y="0"/>
                    <a:pt x="5080" y="0"/>
                  </a:cubicBezTo>
                  <a:moveTo>
                    <a:pt x="5080" y="10160"/>
                  </a:moveTo>
                  <a:lnTo>
                    <a:pt x="5080" y="5080"/>
                  </a:lnTo>
                  <a:lnTo>
                    <a:pt x="10160" y="5080"/>
                  </a:lnTo>
                  <a:lnTo>
                    <a:pt x="10160" y="1126744"/>
                  </a:lnTo>
                  <a:lnTo>
                    <a:pt x="5080" y="1126744"/>
                  </a:lnTo>
                  <a:lnTo>
                    <a:pt x="5080" y="1121664"/>
                  </a:lnTo>
                  <a:lnTo>
                    <a:pt x="10734040" y="1121664"/>
                  </a:lnTo>
                  <a:lnTo>
                    <a:pt x="10734040" y="1126744"/>
                  </a:lnTo>
                  <a:lnTo>
                    <a:pt x="10728960" y="1126744"/>
                  </a:lnTo>
                  <a:lnTo>
                    <a:pt x="10728960" y="5080"/>
                  </a:lnTo>
                  <a:lnTo>
                    <a:pt x="10734040" y="5080"/>
                  </a:lnTo>
                  <a:lnTo>
                    <a:pt x="10734040" y="10160"/>
                  </a:lnTo>
                  <a:lnTo>
                    <a:pt x="5080" y="10160"/>
                  </a:lnTo>
                  <a:close/>
                </a:path>
              </a:pathLst>
            </a:custGeom>
            <a:solidFill>
              <a:srgbClr val="6AF7C4"/>
            </a:solidFill>
          </p:spPr>
        </p:sp>
      </p:grpSp>
      <p:grpSp>
        <p:nvGrpSpPr>
          <p:cNvPr name="Group 44" id="44"/>
          <p:cNvGrpSpPr/>
          <p:nvPr/>
        </p:nvGrpSpPr>
        <p:grpSpPr>
          <a:xfrm rot="0">
            <a:off x="822960" y="7552944"/>
            <a:ext cx="7498080" cy="841248"/>
            <a:chOff x="0" y="0"/>
            <a:chExt cx="9997440" cy="1121664"/>
          </a:xfrm>
        </p:grpSpPr>
        <p:sp>
          <p:nvSpPr>
            <p:cNvPr name="Freeform 45" id="45"/>
            <p:cNvSpPr/>
            <p:nvPr/>
          </p:nvSpPr>
          <p:spPr>
            <a:xfrm flipH="false" flipV="false" rot="0">
              <a:off x="0" y="0"/>
              <a:ext cx="9997440" cy="1121664"/>
            </a:xfrm>
            <a:custGeom>
              <a:avLst/>
              <a:gdLst/>
              <a:ahLst/>
              <a:cxnLst/>
              <a:rect r="r" b="b" t="t" l="l"/>
              <a:pathLst>
                <a:path h="1121664" w="9997440">
                  <a:moveTo>
                    <a:pt x="0" y="0"/>
                  </a:moveTo>
                  <a:lnTo>
                    <a:pt x="9997440" y="0"/>
                  </a:lnTo>
                  <a:lnTo>
                    <a:pt x="9997440" y="1121664"/>
                  </a:lnTo>
                  <a:lnTo>
                    <a:pt x="0" y="1121664"/>
                  </a:lnTo>
                  <a:close/>
                </a:path>
              </a:pathLst>
            </a:custGeom>
            <a:blipFill>
              <a:blip r:embed="rId2">
                <a:alphaModFix amt="0"/>
              </a:blip>
              <a:stretch>
                <a:fillRect l="0" t="-123670" r="0" b="-123670"/>
              </a:stretch>
            </a:blipFill>
          </p:spPr>
        </p:sp>
        <p:sp>
          <p:nvSpPr>
            <p:cNvPr name="TextBox 46" id="46"/>
            <p:cNvSpPr txBox="true"/>
            <p:nvPr/>
          </p:nvSpPr>
          <p:spPr>
            <a:xfrm>
              <a:off x="0" y="-38100"/>
              <a:ext cx="9997440" cy="1159764"/>
            </a:xfrm>
            <a:prstGeom prst="rect">
              <a:avLst/>
            </a:prstGeom>
          </p:spPr>
          <p:txBody>
            <a:bodyPr anchor="ctr" rtlCol="false" tIns="0" lIns="0" bIns="0" rIns="0"/>
            <a:lstStyle/>
            <a:p>
              <a:pPr algn="l">
                <a:lnSpc>
                  <a:spcPts val="2280"/>
                </a:lnSpc>
              </a:pPr>
              <a:r>
                <a:rPr lang="en-US" sz="1900">
                  <a:solidFill>
                    <a:srgbClr val="E8E8F0"/>
                  </a:solidFill>
                  <a:latin typeface="Calibri (MS)"/>
                  <a:ea typeface="Calibri (MS)"/>
                  <a:cs typeface="Calibri (MS)"/>
                  <a:sym typeface="Calibri (MS)"/>
                </a:rPr>
                <a:t>🎨  Responsive UI design with HTML, CSS, JavaScript</a:t>
              </a:r>
            </a:p>
          </p:txBody>
        </p:sp>
      </p:grpSp>
      <p:grpSp>
        <p:nvGrpSpPr>
          <p:cNvPr name="Group 47" id="47"/>
          <p:cNvGrpSpPr/>
          <p:nvPr/>
        </p:nvGrpSpPr>
        <p:grpSpPr>
          <a:xfrm rot="0">
            <a:off x="544830" y="8500110"/>
            <a:ext cx="8054340" cy="848868"/>
            <a:chOff x="0" y="0"/>
            <a:chExt cx="10739120" cy="1131824"/>
          </a:xfrm>
        </p:grpSpPr>
        <p:sp>
          <p:nvSpPr>
            <p:cNvPr name="Freeform 48" id="48"/>
            <p:cNvSpPr/>
            <p:nvPr/>
          </p:nvSpPr>
          <p:spPr>
            <a:xfrm flipH="false" flipV="false" rot="0">
              <a:off x="5080" y="5080"/>
              <a:ext cx="10728960" cy="1121664"/>
            </a:xfrm>
            <a:custGeom>
              <a:avLst/>
              <a:gdLst/>
              <a:ahLst/>
              <a:cxnLst/>
              <a:rect r="r" b="b" t="t" l="l"/>
              <a:pathLst>
                <a:path h="1121664" w="10728960">
                  <a:moveTo>
                    <a:pt x="0" y="0"/>
                  </a:moveTo>
                  <a:lnTo>
                    <a:pt x="10728960" y="0"/>
                  </a:lnTo>
                  <a:lnTo>
                    <a:pt x="10728960" y="1121664"/>
                  </a:lnTo>
                  <a:lnTo>
                    <a:pt x="0" y="1121664"/>
                  </a:lnTo>
                  <a:close/>
                </a:path>
              </a:pathLst>
            </a:custGeom>
            <a:solidFill>
              <a:srgbClr val="13132A"/>
            </a:solidFill>
          </p:spPr>
        </p:sp>
        <p:sp>
          <p:nvSpPr>
            <p:cNvPr name="Freeform 49" id="49"/>
            <p:cNvSpPr/>
            <p:nvPr/>
          </p:nvSpPr>
          <p:spPr>
            <a:xfrm flipH="false" flipV="false" rot="0">
              <a:off x="0" y="0"/>
              <a:ext cx="10739120" cy="1131824"/>
            </a:xfrm>
            <a:custGeom>
              <a:avLst/>
              <a:gdLst/>
              <a:ahLst/>
              <a:cxnLst/>
              <a:rect r="r" b="b" t="t" l="l"/>
              <a:pathLst>
                <a:path h="1131824" w="10739120">
                  <a:moveTo>
                    <a:pt x="5080" y="0"/>
                  </a:moveTo>
                  <a:lnTo>
                    <a:pt x="10734040" y="0"/>
                  </a:lnTo>
                  <a:cubicBezTo>
                    <a:pt x="10736834" y="0"/>
                    <a:pt x="10739120" y="2286"/>
                    <a:pt x="10739120" y="5080"/>
                  </a:cubicBezTo>
                  <a:lnTo>
                    <a:pt x="10739120" y="1126744"/>
                  </a:lnTo>
                  <a:cubicBezTo>
                    <a:pt x="10739120" y="1129538"/>
                    <a:pt x="10736834" y="1131824"/>
                    <a:pt x="10734040" y="1131824"/>
                  </a:cubicBezTo>
                  <a:lnTo>
                    <a:pt x="5080" y="1131824"/>
                  </a:lnTo>
                  <a:cubicBezTo>
                    <a:pt x="2286" y="1131824"/>
                    <a:pt x="0" y="1129538"/>
                    <a:pt x="0" y="1126744"/>
                  </a:cubicBezTo>
                  <a:lnTo>
                    <a:pt x="0" y="5080"/>
                  </a:lnTo>
                  <a:cubicBezTo>
                    <a:pt x="0" y="2286"/>
                    <a:pt x="2286" y="0"/>
                    <a:pt x="5080" y="0"/>
                  </a:cubicBezTo>
                  <a:moveTo>
                    <a:pt x="5080" y="10160"/>
                  </a:moveTo>
                  <a:lnTo>
                    <a:pt x="5080" y="5080"/>
                  </a:lnTo>
                  <a:lnTo>
                    <a:pt x="10160" y="5080"/>
                  </a:lnTo>
                  <a:lnTo>
                    <a:pt x="10160" y="1126744"/>
                  </a:lnTo>
                  <a:lnTo>
                    <a:pt x="5080" y="1126744"/>
                  </a:lnTo>
                  <a:lnTo>
                    <a:pt x="5080" y="1121664"/>
                  </a:lnTo>
                  <a:lnTo>
                    <a:pt x="10734040" y="1121664"/>
                  </a:lnTo>
                  <a:lnTo>
                    <a:pt x="10734040" y="1126744"/>
                  </a:lnTo>
                  <a:lnTo>
                    <a:pt x="10728960" y="1126744"/>
                  </a:lnTo>
                  <a:lnTo>
                    <a:pt x="10728960" y="5080"/>
                  </a:lnTo>
                  <a:lnTo>
                    <a:pt x="10734040" y="5080"/>
                  </a:lnTo>
                  <a:lnTo>
                    <a:pt x="10734040" y="10160"/>
                  </a:lnTo>
                  <a:lnTo>
                    <a:pt x="5080" y="10160"/>
                  </a:lnTo>
                  <a:close/>
                </a:path>
              </a:pathLst>
            </a:custGeom>
            <a:solidFill>
              <a:srgbClr val="6AF7C4"/>
            </a:solidFill>
          </p:spPr>
        </p:sp>
      </p:grpSp>
      <p:grpSp>
        <p:nvGrpSpPr>
          <p:cNvPr name="Group 50" id="50"/>
          <p:cNvGrpSpPr/>
          <p:nvPr/>
        </p:nvGrpSpPr>
        <p:grpSpPr>
          <a:xfrm rot="0">
            <a:off x="822960" y="8503920"/>
            <a:ext cx="7498080" cy="841248"/>
            <a:chOff x="0" y="0"/>
            <a:chExt cx="9997440" cy="1121664"/>
          </a:xfrm>
        </p:grpSpPr>
        <p:sp>
          <p:nvSpPr>
            <p:cNvPr name="Freeform 51" id="51"/>
            <p:cNvSpPr/>
            <p:nvPr/>
          </p:nvSpPr>
          <p:spPr>
            <a:xfrm flipH="false" flipV="false" rot="0">
              <a:off x="0" y="0"/>
              <a:ext cx="9997440" cy="1121664"/>
            </a:xfrm>
            <a:custGeom>
              <a:avLst/>
              <a:gdLst/>
              <a:ahLst/>
              <a:cxnLst/>
              <a:rect r="r" b="b" t="t" l="l"/>
              <a:pathLst>
                <a:path h="1121664" w="9997440">
                  <a:moveTo>
                    <a:pt x="0" y="0"/>
                  </a:moveTo>
                  <a:lnTo>
                    <a:pt x="9997440" y="0"/>
                  </a:lnTo>
                  <a:lnTo>
                    <a:pt x="9997440" y="1121664"/>
                  </a:lnTo>
                  <a:lnTo>
                    <a:pt x="0" y="1121664"/>
                  </a:lnTo>
                  <a:close/>
                </a:path>
              </a:pathLst>
            </a:custGeom>
            <a:blipFill>
              <a:blip r:embed="rId2">
                <a:alphaModFix amt="0"/>
              </a:blip>
              <a:stretch>
                <a:fillRect l="0" t="-123670" r="0" b="-123670"/>
              </a:stretch>
            </a:blipFill>
          </p:spPr>
        </p:sp>
        <p:sp>
          <p:nvSpPr>
            <p:cNvPr name="TextBox 52" id="52"/>
            <p:cNvSpPr txBox="true"/>
            <p:nvPr/>
          </p:nvSpPr>
          <p:spPr>
            <a:xfrm>
              <a:off x="0" y="-38100"/>
              <a:ext cx="9997440" cy="1159764"/>
            </a:xfrm>
            <a:prstGeom prst="rect">
              <a:avLst/>
            </a:prstGeom>
          </p:spPr>
          <p:txBody>
            <a:bodyPr anchor="ctr" rtlCol="false" tIns="0" lIns="0" bIns="0" rIns="0"/>
            <a:lstStyle/>
            <a:p>
              <a:pPr algn="l">
                <a:lnSpc>
                  <a:spcPts val="2280"/>
                </a:lnSpc>
              </a:pPr>
              <a:r>
                <a:rPr lang="en-US" sz="1900">
                  <a:solidFill>
                    <a:srgbClr val="E8E8F0"/>
                  </a:solidFill>
                  <a:latin typeface="Calibri (MS)"/>
                  <a:ea typeface="Calibri (MS)"/>
                  <a:cs typeface="Calibri (MS)"/>
                  <a:sym typeface="Calibri (MS)"/>
                </a:rPr>
                <a:t>🚀  Building production-ready applications from scratch</a:t>
              </a:r>
            </a:p>
          </p:txBody>
        </p:sp>
      </p:grpSp>
      <p:grpSp>
        <p:nvGrpSpPr>
          <p:cNvPr name="Group 53" id="53"/>
          <p:cNvGrpSpPr/>
          <p:nvPr/>
        </p:nvGrpSpPr>
        <p:grpSpPr>
          <a:xfrm rot="0">
            <a:off x="9679943" y="2821943"/>
            <a:ext cx="8072123" cy="756923"/>
            <a:chOff x="0" y="0"/>
            <a:chExt cx="10762831" cy="1009231"/>
          </a:xfrm>
        </p:grpSpPr>
        <p:sp>
          <p:nvSpPr>
            <p:cNvPr name="Freeform 54" id="54"/>
            <p:cNvSpPr/>
            <p:nvPr/>
          </p:nvSpPr>
          <p:spPr>
            <a:xfrm flipH="false" flipV="false" rot="0">
              <a:off x="16891" y="16891"/>
              <a:ext cx="10728960" cy="975360"/>
            </a:xfrm>
            <a:custGeom>
              <a:avLst/>
              <a:gdLst/>
              <a:ahLst/>
              <a:cxnLst/>
              <a:rect r="r" b="b" t="t" l="l"/>
              <a:pathLst>
                <a:path h="975360" w="10728960">
                  <a:moveTo>
                    <a:pt x="0" y="0"/>
                  </a:moveTo>
                  <a:lnTo>
                    <a:pt x="10728960" y="0"/>
                  </a:lnTo>
                  <a:lnTo>
                    <a:pt x="10728960" y="975360"/>
                  </a:lnTo>
                  <a:lnTo>
                    <a:pt x="0" y="975360"/>
                  </a:lnTo>
                  <a:close/>
                </a:path>
              </a:pathLst>
            </a:custGeom>
            <a:solidFill>
              <a:srgbClr val="F76A6A">
                <a:alpha val="63922"/>
              </a:srgbClr>
            </a:solidFill>
          </p:spPr>
        </p:sp>
        <p:sp>
          <p:nvSpPr>
            <p:cNvPr name="Freeform 55" id="55"/>
            <p:cNvSpPr/>
            <p:nvPr/>
          </p:nvSpPr>
          <p:spPr>
            <a:xfrm flipH="false" flipV="false" rot="0">
              <a:off x="0" y="0"/>
              <a:ext cx="10762742" cy="1009144"/>
            </a:xfrm>
            <a:custGeom>
              <a:avLst/>
              <a:gdLst/>
              <a:ahLst/>
              <a:cxnLst/>
              <a:rect r="r" b="b" t="t" l="l"/>
              <a:pathLst>
                <a:path h="1009144" w="10762742">
                  <a:moveTo>
                    <a:pt x="16891" y="0"/>
                  </a:moveTo>
                  <a:lnTo>
                    <a:pt x="10745851" y="0"/>
                  </a:lnTo>
                  <a:cubicBezTo>
                    <a:pt x="10755249" y="0"/>
                    <a:pt x="10762742" y="7620"/>
                    <a:pt x="10762742" y="16891"/>
                  </a:cubicBezTo>
                  <a:lnTo>
                    <a:pt x="10762742" y="992251"/>
                  </a:lnTo>
                  <a:cubicBezTo>
                    <a:pt x="10762742" y="1001649"/>
                    <a:pt x="10755122" y="1009142"/>
                    <a:pt x="10745851" y="1009142"/>
                  </a:cubicBezTo>
                  <a:lnTo>
                    <a:pt x="16891" y="1009142"/>
                  </a:lnTo>
                  <a:cubicBezTo>
                    <a:pt x="7620" y="1009269"/>
                    <a:pt x="0" y="1001649"/>
                    <a:pt x="0" y="992251"/>
                  </a:cubicBezTo>
                  <a:lnTo>
                    <a:pt x="0" y="16891"/>
                  </a:lnTo>
                  <a:cubicBezTo>
                    <a:pt x="0" y="7620"/>
                    <a:pt x="7620" y="0"/>
                    <a:pt x="16891" y="0"/>
                  </a:cubicBezTo>
                  <a:moveTo>
                    <a:pt x="16891" y="33909"/>
                  </a:moveTo>
                  <a:lnTo>
                    <a:pt x="16891" y="16891"/>
                  </a:lnTo>
                  <a:lnTo>
                    <a:pt x="33909" y="16891"/>
                  </a:lnTo>
                  <a:lnTo>
                    <a:pt x="33909" y="992251"/>
                  </a:lnTo>
                  <a:lnTo>
                    <a:pt x="16891" y="992251"/>
                  </a:lnTo>
                  <a:lnTo>
                    <a:pt x="16891" y="975360"/>
                  </a:lnTo>
                  <a:lnTo>
                    <a:pt x="10745851" y="975360"/>
                  </a:lnTo>
                  <a:lnTo>
                    <a:pt x="10745851" y="992251"/>
                  </a:lnTo>
                  <a:lnTo>
                    <a:pt x="10728960" y="992251"/>
                  </a:lnTo>
                  <a:lnTo>
                    <a:pt x="10728960" y="16891"/>
                  </a:lnTo>
                  <a:lnTo>
                    <a:pt x="10745851" y="16891"/>
                  </a:lnTo>
                  <a:lnTo>
                    <a:pt x="10745851" y="33909"/>
                  </a:lnTo>
                  <a:lnTo>
                    <a:pt x="16891" y="33909"/>
                  </a:lnTo>
                  <a:close/>
                </a:path>
              </a:pathLst>
            </a:custGeom>
            <a:solidFill>
              <a:srgbClr val="F76A6A"/>
            </a:solidFill>
          </p:spPr>
        </p:sp>
      </p:grpSp>
      <p:grpSp>
        <p:nvGrpSpPr>
          <p:cNvPr name="Group 56" id="56"/>
          <p:cNvGrpSpPr/>
          <p:nvPr/>
        </p:nvGrpSpPr>
        <p:grpSpPr>
          <a:xfrm rot="0">
            <a:off x="9692640" y="2834640"/>
            <a:ext cx="8046720" cy="731520"/>
            <a:chOff x="0" y="0"/>
            <a:chExt cx="10728960" cy="975360"/>
          </a:xfrm>
        </p:grpSpPr>
        <p:sp>
          <p:nvSpPr>
            <p:cNvPr name="Freeform 57" id="57"/>
            <p:cNvSpPr/>
            <p:nvPr/>
          </p:nvSpPr>
          <p:spPr>
            <a:xfrm flipH="false" flipV="false" rot="0">
              <a:off x="0" y="0"/>
              <a:ext cx="10728960" cy="975360"/>
            </a:xfrm>
            <a:custGeom>
              <a:avLst/>
              <a:gdLst/>
              <a:ahLst/>
              <a:cxnLst/>
              <a:rect r="r" b="b" t="t" l="l"/>
              <a:pathLst>
                <a:path h="975360" w="10728960">
                  <a:moveTo>
                    <a:pt x="0" y="0"/>
                  </a:moveTo>
                  <a:lnTo>
                    <a:pt x="10728960" y="0"/>
                  </a:lnTo>
                  <a:lnTo>
                    <a:pt x="10728960" y="975360"/>
                  </a:lnTo>
                  <a:lnTo>
                    <a:pt x="0" y="975360"/>
                  </a:lnTo>
                  <a:close/>
                </a:path>
              </a:pathLst>
            </a:custGeom>
            <a:blipFill>
              <a:blip r:embed="rId2">
                <a:alphaModFix amt="0"/>
              </a:blip>
              <a:stretch>
                <a:fillRect l="0" t="-164335" r="0" b="-164335"/>
              </a:stretch>
            </a:blipFill>
          </p:spPr>
        </p:sp>
        <p:sp>
          <p:nvSpPr>
            <p:cNvPr name="TextBox 58" id="58"/>
            <p:cNvSpPr txBox="true"/>
            <p:nvPr/>
          </p:nvSpPr>
          <p:spPr>
            <a:xfrm>
              <a:off x="0" y="-9525"/>
              <a:ext cx="10728960" cy="984885"/>
            </a:xfrm>
            <a:prstGeom prst="rect">
              <a:avLst/>
            </a:prstGeom>
          </p:spPr>
          <p:txBody>
            <a:bodyPr anchor="ctr" rtlCol="false" tIns="0" lIns="0" bIns="0" rIns="0"/>
            <a:lstStyle/>
            <a:p>
              <a:pPr algn="ctr">
                <a:lnSpc>
                  <a:spcPts val="2879"/>
                </a:lnSpc>
              </a:pPr>
              <a:r>
                <a:rPr lang="en-US" sz="2400" b="true">
                  <a:solidFill>
                    <a:srgbClr val="F76A6A"/>
                  </a:solidFill>
                  <a:latin typeface="Arial Bold"/>
                  <a:ea typeface="Arial Bold"/>
                  <a:cs typeface="Arial Bold"/>
                  <a:sym typeface="Arial Bold"/>
                </a:rPr>
                <a:t>⚔️  Challenges Faced</a:t>
              </a:r>
            </a:p>
          </p:txBody>
        </p:sp>
      </p:grpSp>
      <p:grpSp>
        <p:nvGrpSpPr>
          <p:cNvPr name="Group 59" id="59"/>
          <p:cNvGrpSpPr/>
          <p:nvPr/>
        </p:nvGrpSpPr>
        <p:grpSpPr>
          <a:xfrm rot="0">
            <a:off x="9688830" y="3745230"/>
            <a:ext cx="8054340" cy="848868"/>
            <a:chOff x="0" y="0"/>
            <a:chExt cx="10739120" cy="1131824"/>
          </a:xfrm>
        </p:grpSpPr>
        <p:sp>
          <p:nvSpPr>
            <p:cNvPr name="Freeform 60" id="60"/>
            <p:cNvSpPr/>
            <p:nvPr/>
          </p:nvSpPr>
          <p:spPr>
            <a:xfrm flipH="false" flipV="false" rot="0">
              <a:off x="5080" y="5080"/>
              <a:ext cx="10728960" cy="1121664"/>
            </a:xfrm>
            <a:custGeom>
              <a:avLst/>
              <a:gdLst/>
              <a:ahLst/>
              <a:cxnLst/>
              <a:rect r="r" b="b" t="t" l="l"/>
              <a:pathLst>
                <a:path h="1121664" w="10728960">
                  <a:moveTo>
                    <a:pt x="0" y="0"/>
                  </a:moveTo>
                  <a:lnTo>
                    <a:pt x="10728960" y="0"/>
                  </a:lnTo>
                  <a:lnTo>
                    <a:pt x="10728960" y="1121664"/>
                  </a:lnTo>
                  <a:lnTo>
                    <a:pt x="0" y="1121664"/>
                  </a:lnTo>
                  <a:close/>
                </a:path>
              </a:pathLst>
            </a:custGeom>
            <a:solidFill>
              <a:srgbClr val="1A1A35"/>
            </a:solidFill>
          </p:spPr>
        </p:sp>
        <p:sp>
          <p:nvSpPr>
            <p:cNvPr name="Freeform 61" id="61"/>
            <p:cNvSpPr/>
            <p:nvPr/>
          </p:nvSpPr>
          <p:spPr>
            <a:xfrm flipH="false" flipV="false" rot="0">
              <a:off x="0" y="0"/>
              <a:ext cx="10739120" cy="1131824"/>
            </a:xfrm>
            <a:custGeom>
              <a:avLst/>
              <a:gdLst/>
              <a:ahLst/>
              <a:cxnLst/>
              <a:rect r="r" b="b" t="t" l="l"/>
              <a:pathLst>
                <a:path h="1131824" w="10739120">
                  <a:moveTo>
                    <a:pt x="5080" y="0"/>
                  </a:moveTo>
                  <a:lnTo>
                    <a:pt x="10734040" y="0"/>
                  </a:lnTo>
                  <a:cubicBezTo>
                    <a:pt x="10736834" y="0"/>
                    <a:pt x="10739120" y="2286"/>
                    <a:pt x="10739120" y="5080"/>
                  </a:cubicBezTo>
                  <a:lnTo>
                    <a:pt x="10739120" y="1126744"/>
                  </a:lnTo>
                  <a:cubicBezTo>
                    <a:pt x="10739120" y="1129538"/>
                    <a:pt x="10736834" y="1131824"/>
                    <a:pt x="10734040" y="1131824"/>
                  </a:cubicBezTo>
                  <a:lnTo>
                    <a:pt x="5080" y="1131824"/>
                  </a:lnTo>
                  <a:cubicBezTo>
                    <a:pt x="2286" y="1131824"/>
                    <a:pt x="0" y="1129538"/>
                    <a:pt x="0" y="1126744"/>
                  </a:cubicBezTo>
                  <a:lnTo>
                    <a:pt x="0" y="5080"/>
                  </a:lnTo>
                  <a:cubicBezTo>
                    <a:pt x="0" y="2286"/>
                    <a:pt x="2286" y="0"/>
                    <a:pt x="5080" y="0"/>
                  </a:cubicBezTo>
                  <a:moveTo>
                    <a:pt x="5080" y="10160"/>
                  </a:moveTo>
                  <a:lnTo>
                    <a:pt x="5080" y="5080"/>
                  </a:lnTo>
                  <a:lnTo>
                    <a:pt x="10160" y="5080"/>
                  </a:lnTo>
                  <a:lnTo>
                    <a:pt x="10160" y="1126744"/>
                  </a:lnTo>
                  <a:lnTo>
                    <a:pt x="5080" y="1126744"/>
                  </a:lnTo>
                  <a:lnTo>
                    <a:pt x="5080" y="1121664"/>
                  </a:lnTo>
                  <a:lnTo>
                    <a:pt x="10734040" y="1121664"/>
                  </a:lnTo>
                  <a:lnTo>
                    <a:pt x="10734040" y="1126744"/>
                  </a:lnTo>
                  <a:lnTo>
                    <a:pt x="10728960" y="1126744"/>
                  </a:lnTo>
                  <a:lnTo>
                    <a:pt x="10728960" y="5080"/>
                  </a:lnTo>
                  <a:lnTo>
                    <a:pt x="10734040" y="5080"/>
                  </a:lnTo>
                  <a:lnTo>
                    <a:pt x="10734040" y="10160"/>
                  </a:lnTo>
                  <a:lnTo>
                    <a:pt x="5080" y="10160"/>
                  </a:lnTo>
                  <a:close/>
                </a:path>
              </a:pathLst>
            </a:custGeom>
            <a:solidFill>
              <a:srgbClr val="F76A6A"/>
            </a:solidFill>
          </p:spPr>
        </p:sp>
      </p:grpSp>
      <p:grpSp>
        <p:nvGrpSpPr>
          <p:cNvPr name="Group 62" id="62"/>
          <p:cNvGrpSpPr/>
          <p:nvPr/>
        </p:nvGrpSpPr>
        <p:grpSpPr>
          <a:xfrm rot="0">
            <a:off x="9966960" y="3749040"/>
            <a:ext cx="7498080" cy="841248"/>
            <a:chOff x="0" y="0"/>
            <a:chExt cx="9997440" cy="1121664"/>
          </a:xfrm>
        </p:grpSpPr>
        <p:sp>
          <p:nvSpPr>
            <p:cNvPr name="Freeform 63" id="63"/>
            <p:cNvSpPr/>
            <p:nvPr/>
          </p:nvSpPr>
          <p:spPr>
            <a:xfrm flipH="false" flipV="false" rot="0">
              <a:off x="0" y="0"/>
              <a:ext cx="9997440" cy="1121664"/>
            </a:xfrm>
            <a:custGeom>
              <a:avLst/>
              <a:gdLst/>
              <a:ahLst/>
              <a:cxnLst/>
              <a:rect r="r" b="b" t="t" l="l"/>
              <a:pathLst>
                <a:path h="1121664" w="9997440">
                  <a:moveTo>
                    <a:pt x="0" y="0"/>
                  </a:moveTo>
                  <a:lnTo>
                    <a:pt x="9997440" y="0"/>
                  </a:lnTo>
                  <a:lnTo>
                    <a:pt x="9997440" y="1121664"/>
                  </a:lnTo>
                  <a:lnTo>
                    <a:pt x="0" y="1121664"/>
                  </a:lnTo>
                  <a:close/>
                </a:path>
              </a:pathLst>
            </a:custGeom>
            <a:blipFill>
              <a:blip r:embed="rId2">
                <a:alphaModFix amt="0"/>
              </a:blip>
              <a:stretch>
                <a:fillRect l="0" t="-123670" r="0" b="-123670"/>
              </a:stretch>
            </a:blipFill>
          </p:spPr>
        </p:sp>
        <p:sp>
          <p:nvSpPr>
            <p:cNvPr name="TextBox 64" id="64"/>
            <p:cNvSpPr txBox="true"/>
            <p:nvPr/>
          </p:nvSpPr>
          <p:spPr>
            <a:xfrm>
              <a:off x="0" y="-38100"/>
              <a:ext cx="9997440" cy="1159764"/>
            </a:xfrm>
            <a:prstGeom prst="rect">
              <a:avLst/>
            </a:prstGeom>
          </p:spPr>
          <p:txBody>
            <a:bodyPr anchor="ctr" rtlCol="false" tIns="0" lIns="0" bIns="0" rIns="0"/>
            <a:lstStyle/>
            <a:p>
              <a:pPr algn="l">
                <a:lnSpc>
                  <a:spcPts val="2280"/>
                </a:lnSpc>
              </a:pPr>
              <a:r>
                <a:rPr lang="en-US" sz="1900">
                  <a:solidFill>
                    <a:srgbClr val="8888A8"/>
                  </a:solidFill>
                  <a:latin typeface="Calibri (MS)"/>
                  <a:ea typeface="Calibri (MS)"/>
                  <a:cs typeface="Calibri (MS)"/>
                  <a:sym typeface="Calibri (MS)"/>
                </a:rPr>
                <a:t>🔒  SSL certificate errors with Python 3.14 on Mac</a:t>
              </a:r>
            </a:p>
          </p:txBody>
        </p:sp>
      </p:grpSp>
      <p:grpSp>
        <p:nvGrpSpPr>
          <p:cNvPr name="Group 65" id="65"/>
          <p:cNvGrpSpPr/>
          <p:nvPr/>
        </p:nvGrpSpPr>
        <p:grpSpPr>
          <a:xfrm rot="0">
            <a:off x="9688830" y="4696206"/>
            <a:ext cx="8054340" cy="848868"/>
            <a:chOff x="0" y="0"/>
            <a:chExt cx="10739120" cy="1131824"/>
          </a:xfrm>
        </p:grpSpPr>
        <p:sp>
          <p:nvSpPr>
            <p:cNvPr name="Freeform 66" id="66"/>
            <p:cNvSpPr/>
            <p:nvPr/>
          </p:nvSpPr>
          <p:spPr>
            <a:xfrm flipH="false" flipV="false" rot="0">
              <a:off x="5080" y="5080"/>
              <a:ext cx="10728960" cy="1121664"/>
            </a:xfrm>
            <a:custGeom>
              <a:avLst/>
              <a:gdLst/>
              <a:ahLst/>
              <a:cxnLst/>
              <a:rect r="r" b="b" t="t" l="l"/>
              <a:pathLst>
                <a:path h="1121664" w="10728960">
                  <a:moveTo>
                    <a:pt x="0" y="0"/>
                  </a:moveTo>
                  <a:lnTo>
                    <a:pt x="10728960" y="0"/>
                  </a:lnTo>
                  <a:lnTo>
                    <a:pt x="10728960" y="1121664"/>
                  </a:lnTo>
                  <a:lnTo>
                    <a:pt x="0" y="1121664"/>
                  </a:lnTo>
                  <a:close/>
                </a:path>
              </a:pathLst>
            </a:custGeom>
            <a:solidFill>
              <a:srgbClr val="13132A"/>
            </a:solidFill>
          </p:spPr>
        </p:sp>
        <p:sp>
          <p:nvSpPr>
            <p:cNvPr name="Freeform 67" id="67"/>
            <p:cNvSpPr/>
            <p:nvPr/>
          </p:nvSpPr>
          <p:spPr>
            <a:xfrm flipH="false" flipV="false" rot="0">
              <a:off x="0" y="0"/>
              <a:ext cx="10739120" cy="1131824"/>
            </a:xfrm>
            <a:custGeom>
              <a:avLst/>
              <a:gdLst/>
              <a:ahLst/>
              <a:cxnLst/>
              <a:rect r="r" b="b" t="t" l="l"/>
              <a:pathLst>
                <a:path h="1131824" w="10739120">
                  <a:moveTo>
                    <a:pt x="5080" y="0"/>
                  </a:moveTo>
                  <a:lnTo>
                    <a:pt x="10734040" y="0"/>
                  </a:lnTo>
                  <a:cubicBezTo>
                    <a:pt x="10736834" y="0"/>
                    <a:pt x="10739120" y="2286"/>
                    <a:pt x="10739120" y="5080"/>
                  </a:cubicBezTo>
                  <a:lnTo>
                    <a:pt x="10739120" y="1126744"/>
                  </a:lnTo>
                  <a:cubicBezTo>
                    <a:pt x="10739120" y="1129538"/>
                    <a:pt x="10736834" y="1131824"/>
                    <a:pt x="10734040" y="1131824"/>
                  </a:cubicBezTo>
                  <a:lnTo>
                    <a:pt x="5080" y="1131824"/>
                  </a:lnTo>
                  <a:cubicBezTo>
                    <a:pt x="2286" y="1131824"/>
                    <a:pt x="0" y="1129538"/>
                    <a:pt x="0" y="1126744"/>
                  </a:cubicBezTo>
                  <a:lnTo>
                    <a:pt x="0" y="5080"/>
                  </a:lnTo>
                  <a:cubicBezTo>
                    <a:pt x="0" y="2286"/>
                    <a:pt x="2286" y="0"/>
                    <a:pt x="5080" y="0"/>
                  </a:cubicBezTo>
                  <a:moveTo>
                    <a:pt x="5080" y="10160"/>
                  </a:moveTo>
                  <a:lnTo>
                    <a:pt x="5080" y="5080"/>
                  </a:lnTo>
                  <a:lnTo>
                    <a:pt x="10160" y="5080"/>
                  </a:lnTo>
                  <a:lnTo>
                    <a:pt x="10160" y="1126744"/>
                  </a:lnTo>
                  <a:lnTo>
                    <a:pt x="5080" y="1126744"/>
                  </a:lnTo>
                  <a:lnTo>
                    <a:pt x="5080" y="1121664"/>
                  </a:lnTo>
                  <a:lnTo>
                    <a:pt x="10734040" y="1121664"/>
                  </a:lnTo>
                  <a:lnTo>
                    <a:pt x="10734040" y="1126744"/>
                  </a:lnTo>
                  <a:lnTo>
                    <a:pt x="10728960" y="1126744"/>
                  </a:lnTo>
                  <a:lnTo>
                    <a:pt x="10728960" y="5080"/>
                  </a:lnTo>
                  <a:lnTo>
                    <a:pt x="10734040" y="5080"/>
                  </a:lnTo>
                  <a:lnTo>
                    <a:pt x="10734040" y="10160"/>
                  </a:lnTo>
                  <a:lnTo>
                    <a:pt x="5080" y="10160"/>
                  </a:lnTo>
                  <a:close/>
                </a:path>
              </a:pathLst>
            </a:custGeom>
            <a:solidFill>
              <a:srgbClr val="F76A6A"/>
            </a:solidFill>
          </p:spPr>
        </p:sp>
      </p:grpSp>
      <p:grpSp>
        <p:nvGrpSpPr>
          <p:cNvPr name="Group 68" id="68"/>
          <p:cNvGrpSpPr/>
          <p:nvPr/>
        </p:nvGrpSpPr>
        <p:grpSpPr>
          <a:xfrm rot="0">
            <a:off x="9966960" y="4700016"/>
            <a:ext cx="7498080" cy="841248"/>
            <a:chOff x="0" y="0"/>
            <a:chExt cx="9997440" cy="1121664"/>
          </a:xfrm>
        </p:grpSpPr>
        <p:sp>
          <p:nvSpPr>
            <p:cNvPr name="Freeform 69" id="69"/>
            <p:cNvSpPr/>
            <p:nvPr/>
          </p:nvSpPr>
          <p:spPr>
            <a:xfrm flipH="false" flipV="false" rot="0">
              <a:off x="0" y="0"/>
              <a:ext cx="9997440" cy="1121664"/>
            </a:xfrm>
            <a:custGeom>
              <a:avLst/>
              <a:gdLst/>
              <a:ahLst/>
              <a:cxnLst/>
              <a:rect r="r" b="b" t="t" l="l"/>
              <a:pathLst>
                <a:path h="1121664" w="9997440">
                  <a:moveTo>
                    <a:pt x="0" y="0"/>
                  </a:moveTo>
                  <a:lnTo>
                    <a:pt x="9997440" y="0"/>
                  </a:lnTo>
                  <a:lnTo>
                    <a:pt x="9997440" y="1121664"/>
                  </a:lnTo>
                  <a:lnTo>
                    <a:pt x="0" y="1121664"/>
                  </a:lnTo>
                  <a:close/>
                </a:path>
              </a:pathLst>
            </a:custGeom>
            <a:blipFill>
              <a:blip r:embed="rId2">
                <a:alphaModFix amt="0"/>
              </a:blip>
              <a:stretch>
                <a:fillRect l="0" t="-123670" r="0" b="-123670"/>
              </a:stretch>
            </a:blipFill>
          </p:spPr>
        </p:sp>
        <p:sp>
          <p:nvSpPr>
            <p:cNvPr name="TextBox 70" id="70"/>
            <p:cNvSpPr txBox="true"/>
            <p:nvPr/>
          </p:nvSpPr>
          <p:spPr>
            <a:xfrm>
              <a:off x="0" y="-38100"/>
              <a:ext cx="9997440" cy="1159764"/>
            </a:xfrm>
            <a:prstGeom prst="rect">
              <a:avLst/>
            </a:prstGeom>
          </p:spPr>
          <p:txBody>
            <a:bodyPr anchor="ctr" rtlCol="false" tIns="0" lIns="0" bIns="0" rIns="0"/>
            <a:lstStyle/>
            <a:p>
              <a:pPr algn="l">
                <a:lnSpc>
                  <a:spcPts val="2280"/>
                </a:lnSpc>
              </a:pPr>
              <a:r>
                <a:rPr lang="en-US" sz="1900">
                  <a:solidFill>
                    <a:srgbClr val="8888A8"/>
                  </a:solidFill>
                  <a:latin typeface="Calibri (MS)"/>
                  <a:ea typeface="Calibri (MS)"/>
                  <a:cs typeface="Calibri (MS)"/>
                  <a:sym typeface="Calibri (MS)"/>
                </a:rPr>
                <a:t>🗄️  Django 6.0 migration issues with new project setup</a:t>
              </a:r>
            </a:p>
          </p:txBody>
        </p:sp>
      </p:grpSp>
      <p:grpSp>
        <p:nvGrpSpPr>
          <p:cNvPr name="Group 71" id="71"/>
          <p:cNvGrpSpPr/>
          <p:nvPr/>
        </p:nvGrpSpPr>
        <p:grpSpPr>
          <a:xfrm rot="0">
            <a:off x="9688830" y="5647182"/>
            <a:ext cx="8054340" cy="848868"/>
            <a:chOff x="0" y="0"/>
            <a:chExt cx="10739120" cy="1131824"/>
          </a:xfrm>
        </p:grpSpPr>
        <p:sp>
          <p:nvSpPr>
            <p:cNvPr name="Freeform 72" id="72"/>
            <p:cNvSpPr/>
            <p:nvPr/>
          </p:nvSpPr>
          <p:spPr>
            <a:xfrm flipH="false" flipV="false" rot="0">
              <a:off x="5080" y="5080"/>
              <a:ext cx="10728960" cy="1121664"/>
            </a:xfrm>
            <a:custGeom>
              <a:avLst/>
              <a:gdLst/>
              <a:ahLst/>
              <a:cxnLst/>
              <a:rect r="r" b="b" t="t" l="l"/>
              <a:pathLst>
                <a:path h="1121664" w="10728960">
                  <a:moveTo>
                    <a:pt x="0" y="0"/>
                  </a:moveTo>
                  <a:lnTo>
                    <a:pt x="10728960" y="0"/>
                  </a:lnTo>
                  <a:lnTo>
                    <a:pt x="10728960" y="1121664"/>
                  </a:lnTo>
                  <a:lnTo>
                    <a:pt x="0" y="1121664"/>
                  </a:lnTo>
                  <a:close/>
                </a:path>
              </a:pathLst>
            </a:custGeom>
            <a:solidFill>
              <a:srgbClr val="1A1A35"/>
            </a:solidFill>
          </p:spPr>
        </p:sp>
        <p:sp>
          <p:nvSpPr>
            <p:cNvPr name="Freeform 73" id="73"/>
            <p:cNvSpPr/>
            <p:nvPr/>
          </p:nvSpPr>
          <p:spPr>
            <a:xfrm flipH="false" flipV="false" rot="0">
              <a:off x="0" y="0"/>
              <a:ext cx="10739120" cy="1131824"/>
            </a:xfrm>
            <a:custGeom>
              <a:avLst/>
              <a:gdLst/>
              <a:ahLst/>
              <a:cxnLst/>
              <a:rect r="r" b="b" t="t" l="l"/>
              <a:pathLst>
                <a:path h="1131824" w="10739120">
                  <a:moveTo>
                    <a:pt x="5080" y="0"/>
                  </a:moveTo>
                  <a:lnTo>
                    <a:pt x="10734040" y="0"/>
                  </a:lnTo>
                  <a:cubicBezTo>
                    <a:pt x="10736834" y="0"/>
                    <a:pt x="10739120" y="2286"/>
                    <a:pt x="10739120" y="5080"/>
                  </a:cubicBezTo>
                  <a:lnTo>
                    <a:pt x="10739120" y="1126744"/>
                  </a:lnTo>
                  <a:cubicBezTo>
                    <a:pt x="10739120" y="1129538"/>
                    <a:pt x="10736834" y="1131824"/>
                    <a:pt x="10734040" y="1131824"/>
                  </a:cubicBezTo>
                  <a:lnTo>
                    <a:pt x="5080" y="1131824"/>
                  </a:lnTo>
                  <a:cubicBezTo>
                    <a:pt x="2286" y="1131824"/>
                    <a:pt x="0" y="1129538"/>
                    <a:pt x="0" y="1126744"/>
                  </a:cubicBezTo>
                  <a:lnTo>
                    <a:pt x="0" y="5080"/>
                  </a:lnTo>
                  <a:cubicBezTo>
                    <a:pt x="0" y="2286"/>
                    <a:pt x="2286" y="0"/>
                    <a:pt x="5080" y="0"/>
                  </a:cubicBezTo>
                  <a:moveTo>
                    <a:pt x="5080" y="10160"/>
                  </a:moveTo>
                  <a:lnTo>
                    <a:pt x="5080" y="5080"/>
                  </a:lnTo>
                  <a:lnTo>
                    <a:pt x="10160" y="5080"/>
                  </a:lnTo>
                  <a:lnTo>
                    <a:pt x="10160" y="1126744"/>
                  </a:lnTo>
                  <a:lnTo>
                    <a:pt x="5080" y="1126744"/>
                  </a:lnTo>
                  <a:lnTo>
                    <a:pt x="5080" y="1121664"/>
                  </a:lnTo>
                  <a:lnTo>
                    <a:pt x="10734040" y="1121664"/>
                  </a:lnTo>
                  <a:lnTo>
                    <a:pt x="10734040" y="1126744"/>
                  </a:lnTo>
                  <a:lnTo>
                    <a:pt x="10728960" y="1126744"/>
                  </a:lnTo>
                  <a:lnTo>
                    <a:pt x="10728960" y="5080"/>
                  </a:lnTo>
                  <a:lnTo>
                    <a:pt x="10734040" y="5080"/>
                  </a:lnTo>
                  <a:lnTo>
                    <a:pt x="10734040" y="10160"/>
                  </a:lnTo>
                  <a:lnTo>
                    <a:pt x="5080" y="10160"/>
                  </a:lnTo>
                  <a:close/>
                </a:path>
              </a:pathLst>
            </a:custGeom>
            <a:solidFill>
              <a:srgbClr val="F76A6A"/>
            </a:solidFill>
          </p:spPr>
        </p:sp>
      </p:grpSp>
      <p:grpSp>
        <p:nvGrpSpPr>
          <p:cNvPr name="Group 74" id="74"/>
          <p:cNvGrpSpPr/>
          <p:nvPr/>
        </p:nvGrpSpPr>
        <p:grpSpPr>
          <a:xfrm rot="0">
            <a:off x="9966960" y="5650992"/>
            <a:ext cx="7498080" cy="841248"/>
            <a:chOff x="0" y="0"/>
            <a:chExt cx="9997440" cy="1121664"/>
          </a:xfrm>
        </p:grpSpPr>
        <p:sp>
          <p:nvSpPr>
            <p:cNvPr name="Freeform 75" id="75"/>
            <p:cNvSpPr/>
            <p:nvPr/>
          </p:nvSpPr>
          <p:spPr>
            <a:xfrm flipH="false" flipV="false" rot="0">
              <a:off x="0" y="0"/>
              <a:ext cx="9997440" cy="1121664"/>
            </a:xfrm>
            <a:custGeom>
              <a:avLst/>
              <a:gdLst/>
              <a:ahLst/>
              <a:cxnLst/>
              <a:rect r="r" b="b" t="t" l="l"/>
              <a:pathLst>
                <a:path h="1121664" w="9997440">
                  <a:moveTo>
                    <a:pt x="0" y="0"/>
                  </a:moveTo>
                  <a:lnTo>
                    <a:pt x="9997440" y="0"/>
                  </a:lnTo>
                  <a:lnTo>
                    <a:pt x="9997440" y="1121664"/>
                  </a:lnTo>
                  <a:lnTo>
                    <a:pt x="0" y="1121664"/>
                  </a:lnTo>
                  <a:close/>
                </a:path>
              </a:pathLst>
            </a:custGeom>
            <a:blipFill>
              <a:blip r:embed="rId2">
                <a:alphaModFix amt="0"/>
              </a:blip>
              <a:stretch>
                <a:fillRect l="0" t="-123670" r="0" b="-123670"/>
              </a:stretch>
            </a:blipFill>
          </p:spPr>
        </p:sp>
        <p:sp>
          <p:nvSpPr>
            <p:cNvPr name="TextBox 76" id="76"/>
            <p:cNvSpPr txBox="true"/>
            <p:nvPr/>
          </p:nvSpPr>
          <p:spPr>
            <a:xfrm>
              <a:off x="0" y="-38100"/>
              <a:ext cx="9997440" cy="1159764"/>
            </a:xfrm>
            <a:prstGeom prst="rect">
              <a:avLst/>
            </a:prstGeom>
          </p:spPr>
          <p:txBody>
            <a:bodyPr anchor="ctr" rtlCol="false" tIns="0" lIns="0" bIns="0" rIns="0"/>
            <a:lstStyle/>
            <a:p>
              <a:pPr algn="l">
                <a:lnSpc>
                  <a:spcPts val="2280"/>
                </a:lnSpc>
              </a:pPr>
              <a:r>
                <a:rPr lang="en-US" sz="1900">
                  <a:solidFill>
                    <a:srgbClr val="8888A8"/>
                  </a:solidFill>
                  <a:latin typeface="Calibri (MS)"/>
                  <a:ea typeface="Calibri (MS)"/>
                  <a:cs typeface="Calibri (MS)"/>
                  <a:sym typeface="Calibri (MS)"/>
                </a:rPr>
                <a:t>🌐  TMDB API rate limiting and SSL compatibility</a:t>
              </a:r>
            </a:p>
          </p:txBody>
        </p:sp>
      </p:grpSp>
      <p:grpSp>
        <p:nvGrpSpPr>
          <p:cNvPr name="Group 77" id="77"/>
          <p:cNvGrpSpPr/>
          <p:nvPr/>
        </p:nvGrpSpPr>
        <p:grpSpPr>
          <a:xfrm rot="0">
            <a:off x="9688830" y="6598158"/>
            <a:ext cx="8054340" cy="848868"/>
            <a:chOff x="0" y="0"/>
            <a:chExt cx="10739120" cy="1131824"/>
          </a:xfrm>
        </p:grpSpPr>
        <p:sp>
          <p:nvSpPr>
            <p:cNvPr name="Freeform 78" id="78"/>
            <p:cNvSpPr/>
            <p:nvPr/>
          </p:nvSpPr>
          <p:spPr>
            <a:xfrm flipH="false" flipV="false" rot="0">
              <a:off x="5080" y="5080"/>
              <a:ext cx="10728960" cy="1121664"/>
            </a:xfrm>
            <a:custGeom>
              <a:avLst/>
              <a:gdLst/>
              <a:ahLst/>
              <a:cxnLst/>
              <a:rect r="r" b="b" t="t" l="l"/>
              <a:pathLst>
                <a:path h="1121664" w="10728960">
                  <a:moveTo>
                    <a:pt x="0" y="0"/>
                  </a:moveTo>
                  <a:lnTo>
                    <a:pt x="10728960" y="0"/>
                  </a:lnTo>
                  <a:lnTo>
                    <a:pt x="10728960" y="1121664"/>
                  </a:lnTo>
                  <a:lnTo>
                    <a:pt x="0" y="1121664"/>
                  </a:lnTo>
                  <a:close/>
                </a:path>
              </a:pathLst>
            </a:custGeom>
            <a:solidFill>
              <a:srgbClr val="13132A"/>
            </a:solidFill>
          </p:spPr>
        </p:sp>
        <p:sp>
          <p:nvSpPr>
            <p:cNvPr name="Freeform 79" id="79"/>
            <p:cNvSpPr/>
            <p:nvPr/>
          </p:nvSpPr>
          <p:spPr>
            <a:xfrm flipH="false" flipV="false" rot="0">
              <a:off x="0" y="0"/>
              <a:ext cx="10739120" cy="1131824"/>
            </a:xfrm>
            <a:custGeom>
              <a:avLst/>
              <a:gdLst/>
              <a:ahLst/>
              <a:cxnLst/>
              <a:rect r="r" b="b" t="t" l="l"/>
              <a:pathLst>
                <a:path h="1131824" w="10739120">
                  <a:moveTo>
                    <a:pt x="5080" y="0"/>
                  </a:moveTo>
                  <a:lnTo>
                    <a:pt x="10734040" y="0"/>
                  </a:lnTo>
                  <a:cubicBezTo>
                    <a:pt x="10736834" y="0"/>
                    <a:pt x="10739120" y="2286"/>
                    <a:pt x="10739120" y="5080"/>
                  </a:cubicBezTo>
                  <a:lnTo>
                    <a:pt x="10739120" y="1126744"/>
                  </a:lnTo>
                  <a:cubicBezTo>
                    <a:pt x="10739120" y="1129538"/>
                    <a:pt x="10736834" y="1131824"/>
                    <a:pt x="10734040" y="1131824"/>
                  </a:cubicBezTo>
                  <a:lnTo>
                    <a:pt x="5080" y="1131824"/>
                  </a:lnTo>
                  <a:cubicBezTo>
                    <a:pt x="2286" y="1131824"/>
                    <a:pt x="0" y="1129538"/>
                    <a:pt x="0" y="1126744"/>
                  </a:cubicBezTo>
                  <a:lnTo>
                    <a:pt x="0" y="5080"/>
                  </a:lnTo>
                  <a:cubicBezTo>
                    <a:pt x="0" y="2286"/>
                    <a:pt x="2286" y="0"/>
                    <a:pt x="5080" y="0"/>
                  </a:cubicBezTo>
                  <a:moveTo>
                    <a:pt x="5080" y="10160"/>
                  </a:moveTo>
                  <a:lnTo>
                    <a:pt x="5080" y="5080"/>
                  </a:lnTo>
                  <a:lnTo>
                    <a:pt x="10160" y="5080"/>
                  </a:lnTo>
                  <a:lnTo>
                    <a:pt x="10160" y="1126744"/>
                  </a:lnTo>
                  <a:lnTo>
                    <a:pt x="5080" y="1126744"/>
                  </a:lnTo>
                  <a:lnTo>
                    <a:pt x="5080" y="1121664"/>
                  </a:lnTo>
                  <a:lnTo>
                    <a:pt x="10734040" y="1121664"/>
                  </a:lnTo>
                  <a:lnTo>
                    <a:pt x="10734040" y="1126744"/>
                  </a:lnTo>
                  <a:lnTo>
                    <a:pt x="10728960" y="1126744"/>
                  </a:lnTo>
                  <a:lnTo>
                    <a:pt x="10728960" y="5080"/>
                  </a:lnTo>
                  <a:lnTo>
                    <a:pt x="10734040" y="5080"/>
                  </a:lnTo>
                  <a:lnTo>
                    <a:pt x="10734040" y="10160"/>
                  </a:lnTo>
                  <a:lnTo>
                    <a:pt x="5080" y="10160"/>
                  </a:lnTo>
                  <a:close/>
                </a:path>
              </a:pathLst>
            </a:custGeom>
            <a:solidFill>
              <a:srgbClr val="F76A6A"/>
            </a:solidFill>
          </p:spPr>
        </p:sp>
      </p:grpSp>
      <p:grpSp>
        <p:nvGrpSpPr>
          <p:cNvPr name="Group 80" id="80"/>
          <p:cNvGrpSpPr/>
          <p:nvPr/>
        </p:nvGrpSpPr>
        <p:grpSpPr>
          <a:xfrm rot="0">
            <a:off x="9966960" y="6601968"/>
            <a:ext cx="7498080" cy="841248"/>
            <a:chOff x="0" y="0"/>
            <a:chExt cx="9997440" cy="1121664"/>
          </a:xfrm>
        </p:grpSpPr>
        <p:sp>
          <p:nvSpPr>
            <p:cNvPr name="Freeform 81" id="81"/>
            <p:cNvSpPr/>
            <p:nvPr/>
          </p:nvSpPr>
          <p:spPr>
            <a:xfrm flipH="false" flipV="false" rot="0">
              <a:off x="0" y="0"/>
              <a:ext cx="9997440" cy="1121664"/>
            </a:xfrm>
            <a:custGeom>
              <a:avLst/>
              <a:gdLst/>
              <a:ahLst/>
              <a:cxnLst/>
              <a:rect r="r" b="b" t="t" l="l"/>
              <a:pathLst>
                <a:path h="1121664" w="9997440">
                  <a:moveTo>
                    <a:pt x="0" y="0"/>
                  </a:moveTo>
                  <a:lnTo>
                    <a:pt x="9997440" y="0"/>
                  </a:lnTo>
                  <a:lnTo>
                    <a:pt x="9997440" y="1121664"/>
                  </a:lnTo>
                  <a:lnTo>
                    <a:pt x="0" y="1121664"/>
                  </a:lnTo>
                  <a:close/>
                </a:path>
              </a:pathLst>
            </a:custGeom>
            <a:blipFill>
              <a:blip r:embed="rId2">
                <a:alphaModFix amt="0"/>
              </a:blip>
              <a:stretch>
                <a:fillRect l="0" t="-123670" r="0" b="-123670"/>
              </a:stretch>
            </a:blipFill>
          </p:spPr>
        </p:sp>
        <p:sp>
          <p:nvSpPr>
            <p:cNvPr name="TextBox 82" id="82"/>
            <p:cNvSpPr txBox="true"/>
            <p:nvPr/>
          </p:nvSpPr>
          <p:spPr>
            <a:xfrm>
              <a:off x="0" y="-38100"/>
              <a:ext cx="9997440" cy="1159764"/>
            </a:xfrm>
            <a:prstGeom prst="rect">
              <a:avLst/>
            </a:prstGeom>
          </p:spPr>
          <p:txBody>
            <a:bodyPr anchor="ctr" rtlCol="false" tIns="0" lIns="0" bIns="0" rIns="0"/>
            <a:lstStyle/>
            <a:p>
              <a:pPr algn="l">
                <a:lnSpc>
                  <a:spcPts val="2280"/>
                </a:lnSpc>
              </a:pPr>
              <a:r>
                <a:rPr lang="en-US" sz="1900">
                  <a:solidFill>
                    <a:srgbClr val="8888A8"/>
                  </a:solidFill>
                  <a:latin typeface="Calibri (MS)"/>
                  <a:ea typeface="Calibri (MS)"/>
                  <a:cs typeface="Calibri (MS)"/>
                  <a:sym typeface="Calibri (MS)"/>
                </a:rPr>
                <a:t>📱  Making responsive UI work across all screen sizes</a:t>
              </a:r>
            </a:p>
          </p:txBody>
        </p:sp>
      </p:grpSp>
      <p:grpSp>
        <p:nvGrpSpPr>
          <p:cNvPr name="Group 83" id="83"/>
          <p:cNvGrpSpPr/>
          <p:nvPr/>
        </p:nvGrpSpPr>
        <p:grpSpPr>
          <a:xfrm rot="0">
            <a:off x="9688830" y="7549134"/>
            <a:ext cx="8054340" cy="848868"/>
            <a:chOff x="0" y="0"/>
            <a:chExt cx="10739120" cy="1131824"/>
          </a:xfrm>
        </p:grpSpPr>
        <p:sp>
          <p:nvSpPr>
            <p:cNvPr name="Freeform 84" id="84"/>
            <p:cNvSpPr/>
            <p:nvPr/>
          </p:nvSpPr>
          <p:spPr>
            <a:xfrm flipH="false" flipV="false" rot="0">
              <a:off x="5080" y="5080"/>
              <a:ext cx="10728960" cy="1121664"/>
            </a:xfrm>
            <a:custGeom>
              <a:avLst/>
              <a:gdLst/>
              <a:ahLst/>
              <a:cxnLst/>
              <a:rect r="r" b="b" t="t" l="l"/>
              <a:pathLst>
                <a:path h="1121664" w="10728960">
                  <a:moveTo>
                    <a:pt x="0" y="0"/>
                  </a:moveTo>
                  <a:lnTo>
                    <a:pt x="10728960" y="0"/>
                  </a:lnTo>
                  <a:lnTo>
                    <a:pt x="10728960" y="1121664"/>
                  </a:lnTo>
                  <a:lnTo>
                    <a:pt x="0" y="1121664"/>
                  </a:lnTo>
                  <a:close/>
                </a:path>
              </a:pathLst>
            </a:custGeom>
            <a:solidFill>
              <a:srgbClr val="1A1A35"/>
            </a:solidFill>
          </p:spPr>
        </p:sp>
        <p:sp>
          <p:nvSpPr>
            <p:cNvPr name="Freeform 85" id="85"/>
            <p:cNvSpPr/>
            <p:nvPr/>
          </p:nvSpPr>
          <p:spPr>
            <a:xfrm flipH="false" flipV="false" rot="0">
              <a:off x="0" y="0"/>
              <a:ext cx="10739120" cy="1131824"/>
            </a:xfrm>
            <a:custGeom>
              <a:avLst/>
              <a:gdLst/>
              <a:ahLst/>
              <a:cxnLst/>
              <a:rect r="r" b="b" t="t" l="l"/>
              <a:pathLst>
                <a:path h="1131824" w="10739120">
                  <a:moveTo>
                    <a:pt x="5080" y="0"/>
                  </a:moveTo>
                  <a:lnTo>
                    <a:pt x="10734040" y="0"/>
                  </a:lnTo>
                  <a:cubicBezTo>
                    <a:pt x="10736834" y="0"/>
                    <a:pt x="10739120" y="2286"/>
                    <a:pt x="10739120" y="5080"/>
                  </a:cubicBezTo>
                  <a:lnTo>
                    <a:pt x="10739120" y="1126744"/>
                  </a:lnTo>
                  <a:cubicBezTo>
                    <a:pt x="10739120" y="1129538"/>
                    <a:pt x="10736834" y="1131824"/>
                    <a:pt x="10734040" y="1131824"/>
                  </a:cubicBezTo>
                  <a:lnTo>
                    <a:pt x="5080" y="1131824"/>
                  </a:lnTo>
                  <a:cubicBezTo>
                    <a:pt x="2286" y="1131824"/>
                    <a:pt x="0" y="1129538"/>
                    <a:pt x="0" y="1126744"/>
                  </a:cubicBezTo>
                  <a:lnTo>
                    <a:pt x="0" y="5080"/>
                  </a:lnTo>
                  <a:cubicBezTo>
                    <a:pt x="0" y="2286"/>
                    <a:pt x="2286" y="0"/>
                    <a:pt x="5080" y="0"/>
                  </a:cubicBezTo>
                  <a:moveTo>
                    <a:pt x="5080" y="10160"/>
                  </a:moveTo>
                  <a:lnTo>
                    <a:pt x="5080" y="5080"/>
                  </a:lnTo>
                  <a:lnTo>
                    <a:pt x="10160" y="5080"/>
                  </a:lnTo>
                  <a:lnTo>
                    <a:pt x="10160" y="1126744"/>
                  </a:lnTo>
                  <a:lnTo>
                    <a:pt x="5080" y="1126744"/>
                  </a:lnTo>
                  <a:lnTo>
                    <a:pt x="5080" y="1121664"/>
                  </a:lnTo>
                  <a:lnTo>
                    <a:pt x="10734040" y="1121664"/>
                  </a:lnTo>
                  <a:lnTo>
                    <a:pt x="10734040" y="1126744"/>
                  </a:lnTo>
                  <a:lnTo>
                    <a:pt x="10728960" y="1126744"/>
                  </a:lnTo>
                  <a:lnTo>
                    <a:pt x="10728960" y="5080"/>
                  </a:lnTo>
                  <a:lnTo>
                    <a:pt x="10734040" y="5080"/>
                  </a:lnTo>
                  <a:lnTo>
                    <a:pt x="10734040" y="10160"/>
                  </a:lnTo>
                  <a:lnTo>
                    <a:pt x="5080" y="10160"/>
                  </a:lnTo>
                  <a:close/>
                </a:path>
              </a:pathLst>
            </a:custGeom>
            <a:solidFill>
              <a:srgbClr val="F76A6A"/>
            </a:solidFill>
          </p:spPr>
        </p:sp>
      </p:grpSp>
      <p:grpSp>
        <p:nvGrpSpPr>
          <p:cNvPr name="Group 86" id="86"/>
          <p:cNvGrpSpPr/>
          <p:nvPr/>
        </p:nvGrpSpPr>
        <p:grpSpPr>
          <a:xfrm rot="0">
            <a:off x="9966960" y="7552944"/>
            <a:ext cx="7498080" cy="841248"/>
            <a:chOff x="0" y="0"/>
            <a:chExt cx="9997440" cy="1121664"/>
          </a:xfrm>
        </p:grpSpPr>
        <p:sp>
          <p:nvSpPr>
            <p:cNvPr name="Freeform 87" id="87"/>
            <p:cNvSpPr/>
            <p:nvPr/>
          </p:nvSpPr>
          <p:spPr>
            <a:xfrm flipH="false" flipV="false" rot="0">
              <a:off x="0" y="0"/>
              <a:ext cx="9997440" cy="1121664"/>
            </a:xfrm>
            <a:custGeom>
              <a:avLst/>
              <a:gdLst/>
              <a:ahLst/>
              <a:cxnLst/>
              <a:rect r="r" b="b" t="t" l="l"/>
              <a:pathLst>
                <a:path h="1121664" w="9997440">
                  <a:moveTo>
                    <a:pt x="0" y="0"/>
                  </a:moveTo>
                  <a:lnTo>
                    <a:pt x="9997440" y="0"/>
                  </a:lnTo>
                  <a:lnTo>
                    <a:pt x="9997440" y="1121664"/>
                  </a:lnTo>
                  <a:lnTo>
                    <a:pt x="0" y="1121664"/>
                  </a:lnTo>
                  <a:close/>
                </a:path>
              </a:pathLst>
            </a:custGeom>
            <a:blipFill>
              <a:blip r:embed="rId2">
                <a:alphaModFix amt="0"/>
              </a:blip>
              <a:stretch>
                <a:fillRect l="0" t="-123670" r="0" b="-123670"/>
              </a:stretch>
            </a:blipFill>
          </p:spPr>
        </p:sp>
        <p:sp>
          <p:nvSpPr>
            <p:cNvPr name="TextBox 88" id="88"/>
            <p:cNvSpPr txBox="true"/>
            <p:nvPr/>
          </p:nvSpPr>
          <p:spPr>
            <a:xfrm>
              <a:off x="0" y="-38100"/>
              <a:ext cx="9997440" cy="1159764"/>
            </a:xfrm>
            <a:prstGeom prst="rect">
              <a:avLst/>
            </a:prstGeom>
          </p:spPr>
          <p:txBody>
            <a:bodyPr anchor="ctr" rtlCol="false" tIns="0" lIns="0" bIns="0" rIns="0"/>
            <a:lstStyle/>
            <a:p>
              <a:pPr algn="l">
                <a:lnSpc>
                  <a:spcPts val="2280"/>
                </a:lnSpc>
              </a:pPr>
              <a:r>
                <a:rPr lang="en-US" sz="1900">
                  <a:solidFill>
                    <a:srgbClr val="8888A8"/>
                  </a:solidFill>
                  <a:latin typeface="Calibri (MS)"/>
                  <a:ea typeface="Calibri (MS)"/>
                  <a:cs typeface="Calibri (MS)"/>
                  <a:sym typeface="Calibri (MS)"/>
                </a:rPr>
                <a:t>⚙️  Dynamic status options changing per content category</a:t>
              </a:r>
            </a:p>
          </p:txBody>
        </p:sp>
      </p:grpSp>
      <p:grpSp>
        <p:nvGrpSpPr>
          <p:cNvPr name="Group 89" id="89"/>
          <p:cNvGrpSpPr/>
          <p:nvPr/>
        </p:nvGrpSpPr>
        <p:grpSpPr>
          <a:xfrm rot="0">
            <a:off x="9688830" y="8500110"/>
            <a:ext cx="8054340" cy="848868"/>
            <a:chOff x="0" y="0"/>
            <a:chExt cx="10739120" cy="1131824"/>
          </a:xfrm>
        </p:grpSpPr>
        <p:sp>
          <p:nvSpPr>
            <p:cNvPr name="Freeform 90" id="90"/>
            <p:cNvSpPr/>
            <p:nvPr/>
          </p:nvSpPr>
          <p:spPr>
            <a:xfrm flipH="false" flipV="false" rot="0">
              <a:off x="5080" y="5080"/>
              <a:ext cx="10728960" cy="1121664"/>
            </a:xfrm>
            <a:custGeom>
              <a:avLst/>
              <a:gdLst/>
              <a:ahLst/>
              <a:cxnLst/>
              <a:rect r="r" b="b" t="t" l="l"/>
              <a:pathLst>
                <a:path h="1121664" w="10728960">
                  <a:moveTo>
                    <a:pt x="0" y="0"/>
                  </a:moveTo>
                  <a:lnTo>
                    <a:pt x="10728960" y="0"/>
                  </a:lnTo>
                  <a:lnTo>
                    <a:pt x="10728960" y="1121664"/>
                  </a:lnTo>
                  <a:lnTo>
                    <a:pt x="0" y="1121664"/>
                  </a:lnTo>
                  <a:close/>
                </a:path>
              </a:pathLst>
            </a:custGeom>
            <a:solidFill>
              <a:srgbClr val="13132A"/>
            </a:solidFill>
          </p:spPr>
        </p:sp>
        <p:sp>
          <p:nvSpPr>
            <p:cNvPr name="Freeform 91" id="91"/>
            <p:cNvSpPr/>
            <p:nvPr/>
          </p:nvSpPr>
          <p:spPr>
            <a:xfrm flipH="false" flipV="false" rot="0">
              <a:off x="0" y="0"/>
              <a:ext cx="10739120" cy="1131824"/>
            </a:xfrm>
            <a:custGeom>
              <a:avLst/>
              <a:gdLst/>
              <a:ahLst/>
              <a:cxnLst/>
              <a:rect r="r" b="b" t="t" l="l"/>
              <a:pathLst>
                <a:path h="1131824" w="10739120">
                  <a:moveTo>
                    <a:pt x="5080" y="0"/>
                  </a:moveTo>
                  <a:lnTo>
                    <a:pt x="10734040" y="0"/>
                  </a:lnTo>
                  <a:cubicBezTo>
                    <a:pt x="10736834" y="0"/>
                    <a:pt x="10739120" y="2286"/>
                    <a:pt x="10739120" y="5080"/>
                  </a:cubicBezTo>
                  <a:lnTo>
                    <a:pt x="10739120" y="1126744"/>
                  </a:lnTo>
                  <a:cubicBezTo>
                    <a:pt x="10739120" y="1129538"/>
                    <a:pt x="10736834" y="1131824"/>
                    <a:pt x="10734040" y="1131824"/>
                  </a:cubicBezTo>
                  <a:lnTo>
                    <a:pt x="5080" y="1131824"/>
                  </a:lnTo>
                  <a:cubicBezTo>
                    <a:pt x="2286" y="1131824"/>
                    <a:pt x="0" y="1129538"/>
                    <a:pt x="0" y="1126744"/>
                  </a:cubicBezTo>
                  <a:lnTo>
                    <a:pt x="0" y="5080"/>
                  </a:lnTo>
                  <a:cubicBezTo>
                    <a:pt x="0" y="2286"/>
                    <a:pt x="2286" y="0"/>
                    <a:pt x="5080" y="0"/>
                  </a:cubicBezTo>
                  <a:moveTo>
                    <a:pt x="5080" y="10160"/>
                  </a:moveTo>
                  <a:lnTo>
                    <a:pt x="5080" y="5080"/>
                  </a:lnTo>
                  <a:lnTo>
                    <a:pt x="10160" y="5080"/>
                  </a:lnTo>
                  <a:lnTo>
                    <a:pt x="10160" y="1126744"/>
                  </a:lnTo>
                  <a:lnTo>
                    <a:pt x="5080" y="1126744"/>
                  </a:lnTo>
                  <a:lnTo>
                    <a:pt x="5080" y="1121664"/>
                  </a:lnTo>
                  <a:lnTo>
                    <a:pt x="10734040" y="1121664"/>
                  </a:lnTo>
                  <a:lnTo>
                    <a:pt x="10734040" y="1126744"/>
                  </a:lnTo>
                  <a:lnTo>
                    <a:pt x="10728960" y="1126744"/>
                  </a:lnTo>
                  <a:lnTo>
                    <a:pt x="10728960" y="5080"/>
                  </a:lnTo>
                  <a:lnTo>
                    <a:pt x="10734040" y="5080"/>
                  </a:lnTo>
                  <a:lnTo>
                    <a:pt x="10734040" y="10160"/>
                  </a:lnTo>
                  <a:lnTo>
                    <a:pt x="5080" y="10160"/>
                  </a:lnTo>
                  <a:close/>
                </a:path>
              </a:pathLst>
            </a:custGeom>
            <a:solidFill>
              <a:srgbClr val="F76A6A"/>
            </a:solidFill>
          </p:spPr>
        </p:sp>
      </p:grpSp>
      <p:grpSp>
        <p:nvGrpSpPr>
          <p:cNvPr name="Group 92" id="92"/>
          <p:cNvGrpSpPr/>
          <p:nvPr/>
        </p:nvGrpSpPr>
        <p:grpSpPr>
          <a:xfrm rot="0">
            <a:off x="9966960" y="8503920"/>
            <a:ext cx="7498080" cy="841248"/>
            <a:chOff x="0" y="0"/>
            <a:chExt cx="9997440" cy="1121664"/>
          </a:xfrm>
        </p:grpSpPr>
        <p:sp>
          <p:nvSpPr>
            <p:cNvPr name="Freeform 93" id="93"/>
            <p:cNvSpPr/>
            <p:nvPr/>
          </p:nvSpPr>
          <p:spPr>
            <a:xfrm flipH="false" flipV="false" rot="0">
              <a:off x="0" y="0"/>
              <a:ext cx="9997440" cy="1121664"/>
            </a:xfrm>
            <a:custGeom>
              <a:avLst/>
              <a:gdLst/>
              <a:ahLst/>
              <a:cxnLst/>
              <a:rect r="r" b="b" t="t" l="l"/>
              <a:pathLst>
                <a:path h="1121664" w="9997440">
                  <a:moveTo>
                    <a:pt x="0" y="0"/>
                  </a:moveTo>
                  <a:lnTo>
                    <a:pt x="9997440" y="0"/>
                  </a:lnTo>
                  <a:lnTo>
                    <a:pt x="9997440" y="1121664"/>
                  </a:lnTo>
                  <a:lnTo>
                    <a:pt x="0" y="1121664"/>
                  </a:lnTo>
                  <a:close/>
                </a:path>
              </a:pathLst>
            </a:custGeom>
            <a:blipFill>
              <a:blip r:embed="rId2">
                <a:alphaModFix amt="0"/>
              </a:blip>
              <a:stretch>
                <a:fillRect l="0" t="-123670" r="0" b="-123670"/>
              </a:stretch>
            </a:blipFill>
          </p:spPr>
        </p:sp>
        <p:sp>
          <p:nvSpPr>
            <p:cNvPr name="TextBox 94" id="94"/>
            <p:cNvSpPr txBox="true"/>
            <p:nvPr/>
          </p:nvSpPr>
          <p:spPr>
            <a:xfrm>
              <a:off x="0" y="-38100"/>
              <a:ext cx="9997440" cy="1159764"/>
            </a:xfrm>
            <a:prstGeom prst="rect">
              <a:avLst/>
            </a:prstGeom>
          </p:spPr>
          <p:txBody>
            <a:bodyPr anchor="ctr" rtlCol="false" tIns="0" lIns="0" bIns="0" rIns="0"/>
            <a:lstStyle/>
            <a:p>
              <a:pPr algn="l">
                <a:lnSpc>
                  <a:spcPts val="2280"/>
                </a:lnSpc>
              </a:pPr>
              <a:r>
                <a:rPr lang="en-US" sz="1900">
                  <a:solidFill>
                    <a:srgbClr val="8888A8"/>
                  </a:solidFill>
                  <a:latin typeface="Calibri (MS)"/>
                  <a:ea typeface="Calibri (MS)"/>
                  <a:cs typeface="Calibri (MS)"/>
                  <a:sym typeface="Calibri (MS)"/>
                </a:rPr>
                <a:t>🎯  Building recommendation engine without ML libraries</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16891" y="16891"/>
              <a:ext cx="292608" cy="13715999"/>
            </a:xfrm>
            <a:custGeom>
              <a:avLst/>
              <a:gdLst/>
              <a:ahLst/>
              <a:cxnLst/>
              <a:rect r="r" b="b" t="t" l="l"/>
              <a:pathLst>
                <a:path h="13715999" w="292608">
                  <a:moveTo>
                    <a:pt x="0" y="0"/>
                  </a:moveTo>
                  <a:lnTo>
                    <a:pt x="292608" y="0"/>
                  </a:lnTo>
                  <a:lnTo>
                    <a:pt x="292608" y="13715999"/>
                  </a:lnTo>
                  <a:lnTo>
                    <a:pt x="0" y="13715999"/>
                  </a:lnTo>
                  <a:close/>
                </a:path>
              </a:pathLst>
            </a:custGeom>
            <a:solidFill>
              <a:srgbClr val="6AF7C4"/>
            </a:solidFill>
          </p:spPr>
        </p:sp>
        <p:sp>
          <p:nvSpPr>
            <p:cNvPr name="Freeform 4" id="4"/>
            <p:cNvSpPr/>
            <p:nvPr/>
          </p:nvSpPr>
          <p:spPr>
            <a:xfrm flipH="false" flipV="false" rot="0">
              <a:off x="0" y="0"/>
              <a:ext cx="326390" cy="13749782"/>
            </a:xfrm>
            <a:custGeom>
              <a:avLst/>
              <a:gdLst/>
              <a:ahLst/>
              <a:cxnLst/>
              <a:rect r="r" b="b" t="t" l="l"/>
              <a:pathLst>
                <a:path h="13749782" w="326390">
                  <a:moveTo>
                    <a:pt x="16891" y="0"/>
                  </a:moveTo>
                  <a:lnTo>
                    <a:pt x="309499" y="0"/>
                  </a:lnTo>
                  <a:cubicBezTo>
                    <a:pt x="318897" y="0"/>
                    <a:pt x="326390" y="7620"/>
                    <a:pt x="326390" y="16891"/>
                  </a:cubicBezTo>
                  <a:lnTo>
                    <a:pt x="326390" y="13732890"/>
                  </a:lnTo>
                  <a:cubicBezTo>
                    <a:pt x="326390" y="13742290"/>
                    <a:pt x="318770" y="13749782"/>
                    <a:pt x="309499"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09499" y="13716000"/>
                  </a:lnTo>
                  <a:lnTo>
                    <a:pt x="309499" y="13732890"/>
                  </a:lnTo>
                  <a:lnTo>
                    <a:pt x="292608" y="13732890"/>
                  </a:lnTo>
                  <a:lnTo>
                    <a:pt x="292608" y="16891"/>
                  </a:lnTo>
                  <a:lnTo>
                    <a:pt x="309499" y="16891"/>
                  </a:lnTo>
                  <a:lnTo>
                    <a:pt x="309499" y="33909"/>
                  </a:lnTo>
                  <a:lnTo>
                    <a:pt x="16891" y="33909"/>
                  </a:lnTo>
                  <a:close/>
                </a:path>
              </a:pathLst>
            </a:custGeom>
            <a:solidFill>
              <a:srgbClr val="6AF7C4"/>
            </a:solidFill>
          </p:spPr>
        </p:sp>
      </p:grpSp>
      <p:grpSp>
        <p:nvGrpSpPr>
          <p:cNvPr name="Group 5" id="5"/>
          <p:cNvGrpSpPr/>
          <p:nvPr/>
        </p:nvGrpSpPr>
        <p:grpSpPr>
          <a:xfrm rot="0">
            <a:off x="533400" y="210383"/>
            <a:ext cx="2194560" cy="1984177"/>
            <a:chOff x="0" y="0"/>
            <a:chExt cx="2926080" cy="2645569"/>
          </a:xfrm>
        </p:grpSpPr>
        <p:sp>
          <p:nvSpPr>
            <p:cNvPr name="Freeform 6" id="6"/>
            <p:cNvSpPr/>
            <p:nvPr/>
          </p:nvSpPr>
          <p:spPr>
            <a:xfrm flipH="false" flipV="false" rot="0">
              <a:off x="0" y="0"/>
              <a:ext cx="2926080" cy="2645569"/>
            </a:xfrm>
            <a:custGeom>
              <a:avLst/>
              <a:gdLst/>
              <a:ahLst/>
              <a:cxnLst/>
              <a:rect r="r" b="b" t="t" l="l"/>
              <a:pathLst>
                <a:path h="2645569" w="2926080">
                  <a:moveTo>
                    <a:pt x="0" y="0"/>
                  </a:moveTo>
                  <a:lnTo>
                    <a:pt x="2926080" y="0"/>
                  </a:lnTo>
                  <a:lnTo>
                    <a:pt x="2926080" y="2645569"/>
                  </a:lnTo>
                  <a:lnTo>
                    <a:pt x="0" y="2645569"/>
                  </a:lnTo>
                  <a:close/>
                </a:path>
              </a:pathLst>
            </a:custGeom>
            <a:blipFill>
              <a:blip r:embed="rId2">
                <a:alphaModFix amt="0"/>
              </a:blip>
              <a:stretch>
                <a:fillRect l="-35535" t="0" r="-35535" b="26264"/>
              </a:stretch>
            </a:blipFill>
          </p:spPr>
        </p:sp>
        <p:sp>
          <p:nvSpPr>
            <p:cNvPr name="TextBox 7" id="7"/>
            <p:cNvSpPr txBox="true"/>
            <p:nvPr/>
          </p:nvSpPr>
          <p:spPr>
            <a:xfrm>
              <a:off x="0" y="-47625"/>
              <a:ext cx="2926080" cy="2693194"/>
            </a:xfrm>
            <a:prstGeom prst="rect">
              <a:avLst/>
            </a:prstGeom>
          </p:spPr>
          <p:txBody>
            <a:bodyPr anchor="ctr" rtlCol="false" tIns="0" lIns="0" bIns="0" rIns="0"/>
            <a:lstStyle/>
            <a:p>
              <a:pPr algn="l">
                <a:lnSpc>
                  <a:spcPts val="11519"/>
                </a:lnSpc>
              </a:pPr>
              <a:r>
                <a:rPr lang="en-US" sz="9600" b="true">
                  <a:solidFill>
                    <a:srgbClr val="6AF7C4"/>
                  </a:solidFill>
                  <a:latin typeface="Arial Bold"/>
                  <a:ea typeface="Arial Bold"/>
                  <a:cs typeface="Arial Bold"/>
                  <a:sym typeface="Arial Bold"/>
                </a:rPr>
                <a:t>18</a:t>
              </a:r>
            </a:p>
          </p:txBody>
        </p:sp>
      </p:grpSp>
      <p:grpSp>
        <p:nvGrpSpPr>
          <p:cNvPr name="Group 8" id="8"/>
          <p:cNvGrpSpPr/>
          <p:nvPr/>
        </p:nvGrpSpPr>
        <p:grpSpPr>
          <a:xfrm rot="0">
            <a:off x="548640" y="1645920"/>
            <a:ext cx="16459200" cy="1097280"/>
            <a:chOff x="0" y="0"/>
            <a:chExt cx="21945600" cy="1463040"/>
          </a:xfrm>
        </p:grpSpPr>
        <p:sp>
          <p:nvSpPr>
            <p:cNvPr name="Freeform 9" id="9"/>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2">
                <a:alphaModFix amt="0"/>
              </a:blip>
              <a:stretch>
                <a:fillRect l="0" t="-242275" r="0" b="-242275"/>
              </a:stretch>
            </a:blipFill>
          </p:spPr>
        </p:sp>
        <p:sp>
          <p:nvSpPr>
            <p:cNvPr name="TextBox 10" id="10"/>
            <p:cNvSpPr txBox="true"/>
            <p:nvPr/>
          </p:nvSpPr>
          <p:spPr>
            <a:xfrm>
              <a:off x="0" y="-28575"/>
              <a:ext cx="21945600" cy="1491615"/>
            </a:xfrm>
            <a:prstGeom prst="rect">
              <a:avLst/>
            </a:prstGeom>
          </p:spPr>
          <p:txBody>
            <a:bodyPr anchor="ctr" rtlCol="false" tIns="0" lIns="0" bIns="0" rIns="0"/>
            <a:lstStyle/>
            <a:p>
              <a:pPr algn="l">
                <a:lnSpc>
                  <a:spcPts val="7680"/>
                </a:lnSpc>
              </a:pPr>
              <a:r>
                <a:rPr lang="en-US" sz="6400" b="true">
                  <a:solidFill>
                    <a:srgbClr val="FFFFFF"/>
                  </a:solidFill>
                  <a:latin typeface="Arial Bold"/>
                  <a:ea typeface="Arial Bold"/>
                  <a:cs typeface="Arial Bold"/>
                  <a:sym typeface="Arial Bold"/>
                </a:rPr>
                <a:t>Conclusion</a:t>
              </a:r>
            </a:p>
          </p:txBody>
        </p:sp>
      </p:grpSp>
      <p:grpSp>
        <p:nvGrpSpPr>
          <p:cNvPr name="Group 11" id="11"/>
          <p:cNvGrpSpPr/>
          <p:nvPr/>
        </p:nvGrpSpPr>
        <p:grpSpPr>
          <a:xfrm rot="0">
            <a:off x="533400" y="3093720"/>
            <a:ext cx="17221200" cy="2590800"/>
            <a:chOff x="0" y="0"/>
            <a:chExt cx="22961600" cy="3454400"/>
          </a:xfrm>
        </p:grpSpPr>
        <p:sp>
          <p:nvSpPr>
            <p:cNvPr name="Freeform 12" id="12"/>
            <p:cNvSpPr/>
            <p:nvPr/>
          </p:nvSpPr>
          <p:spPr>
            <a:xfrm flipH="false" flipV="false" rot="0">
              <a:off x="20320" y="20320"/>
              <a:ext cx="22920960" cy="3413760"/>
            </a:xfrm>
            <a:custGeom>
              <a:avLst/>
              <a:gdLst/>
              <a:ahLst/>
              <a:cxnLst/>
              <a:rect r="r" b="b" t="t" l="l"/>
              <a:pathLst>
                <a:path h="3413760" w="22920960">
                  <a:moveTo>
                    <a:pt x="0" y="0"/>
                  </a:moveTo>
                  <a:lnTo>
                    <a:pt x="22920960" y="0"/>
                  </a:lnTo>
                  <a:lnTo>
                    <a:pt x="22920960" y="3413760"/>
                  </a:lnTo>
                  <a:lnTo>
                    <a:pt x="0" y="3413760"/>
                  </a:lnTo>
                  <a:close/>
                </a:path>
              </a:pathLst>
            </a:custGeom>
            <a:solidFill>
              <a:srgbClr val="1A1A35"/>
            </a:solidFill>
          </p:spPr>
        </p:sp>
        <p:sp>
          <p:nvSpPr>
            <p:cNvPr name="Freeform 13" id="13"/>
            <p:cNvSpPr/>
            <p:nvPr/>
          </p:nvSpPr>
          <p:spPr>
            <a:xfrm flipH="false" flipV="false" rot="0">
              <a:off x="0" y="0"/>
              <a:ext cx="22961600" cy="3454400"/>
            </a:xfrm>
            <a:custGeom>
              <a:avLst/>
              <a:gdLst/>
              <a:ahLst/>
              <a:cxnLst/>
              <a:rect r="r" b="b" t="t" l="l"/>
              <a:pathLst>
                <a:path h="3454400" w="22961600">
                  <a:moveTo>
                    <a:pt x="20320" y="0"/>
                  </a:moveTo>
                  <a:lnTo>
                    <a:pt x="22941280" y="0"/>
                  </a:lnTo>
                  <a:cubicBezTo>
                    <a:pt x="22952456" y="0"/>
                    <a:pt x="22961600" y="9144"/>
                    <a:pt x="22961600" y="20320"/>
                  </a:cubicBezTo>
                  <a:lnTo>
                    <a:pt x="22961600" y="3434080"/>
                  </a:lnTo>
                  <a:cubicBezTo>
                    <a:pt x="22961600" y="3445256"/>
                    <a:pt x="22952456" y="3454400"/>
                    <a:pt x="22941280" y="3454400"/>
                  </a:cubicBezTo>
                  <a:lnTo>
                    <a:pt x="20320" y="3454400"/>
                  </a:lnTo>
                  <a:cubicBezTo>
                    <a:pt x="9144" y="3454400"/>
                    <a:pt x="0" y="3445256"/>
                    <a:pt x="0" y="3434080"/>
                  </a:cubicBezTo>
                  <a:lnTo>
                    <a:pt x="0" y="20320"/>
                  </a:lnTo>
                  <a:cubicBezTo>
                    <a:pt x="0" y="9144"/>
                    <a:pt x="9144" y="0"/>
                    <a:pt x="20320" y="0"/>
                  </a:cubicBezTo>
                  <a:moveTo>
                    <a:pt x="20320" y="40640"/>
                  </a:moveTo>
                  <a:lnTo>
                    <a:pt x="20320" y="20320"/>
                  </a:lnTo>
                  <a:lnTo>
                    <a:pt x="40640" y="20320"/>
                  </a:lnTo>
                  <a:lnTo>
                    <a:pt x="40640" y="3434080"/>
                  </a:lnTo>
                  <a:lnTo>
                    <a:pt x="20320" y="3434080"/>
                  </a:lnTo>
                  <a:lnTo>
                    <a:pt x="20320" y="3413760"/>
                  </a:lnTo>
                  <a:lnTo>
                    <a:pt x="22941280" y="3413760"/>
                  </a:lnTo>
                  <a:lnTo>
                    <a:pt x="22941280" y="3434080"/>
                  </a:lnTo>
                  <a:lnTo>
                    <a:pt x="22920961" y="3434080"/>
                  </a:lnTo>
                  <a:lnTo>
                    <a:pt x="22920961" y="20320"/>
                  </a:lnTo>
                  <a:lnTo>
                    <a:pt x="22941280" y="20320"/>
                  </a:lnTo>
                  <a:lnTo>
                    <a:pt x="22941280" y="40640"/>
                  </a:lnTo>
                  <a:lnTo>
                    <a:pt x="20320" y="40640"/>
                  </a:lnTo>
                  <a:close/>
                </a:path>
              </a:pathLst>
            </a:custGeom>
            <a:solidFill>
              <a:srgbClr val="6AF7C4"/>
            </a:solidFill>
          </p:spPr>
        </p:sp>
      </p:grpSp>
      <p:grpSp>
        <p:nvGrpSpPr>
          <p:cNvPr name="Group 14" id="14"/>
          <p:cNvGrpSpPr/>
          <p:nvPr/>
        </p:nvGrpSpPr>
        <p:grpSpPr>
          <a:xfrm rot="0">
            <a:off x="914400" y="3200400"/>
            <a:ext cx="16459200" cy="2377440"/>
            <a:chOff x="0" y="0"/>
            <a:chExt cx="21945600" cy="3169920"/>
          </a:xfrm>
        </p:grpSpPr>
        <p:sp>
          <p:nvSpPr>
            <p:cNvPr name="Freeform 15" id="15"/>
            <p:cNvSpPr/>
            <p:nvPr/>
          </p:nvSpPr>
          <p:spPr>
            <a:xfrm flipH="false" flipV="false" rot="0">
              <a:off x="0" y="0"/>
              <a:ext cx="21945600" cy="3169920"/>
            </a:xfrm>
            <a:custGeom>
              <a:avLst/>
              <a:gdLst/>
              <a:ahLst/>
              <a:cxnLst/>
              <a:rect r="r" b="b" t="t" l="l"/>
              <a:pathLst>
                <a:path h="3169920" w="21945600">
                  <a:moveTo>
                    <a:pt x="0" y="0"/>
                  </a:moveTo>
                  <a:lnTo>
                    <a:pt x="21945600" y="0"/>
                  </a:lnTo>
                  <a:lnTo>
                    <a:pt x="21945600" y="3169920"/>
                  </a:lnTo>
                  <a:lnTo>
                    <a:pt x="0" y="3169920"/>
                  </a:lnTo>
                  <a:close/>
                </a:path>
              </a:pathLst>
            </a:custGeom>
            <a:blipFill>
              <a:blip r:embed="rId2">
                <a:alphaModFix amt="0"/>
              </a:blip>
              <a:stretch>
                <a:fillRect l="0" t="-84896" r="0" b="-84896"/>
              </a:stretch>
            </a:blipFill>
          </p:spPr>
        </p:sp>
        <p:sp>
          <p:nvSpPr>
            <p:cNvPr name="TextBox 16" id="16"/>
            <p:cNvSpPr txBox="true"/>
            <p:nvPr/>
          </p:nvSpPr>
          <p:spPr>
            <a:xfrm>
              <a:off x="0" y="-38100"/>
              <a:ext cx="21945600" cy="3208020"/>
            </a:xfrm>
            <a:prstGeom prst="rect">
              <a:avLst/>
            </a:prstGeom>
          </p:spPr>
          <p:txBody>
            <a:bodyPr anchor="ctr" rtlCol="false" tIns="0" lIns="0" bIns="0" rIns="0"/>
            <a:lstStyle/>
            <a:p>
              <a:pPr algn="l">
                <a:lnSpc>
                  <a:spcPts val="2879"/>
                </a:lnSpc>
              </a:pPr>
              <a:r>
                <a:rPr lang="en-US" sz="2400">
                  <a:solidFill>
                    <a:srgbClr val="E8E8F0"/>
                  </a:solidFill>
                  <a:latin typeface="Calibri (MS)"/>
                  <a:ea typeface="Calibri (MS)"/>
                  <a:cs typeface="Calibri (MS)"/>
                  <a:sym typeface="Calibri (MS)"/>
                </a:rPr>
                <a:t>TRAKORY is a complete, production-ready full-stack web application that successfully solves the real-world problem of scattered content tracking. By combining a Netflix-style browse interface, real-time API integration, AI-powered recommendations, mood-based discovery, and detailed statistics — all under one login — TRAKORY delivers a unified and personalized entertainment management experience.</a:t>
              </a:r>
            </a:p>
          </p:txBody>
        </p:sp>
      </p:grpSp>
      <p:grpSp>
        <p:nvGrpSpPr>
          <p:cNvPr name="Group 17" id="17"/>
          <p:cNvGrpSpPr/>
          <p:nvPr/>
        </p:nvGrpSpPr>
        <p:grpSpPr>
          <a:xfrm rot="0">
            <a:off x="544830" y="6031230"/>
            <a:ext cx="17198340" cy="812292"/>
            <a:chOff x="0" y="0"/>
            <a:chExt cx="22931120" cy="1083056"/>
          </a:xfrm>
        </p:grpSpPr>
        <p:sp>
          <p:nvSpPr>
            <p:cNvPr name="Freeform 18" id="18"/>
            <p:cNvSpPr/>
            <p:nvPr/>
          </p:nvSpPr>
          <p:spPr>
            <a:xfrm flipH="false" flipV="false" rot="0">
              <a:off x="5080" y="5080"/>
              <a:ext cx="22920959" cy="1072896"/>
            </a:xfrm>
            <a:custGeom>
              <a:avLst/>
              <a:gdLst/>
              <a:ahLst/>
              <a:cxnLst/>
              <a:rect r="r" b="b" t="t" l="l"/>
              <a:pathLst>
                <a:path h="1072896" w="22920959">
                  <a:moveTo>
                    <a:pt x="0" y="0"/>
                  </a:moveTo>
                  <a:lnTo>
                    <a:pt x="22920959" y="0"/>
                  </a:lnTo>
                  <a:lnTo>
                    <a:pt x="22920959" y="1072896"/>
                  </a:lnTo>
                  <a:lnTo>
                    <a:pt x="0" y="1072896"/>
                  </a:lnTo>
                  <a:close/>
                </a:path>
              </a:pathLst>
            </a:custGeom>
            <a:solidFill>
              <a:srgbClr val="1A1A35"/>
            </a:solidFill>
          </p:spPr>
        </p:sp>
        <p:sp>
          <p:nvSpPr>
            <p:cNvPr name="Freeform 19" id="19"/>
            <p:cNvSpPr/>
            <p:nvPr/>
          </p:nvSpPr>
          <p:spPr>
            <a:xfrm flipH="false" flipV="false" rot="0">
              <a:off x="0" y="0"/>
              <a:ext cx="22931120" cy="1083056"/>
            </a:xfrm>
            <a:custGeom>
              <a:avLst/>
              <a:gdLst/>
              <a:ahLst/>
              <a:cxnLst/>
              <a:rect r="r" b="b" t="t" l="l"/>
              <a:pathLst>
                <a:path h="1083056" w="22931120">
                  <a:moveTo>
                    <a:pt x="5080" y="0"/>
                  </a:moveTo>
                  <a:lnTo>
                    <a:pt x="22926039" y="0"/>
                  </a:lnTo>
                  <a:cubicBezTo>
                    <a:pt x="22928833" y="0"/>
                    <a:pt x="22931120" y="2286"/>
                    <a:pt x="22931120" y="5080"/>
                  </a:cubicBezTo>
                  <a:lnTo>
                    <a:pt x="22931120" y="1077976"/>
                  </a:lnTo>
                  <a:cubicBezTo>
                    <a:pt x="22931120" y="1080770"/>
                    <a:pt x="22928833" y="1083056"/>
                    <a:pt x="22926039" y="1083056"/>
                  </a:cubicBezTo>
                  <a:lnTo>
                    <a:pt x="5080" y="1083056"/>
                  </a:lnTo>
                  <a:cubicBezTo>
                    <a:pt x="2286" y="1083056"/>
                    <a:pt x="0" y="1080770"/>
                    <a:pt x="0" y="1077976"/>
                  </a:cubicBezTo>
                  <a:lnTo>
                    <a:pt x="0" y="5080"/>
                  </a:lnTo>
                  <a:cubicBezTo>
                    <a:pt x="0" y="2286"/>
                    <a:pt x="2286" y="0"/>
                    <a:pt x="5080" y="0"/>
                  </a:cubicBezTo>
                  <a:moveTo>
                    <a:pt x="5080" y="10160"/>
                  </a:moveTo>
                  <a:lnTo>
                    <a:pt x="5080" y="5080"/>
                  </a:lnTo>
                  <a:lnTo>
                    <a:pt x="10160" y="5080"/>
                  </a:lnTo>
                  <a:lnTo>
                    <a:pt x="10160" y="1077976"/>
                  </a:lnTo>
                  <a:lnTo>
                    <a:pt x="5080" y="1077976"/>
                  </a:lnTo>
                  <a:lnTo>
                    <a:pt x="5080" y="1072896"/>
                  </a:lnTo>
                  <a:lnTo>
                    <a:pt x="22926039" y="1072896"/>
                  </a:lnTo>
                  <a:lnTo>
                    <a:pt x="22926039" y="1077976"/>
                  </a:lnTo>
                  <a:lnTo>
                    <a:pt x="22920959" y="1077976"/>
                  </a:lnTo>
                  <a:lnTo>
                    <a:pt x="22920959" y="5080"/>
                  </a:lnTo>
                  <a:lnTo>
                    <a:pt x="22926039" y="5080"/>
                  </a:lnTo>
                  <a:lnTo>
                    <a:pt x="22926039" y="10160"/>
                  </a:lnTo>
                  <a:lnTo>
                    <a:pt x="5080" y="10160"/>
                  </a:lnTo>
                  <a:close/>
                </a:path>
              </a:pathLst>
            </a:custGeom>
            <a:solidFill>
              <a:srgbClr val="6AF7C4"/>
            </a:solidFill>
          </p:spPr>
        </p:sp>
      </p:grpSp>
      <p:grpSp>
        <p:nvGrpSpPr>
          <p:cNvPr name="Group 20" id="20"/>
          <p:cNvGrpSpPr/>
          <p:nvPr/>
        </p:nvGrpSpPr>
        <p:grpSpPr>
          <a:xfrm rot="0">
            <a:off x="822960" y="6035040"/>
            <a:ext cx="2743200" cy="804672"/>
            <a:chOff x="0" y="0"/>
            <a:chExt cx="3657600" cy="1072896"/>
          </a:xfrm>
        </p:grpSpPr>
        <p:sp>
          <p:nvSpPr>
            <p:cNvPr name="Freeform 21" id="21"/>
            <p:cNvSpPr/>
            <p:nvPr/>
          </p:nvSpPr>
          <p:spPr>
            <a:xfrm flipH="false" flipV="false" rot="0">
              <a:off x="0" y="0"/>
              <a:ext cx="3657600" cy="1072896"/>
            </a:xfrm>
            <a:custGeom>
              <a:avLst/>
              <a:gdLst/>
              <a:ahLst/>
              <a:cxnLst/>
              <a:rect r="r" b="b" t="t" l="l"/>
              <a:pathLst>
                <a:path h="1072896" w="3657600">
                  <a:moveTo>
                    <a:pt x="0" y="0"/>
                  </a:moveTo>
                  <a:lnTo>
                    <a:pt x="3657600" y="0"/>
                  </a:lnTo>
                  <a:lnTo>
                    <a:pt x="3657600" y="1072896"/>
                  </a:lnTo>
                  <a:lnTo>
                    <a:pt x="0" y="1072896"/>
                  </a:lnTo>
                  <a:close/>
                </a:path>
              </a:pathLst>
            </a:custGeom>
            <a:blipFill>
              <a:blip r:embed="rId2">
                <a:alphaModFix amt="0"/>
              </a:blip>
              <a:stretch>
                <a:fillRect l="0" t="-16426" r="0" b="-16426"/>
              </a:stretch>
            </a:blipFill>
          </p:spPr>
        </p:sp>
        <p:sp>
          <p:nvSpPr>
            <p:cNvPr name="TextBox 22" id="22"/>
            <p:cNvSpPr txBox="true"/>
            <p:nvPr/>
          </p:nvSpPr>
          <p:spPr>
            <a:xfrm>
              <a:off x="0" y="-19050"/>
              <a:ext cx="3657600" cy="1091946"/>
            </a:xfrm>
            <a:prstGeom prst="rect">
              <a:avLst/>
            </a:prstGeom>
          </p:spPr>
          <p:txBody>
            <a:bodyPr anchor="ctr" rtlCol="false" tIns="0" lIns="0" bIns="0" rIns="0"/>
            <a:lstStyle/>
            <a:p>
              <a:pPr algn="l">
                <a:lnSpc>
                  <a:spcPts val="2640"/>
                </a:lnSpc>
              </a:pPr>
              <a:r>
                <a:rPr lang="en-US" sz="2200" b="true">
                  <a:solidFill>
                    <a:srgbClr val="6AF7C4"/>
                  </a:solidFill>
                  <a:latin typeface="Arial Bold"/>
                  <a:ea typeface="Arial Bold"/>
                  <a:cs typeface="Arial Bold"/>
                  <a:sym typeface="Arial Bold"/>
                </a:rPr>
                <a:t>Built With</a:t>
              </a:r>
            </a:p>
          </p:txBody>
        </p:sp>
      </p:grpSp>
      <p:grpSp>
        <p:nvGrpSpPr>
          <p:cNvPr name="Group 23" id="23"/>
          <p:cNvGrpSpPr/>
          <p:nvPr/>
        </p:nvGrpSpPr>
        <p:grpSpPr>
          <a:xfrm rot="0">
            <a:off x="3657600" y="6035040"/>
            <a:ext cx="13716000" cy="804672"/>
            <a:chOff x="0" y="0"/>
            <a:chExt cx="18288000" cy="1072896"/>
          </a:xfrm>
        </p:grpSpPr>
        <p:sp>
          <p:nvSpPr>
            <p:cNvPr name="Freeform 24" id="24"/>
            <p:cNvSpPr/>
            <p:nvPr/>
          </p:nvSpPr>
          <p:spPr>
            <a:xfrm flipH="false" flipV="false" rot="0">
              <a:off x="0" y="0"/>
              <a:ext cx="18288000" cy="1072896"/>
            </a:xfrm>
            <a:custGeom>
              <a:avLst/>
              <a:gdLst/>
              <a:ahLst/>
              <a:cxnLst/>
              <a:rect r="r" b="b" t="t" l="l"/>
              <a:pathLst>
                <a:path h="1072896" w="18288000">
                  <a:moveTo>
                    <a:pt x="0" y="0"/>
                  </a:moveTo>
                  <a:lnTo>
                    <a:pt x="18288000" y="0"/>
                  </a:lnTo>
                  <a:lnTo>
                    <a:pt x="18288000" y="1072896"/>
                  </a:lnTo>
                  <a:lnTo>
                    <a:pt x="0" y="1072896"/>
                  </a:lnTo>
                  <a:close/>
                </a:path>
              </a:pathLst>
            </a:custGeom>
            <a:blipFill>
              <a:blip r:embed="rId2">
                <a:alphaModFix amt="0"/>
              </a:blip>
              <a:stretch>
                <a:fillRect l="0" t="-282131" r="0" b="-282131"/>
              </a:stretch>
            </a:blipFill>
          </p:spPr>
        </p:sp>
        <p:sp>
          <p:nvSpPr>
            <p:cNvPr name="TextBox 25" id="25"/>
            <p:cNvSpPr txBox="true"/>
            <p:nvPr/>
          </p:nvSpPr>
          <p:spPr>
            <a:xfrm>
              <a:off x="0" y="-47625"/>
              <a:ext cx="18288000" cy="1120521"/>
            </a:xfrm>
            <a:prstGeom prst="rect">
              <a:avLst/>
            </a:prstGeom>
          </p:spPr>
          <p:txBody>
            <a:bodyPr anchor="ctr" rtlCol="false" tIns="0" lIns="0" bIns="0" rIns="0"/>
            <a:lstStyle/>
            <a:p>
              <a:pPr algn="l">
                <a:lnSpc>
                  <a:spcPts val="2640"/>
                </a:lnSpc>
              </a:pPr>
              <a:r>
                <a:rPr lang="en-US" sz="2200">
                  <a:solidFill>
                    <a:srgbClr val="E8E8F0"/>
                  </a:solidFill>
                  <a:latin typeface="Calibri (MS)"/>
                  <a:ea typeface="Calibri (MS)"/>
                  <a:cs typeface="Calibri (MS)"/>
                  <a:sym typeface="Calibri (MS)"/>
                </a:rPr>
                <a:t>Django · Python · SQLite · HTML · CSS · JS</a:t>
              </a:r>
            </a:p>
          </p:txBody>
        </p:sp>
      </p:grpSp>
      <p:grpSp>
        <p:nvGrpSpPr>
          <p:cNvPr name="Group 26" id="26"/>
          <p:cNvGrpSpPr/>
          <p:nvPr/>
        </p:nvGrpSpPr>
        <p:grpSpPr>
          <a:xfrm rot="0">
            <a:off x="544830" y="6982206"/>
            <a:ext cx="17198340" cy="812292"/>
            <a:chOff x="0" y="0"/>
            <a:chExt cx="22931120" cy="1083056"/>
          </a:xfrm>
        </p:grpSpPr>
        <p:sp>
          <p:nvSpPr>
            <p:cNvPr name="Freeform 27" id="27"/>
            <p:cNvSpPr/>
            <p:nvPr/>
          </p:nvSpPr>
          <p:spPr>
            <a:xfrm flipH="false" flipV="false" rot="0">
              <a:off x="5080" y="5080"/>
              <a:ext cx="22920959" cy="1072896"/>
            </a:xfrm>
            <a:custGeom>
              <a:avLst/>
              <a:gdLst/>
              <a:ahLst/>
              <a:cxnLst/>
              <a:rect r="r" b="b" t="t" l="l"/>
              <a:pathLst>
                <a:path h="1072896" w="22920959">
                  <a:moveTo>
                    <a:pt x="0" y="0"/>
                  </a:moveTo>
                  <a:lnTo>
                    <a:pt x="22920959" y="0"/>
                  </a:lnTo>
                  <a:lnTo>
                    <a:pt x="22920959" y="1072896"/>
                  </a:lnTo>
                  <a:lnTo>
                    <a:pt x="0" y="1072896"/>
                  </a:lnTo>
                  <a:close/>
                </a:path>
              </a:pathLst>
            </a:custGeom>
            <a:solidFill>
              <a:srgbClr val="13132A"/>
            </a:solidFill>
          </p:spPr>
        </p:sp>
        <p:sp>
          <p:nvSpPr>
            <p:cNvPr name="Freeform 28" id="28"/>
            <p:cNvSpPr/>
            <p:nvPr/>
          </p:nvSpPr>
          <p:spPr>
            <a:xfrm flipH="false" flipV="false" rot="0">
              <a:off x="0" y="0"/>
              <a:ext cx="22931120" cy="1083056"/>
            </a:xfrm>
            <a:custGeom>
              <a:avLst/>
              <a:gdLst/>
              <a:ahLst/>
              <a:cxnLst/>
              <a:rect r="r" b="b" t="t" l="l"/>
              <a:pathLst>
                <a:path h="1083056" w="22931120">
                  <a:moveTo>
                    <a:pt x="5080" y="0"/>
                  </a:moveTo>
                  <a:lnTo>
                    <a:pt x="22926039" y="0"/>
                  </a:lnTo>
                  <a:cubicBezTo>
                    <a:pt x="22928833" y="0"/>
                    <a:pt x="22931120" y="2286"/>
                    <a:pt x="22931120" y="5080"/>
                  </a:cubicBezTo>
                  <a:lnTo>
                    <a:pt x="22931120" y="1077976"/>
                  </a:lnTo>
                  <a:cubicBezTo>
                    <a:pt x="22931120" y="1080770"/>
                    <a:pt x="22928833" y="1083056"/>
                    <a:pt x="22926039" y="1083056"/>
                  </a:cubicBezTo>
                  <a:lnTo>
                    <a:pt x="5080" y="1083056"/>
                  </a:lnTo>
                  <a:cubicBezTo>
                    <a:pt x="2286" y="1083056"/>
                    <a:pt x="0" y="1080770"/>
                    <a:pt x="0" y="1077976"/>
                  </a:cubicBezTo>
                  <a:lnTo>
                    <a:pt x="0" y="5080"/>
                  </a:lnTo>
                  <a:cubicBezTo>
                    <a:pt x="0" y="2286"/>
                    <a:pt x="2286" y="0"/>
                    <a:pt x="5080" y="0"/>
                  </a:cubicBezTo>
                  <a:moveTo>
                    <a:pt x="5080" y="10160"/>
                  </a:moveTo>
                  <a:lnTo>
                    <a:pt x="5080" y="5080"/>
                  </a:lnTo>
                  <a:lnTo>
                    <a:pt x="10160" y="5080"/>
                  </a:lnTo>
                  <a:lnTo>
                    <a:pt x="10160" y="1077976"/>
                  </a:lnTo>
                  <a:lnTo>
                    <a:pt x="5080" y="1077976"/>
                  </a:lnTo>
                  <a:lnTo>
                    <a:pt x="5080" y="1072896"/>
                  </a:lnTo>
                  <a:lnTo>
                    <a:pt x="22926039" y="1072896"/>
                  </a:lnTo>
                  <a:lnTo>
                    <a:pt x="22926039" y="1077976"/>
                  </a:lnTo>
                  <a:lnTo>
                    <a:pt x="22920959" y="1077976"/>
                  </a:lnTo>
                  <a:lnTo>
                    <a:pt x="22920959" y="5080"/>
                  </a:lnTo>
                  <a:lnTo>
                    <a:pt x="22926039" y="5080"/>
                  </a:lnTo>
                  <a:lnTo>
                    <a:pt x="22926039" y="10160"/>
                  </a:lnTo>
                  <a:lnTo>
                    <a:pt x="5080" y="10160"/>
                  </a:lnTo>
                  <a:close/>
                </a:path>
              </a:pathLst>
            </a:custGeom>
            <a:solidFill>
              <a:srgbClr val="6AF7C4"/>
            </a:solidFill>
          </p:spPr>
        </p:sp>
      </p:grpSp>
      <p:grpSp>
        <p:nvGrpSpPr>
          <p:cNvPr name="Group 29" id="29"/>
          <p:cNvGrpSpPr/>
          <p:nvPr/>
        </p:nvGrpSpPr>
        <p:grpSpPr>
          <a:xfrm rot="0">
            <a:off x="822960" y="6986016"/>
            <a:ext cx="2743200" cy="804672"/>
            <a:chOff x="0" y="0"/>
            <a:chExt cx="3657600" cy="1072896"/>
          </a:xfrm>
        </p:grpSpPr>
        <p:sp>
          <p:nvSpPr>
            <p:cNvPr name="Freeform 30" id="30"/>
            <p:cNvSpPr/>
            <p:nvPr/>
          </p:nvSpPr>
          <p:spPr>
            <a:xfrm flipH="false" flipV="false" rot="0">
              <a:off x="0" y="0"/>
              <a:ext cx="3657600" cy="1072896"/>
            </a:xfrm>
            <a:custGeom>
              <a:avLst/>
              <a:gdLst/>
              <a:ahLst/>
              <a:cxnLst/>
              <a:rect r="r" b="b" t="t" l="l"/>
              <a:pathLst>
                <a:path h="1072896" w="3657600">
                  <a:moveTo>
                    <a:pt x="0" y="0"/>
                  </a:moveTo>
                  <a:lnTo>
                    <a:pt x="3657600" y="0"/>
                  </a:lnTo>
                  <a:lnTo>
                    <a:pt x="3657600" y="1072896"/>
                  </a:lnTo>
                  <a:lnTo>
                    <a:pt x="0" y="1072896"/>
                  </a:lnTo>
                  <a:close/>
                </a:path>
              </a:pathLst>
            </a:custGeom>
            <a:blipFill>
              <a:blip r:embed="rId2">
                <a:alphaModFix amt="0"/>
              </a:blip>
              <a:stretch>
                <a:fillRect l="0" t="-16426" r="0" b="-16426"/>
              </a:stretch>
            </a:blipFill>
          </p:spPr>
        </p:sp>
        <p:sp>
          <p:nvSpPr>
            <p:cNvPr name="TextBox 31" id="31"/>
            <p:cNvSpPr txBox="true"/>
            <p:nvPr/>
          </p:nvSpPr>
          <p:spPr>
            <a:xfrm>
              <a:off x="0" y="-19050"/>
              <a:ext cx="3657600" cy="1091946"/>
            </a:xfrm>
            <a:prstGeom prst="rect">
              <a:avLst/>
            </a:prstGeom>
          </p:spPr>
          <p:txBody>
            <a:bodyPr anchor="ctr" rtlCol="false" tIns="0" lIns="0" bIns="0" rIns="0"/>
            <a:lstStyle/>
            <a:p>
              <a:pPr algn="l">
                <a:lnSpc>
                  <a:spcPts val="2640"/>
                </a:lnSpc>
              </a:pPr>
              <a:r>
                <a:rPr lang="en-US" sz="2200" b="true">
                  <a:solidFill>
                    <a:srgbClr val="6AF7C4"/>
                  </a:solidFill>
                  <a:latin typeface="Arial Bold"/>
                  <a:ea typeface="Arial Bold"/>
                  <a:cs typeface="Arial Bold"/>
                  <a:sym typeface="Arial Bold"/>
                </a:rPr>
                <a:t>APIs Used</a:t>
              </a:r>
            </a:p>
          </p:txBody>
        </p:sp>
      </p:grpSp>
      <p:grpSp>
        <p:nvGrpSpPr>
          <p:cNvPr name="Group 32" id="32"/>
          <p:cNvGrpSpPr/>
          <p:nvPr/>
        </p:nvGrpSpPr>
        <p:grpSpPr>
          <a:xfrm rot="0">
            <a:off x="3657600" y="6986016"/>
            <a:ext cx="13716000" cy="804672"/>
            <a:chOff x="0" y="0"/>
            <a:chExt cx="18288000" cy="1072896"/>
          </a:xfrm>
        </p:grpSpPr>
        <p:sp>
          <p:nvSpPr>
            <p:cNvPr name="Freeform 33" id="33"/>
            <p:cNvSpPr/>
            <p:nvPr/>
          </p:nvSpPr>
          <p:spPr>
            <a:xfrm flipH="false" flipV="false" rot="0">
              <a:off x="0" y="0"/>
              <a:ext cx="18288000" cy="1072896"/>
            </a:xfrm>
            <a:custGeom>
              <a:avLst/>
              <a:gdLst/>
              <a:ahLst/>
              <a:cxnLst/>
              <a:rect r="r" b="b" t="t" l="l"/>
              <a:pathLst>
                <a:path h="1072896" w="18288000">
                  <a:moveTo>
                    <a:pt x="0" y="0"/>
                  </a:moveTo>
                  <a:lnTo>
                    <a:pt x="18288000" y="0"/>
                  </a:lnTo>
                  <a:lnTo>
                    <a:pt x="18288000" y="1072896"/>
                  </a:lnTo>
                  <a:lnTo>
                    <a:pt x="0" y="1072896"/>
                  </a:lnTo>
                  <a:close/>
                </a:path>
              </a:pathLst>
            </a:custGeom>
            <a:blipFill>
              <a:blip r:embed="rId2">
                <a:alphaModFix amt="0"/>
              </a:blip>
              <a:stretch>
                <a:fillRect l="0" t="-282131" r="0" b="-282131"/>
              </a:stretch>
            </a:blipFill>
          </p:spPr>
        </p:sp>
        <p:sp>
          <p:nvSpPr>
            <p:cNvPr name="TextBox 34" id="34"/>
            <p:cNvSpPr txBox="true"/>
            <p:nvPr/>
          </p:nvSpPr>
          <p:spPr>
            <a:xfrm>
              <a:off x="0" y="-47625"/>
              <a:ext cx="18288000" cy="1120521"/>
            </a:xfrm>
            <a:prstGeom prst="rect">
              <a:avLst/>
            </a:prstGeom>
          </p:spPr>
          <p:txBody>
            <a:bodyPr anchor="ctr" rtlCol="false" tIns="0" lIns="0" bIns="0" rIns="0"/>
            <a:lstStyle/>
            <a:p>
              <a:pPr algn="l">
                <a:lnSpc>
                  <a:spcPts val="2640"/>
                </a:lnSpc>
              </a:pPr>
              <a:r>
                <a:rPr lang="en-US" sz="2200">
                  <a:solidFill>
                    <a:srgbClr val="E8E8F0"/>
                  </a:solidFill>
                  <a:latin typeface="Calibri (MS)"/>
                  <a:ea typeface="Calibri (MS)"/>
                  <a:cs typeface="Calibri (MS)"/>
                  <a:sym typeface="Calibri (MS)"/>
                </a:rPr>
                <a:t>TMDB · Jikan · OpenLibrary</a:t>
              </a:r>
            </a:p>
          </p:txBody>
        </p:sp>
      </p:grpSp>
      <p:grpSp>
        <p:nvGrpSpPr>
          <p:cNvPr name="Group 35" id="35"/>
          <p:cNvGrpSpPr/>
          <p:nvPr/>
        </p:nvGrpSpPr>
        <p:grpSpPr>
          <a:xfrm rot="0">
            <a:off x="544830" y="7933182"/>
            <a:ext cx="17198340" cy="812292"/>
            <a:chOff x="0" y="0"/>
            <a:chExt cx="22931120" cy="1083056"/>
          </a:xfrm>
        </p:grpSpPr>
        <p:sp>
          <p:nvSpPr>
            <p:cNvPr name="Freeform 36" id="36"/>
            <p:cNvSpPr/>
            <p:nvPr/>
          </p:nvSpPr>
          <p:spPr>
            <a:xfrm flipH="false" flipV="false" rot="0">
              <a:off x="5080" y="5080"/>
              <a:ext cx="22920959" cy="1072896"/>
            </a:xfrm>
            <a:custGeom>
              <a:avLst/>
              <a:gdLst/>
              <a:ahLst/>
              <a:cxnLst/>
              <a:rect r="r" b="b" t="t" l="l"/>
              <a:pathLst>
                <a:path h="1072896" w="22920959">
                  <a:moveTo>
                    <a:pt x="0" y="0"/>
                  </a:moveTo>
                  <a:lnTo>
                    <a:pt x="22920959" y="0"/>
                  </a:lnTo>
                  <a:lnTo>
                    <a:pt x="22920959" y="1072896"/>
                  </a:lnTo>
                  <a:lnTo>
                    <a:pt x="0" y="1072896"/>
                  </a:lnTo>
                  <a:close/>
                </a:path>
              </a:pathLst>
            </a:custGeom>
            <a:solidFill>
              <a:srgbClr val="1A1A35"/>
            </a:solidFill>
          </p:spPr>
        </p:sp>
        <p:sp>
          <p:nvSpPr>
            <p:cNvPr name="Freeform 37" id="37"/>
            <p:cNvSpPr/>
            <p:nvPr/>
          </p:nvSpPr>
          <p:spPr>
            <a:xfrm flipH="false" flipV="false" rot="0">
              <a:off x="0" y="0"/>
              <a:ext cx="22931120" cy="1083056"/>
            </a:xfrm>
            <a:custGeom>
              <a:avLst/>
              <a:gdLst/>
              <a:ahLst/>
              <a:cxnLst/>
              <a:rect r="r" b="b" t="t" l="l"/>
              <a:pathLst>
                <a:path h="1083056" w="22931120">
                  <a:moveTo>
                    <a:pt x="5080" y="0"/>
                  </a:moveTo>
                  <a:lnTo>
                    <a:pt x="22926039" y="0"/>
                  </a:lnTo>
                  <a:cubicBezTo>
                    <a:pt x="22928833" y="0"/>
                    <a:pt x="22931120" y="2286"/>
                    <a:pt x="22931120" y="5080"/>
                  </a:cubicBezTo>
                  <a:lnTo>
                    <a:pt x="22931120" y="1077976"/>
                  </a:lnTo>
                  <a:cubicBezTo>
                    <a:pt x="22931120" y="1080770"/>
                    <a:pt x="22928833" y="1083056"/>
                    <a:pt x="22926039" y="1083056"/>
                  </a:cubicBezTo>
                  <a:lnTo>
                    <a:pt x="5080" y="1083056"/>
                  </a:lnTo>
                  <a:cubicBezTo>
                    <a:pt x="2286" y="1083056"/>
                    <a:pt x="0" y="1080770"/>
                    <a:pt x="0" y="1077976"/>
                  </a:cubicBezTo>
                  <a:lnTo>
                    <a:pt x="0" y="5080"/>
                  </a:lnTo>
                  <a:cubicBezTo>
                    <a:pt x="0" y="2286"/>
                    <a:pt x="2286" y="0"/>
                    <a:pt x="5080" y="0"/>
                  </a:cubicBezTo>
                  <a:moveTo>
                    <a:pt x="5080" y="10160"/>
                  </a:moveTo>
                  <a:lnTo>
                    <a:pt x="5080" y="5080"/>
                  </a:lnTo>
                  <a:lnTo>
                    <a:pt x="10160" y="5080"/>
                  </a:lnTo>
                  <a:lnTo>
                    <a:pt x="10160" y="1077976"/>
                  </a:lnTo>
                  <a:lnTo>
                    <a:pt x="5080" y="1077976"/>
                  </a:lnTo>
                  <a:lnTo>
                    <a:pt x="5080" y="1072896"/>
                  </a:lnTo>
                  <a:lnTo>
                    <a:pt x="22926039" y="1072896"/>
                  </a:lnTo>
                  <a:lnTo>
                    <a:pt x="22926039" y="1077976"/>
                  </a:lnTo>
                  <a:lnTo>
                    <a:pt x="22920959" y="1077976"/>
                  </a:lnTo>
                  <a:lnTo>
                    <a:pt x="22920959" y="5080"/>
                  </a:lnTo>
                  <a:lnTo>
                    <a:pt x="22926039" y="5080"/>
                  </a:lnTo>
                  <a:lnTo>
                    <a:pt x="22926039" y="10160"/>
                  </a:lnTo>
                  <a:lnTo>
                    <a:pt x="5080" y="10160"/>
                  </a:lnTo>
                  <a:close/>
                </a:path>
              </a:pathLst>
            </a:custGeom>
            <a:solidFill>
              <a:srgbClr val="6AF7C4"/>
            </a:solidFill>
          </p:spPr>
        </p:sp>
      </p:grpSp>
      <p:grpSp>
        <p:nvGrpSpPr>
          <p:cNvPr name="Group 38" id="38"/>
          <p:cNvGrpSpPr/>
          <p:nvPr/>
        </p:nvGrpSpPr>
        <p:grpSpPr>
          <a:xfrm rot="0">
            <a:off x="822960" y="7936992"/>
            <a:ext cx="2743200" cy="804672"/>
            <a:chOff x="0" y="0"/>
            <a:chExt cx="3657600" cy="1072896"/>
          </a:xfrm>
        </p:grpSpPr>
        <p:sp>
          <p:nvSpPr>
            <p:cNvPr name="Freeform 39" id="39"/>
            <p:cNvSpPr/>
            <p:nvPr/>
          </p:nvSpPr>
          <p:spPr>
            <a:xfrm flipH="false" flipV="false" rot="0">
              <a:off x="0" y="0"/>
              <a:ext cx="3657600" cy="1072896"/>
            </a:xfrm>
            <a:custGeom>
              <a:avLst/>
              <a:gdLst/>
              <a:ahLst/>
              <a:cxnLst/>
              <a:rect r="r" b="b" t="t" l="l"/>
              <a:pathLst>
                <a:path h="1072896" w="3657600">
                  <a:moveTo>
                    <a:pt x="0" y="0"/>
                  </a:moveTo>
                  <a:lnTo>
                    <a:pt x="3657600" y="0"/>
                  </a:lnTo>
                  <a:lnTo>
                    <a:pt x="3657600" y="1072896"/>
                  </a:lnTo>
                  <a:lnTo>
                    <a:pt x="0" y="1072896"/>
                  </a:lnTo>
                  <a:close/>
                </a:path>
              </a:pathLst>
            </a:custGeom>
            <a:blipFill>
              <a:blip r:embed="rId2">
                <a:alphaModFix amt="0"/>
              </a:blip>
              <a:stretch>
                <a:fillRect l="0" t="-16426" r="0" b="-16426"/>
              </a:stretch>
            </a:blipFill>
          </p:spPr>
        </p:sp>
        <p:sp>
          <p:nvSpPr>
            <p:cNvPr name="TextBox 40" id="40"/>
            <p:cNvSpPr txBox="true"/>
            <p:nvPr/>
          </p:nvSpPr>
          <p:spPr>
            <a:xfrm>
              <a:off x="0" y="-19050"/>
              <a:ext cx="3657600" cy="1091946"/>
            </a:xfrm>
            <a:prstGeom prst="rect">
              <a:avLst/>
            </a:prstGeom>
          </p:spPr>
          <p:txBody>
            <a:bodyPr anchor="ctr" rtlCol="false" tIns="0" lIns="0" bIns="0" rIns="0"/>
            <a:lstStyle/>
            <a:p>
              <a:pPr algn="l">
                <a:lnSpc>
                  <a:spcPts val="2640"/>
                </a:lnSpc>
              </a:pPr>
              <a:r>
                <a:rPr lang="en-US" sz="2200" b="true">
                  <a:solidFill>
                    <a:srgbClr val="6AF7C4"/>
                  </a:solidFill>
                  <a:latin typeface="Arial Bold"/>
                  <a:ea typeface="Arial Bold"/>
                  <a:cs typeface="Arial Bold"/>
                  <a:sym typeface="Arial Bold"/>
                </a:rPr>
                <a:t>Key Skills</a:t>
              </a:r>
            </a:p>
          </p:txBody>
        </p:sp>
      </p:grpSp>
      <p:grpSp>
        <p:nvGrpSpPr>
          <p:cNvPr name="Group 41" id="41"/>
          <p:cNvGrpSpPr/>
          <p:nvPr/>
        </p:nvGrpSpPr>
        <p:grpSpPr>
          <a:xfrm rot="0">
            <a:off x="3657600" y="7936992"/>
            <a:ext cx="13716000" cy="804672"/>
            <a:chOff x="0" y="0"/>
            <a:chExt cx="18288000" cy="1072896"/>
          </a:xfrm>
        </p:grpSpPr>
        <p:sp>
          <p:nvSpPr>
            <p:cNvPr name="Freeform 42" id="42"/>
            <p:cNvSpPr/>
            <p:nvPr/>
          </p:nvSpPr>
          <p:spPr>
            <a:xfrm flipH="false" flipV="false" rot="0">
              <a:off x="0" y="0"/>
              <a:ext cx="18288000" cy="1072896"/>
            </a:xfrm>
            <a:custGeom>
              <a:avLst/>
              <a:gdLst/>
              <a:ahLst/>
              <a:cxnLst/>
              <a:rect r="r" b="b" t="t" l="l"/>
              <a:pathLst>
                <a:path h="1072896" w="18288000">
                  <a:moveTo>
                    <a:pt x="0" y="0"/>
                  </a:moveTo>
                  <a:lnTo>
                    <a:pt x="18288000" y="0"/>
                  </a:lnTo>
                  <a:lnTo>
                    <a:pt x="18288000" y="1072896"/>
                  </a:lnTo>
                  <a:lnTo>
                    <a:pt x="0" y="1072896"/>
                  </a:lnTo>
                  <a:close/>
                </a:path>
              </a:pathLst>
            </a:custGeom>
            <a:blipFill>
              <a:blip r:embed="rId2">
                <a:alphaModFix amt="0"/>
              </a:blip>
              <a:stretch>
                <a:fillRect l="0" t="-282131" r="0" b="-282131"/>
              </a:stretch>
            </a:blipFill>
          </p:spPr>
        </p:sp>
        <p:sp>
          <p:nvSpPr>
            <p:cNvPr name="TextBox 43" id="43"/>
            <p:cNvSpPr txBox="true"/>
            <p:nvPr/>
          </p:nvSpPr>
          <p:spPr>
            <a:xfrm>
              <a:off x="0" y="-47625"/>
              <a:ext cx="18288000" cy="1120521"/>
            </a:xfrm>
            <a:prstGeom prst="rect">
              <a:avLst/>
            </a:prstGeom>
          </p:spPr>
          <p:txBody>
            <a:bodyPr anchor="ctr" rtlCol="false" tIns="0" lIns="0" bIns="0" rIns="0"/>
            <a:lstStyle/>
            <a:p>
              <a:pPr algn="l">
                <a:lnSpc>
                  <a:spcPts val="2640"/>
                </a:lnSpc>
              </a:pPr>
              <a:r>
                <a:rPr lang="en-US" sz="2200">
                  <a:solidFill>
                    <a:srgbClr val="E8E8F0"/>
                  </a:solidFill>
                  <a:latin typeface="Calibri (MS)"/>
                  <a:ea typeface="Calibri (MS)"/>
                  <a:cs typeface="Calibri (MS)"/>
                  <a:sym typeface="Calibri (MS)"/>
                </a:rPr>
                <a:t>Full Stack · REST APIs · Auth · ORM · UI/UX</a:t>
              </a:r>
            </a:p>
          </p:txBody>
        </p:sp>
      </p:grpSp>
      <p:grpSp>
        <p:nvGrpSpPr>
          <p:cNvPr name="Group 44" id="44"/>
          <p:cNvGrpSpPr/>
          <p:nvPr/>
        </p:nvGrpSpPr>
        <p:grpSpPr>
          <a:xfrm rot="0">
            <a:off x="544830" y="8884158"/>
            <a:ext cx="17198340" cy="812292"/>
            <a:chOff x="0" y="0"/>
            <a:chExt cx="22931120" cy="1083056"/>
          </a:xfrm>
        </p:grpSpPr>
        <p:sp>
          <p:nvSpPr>
            <p:cNvPr name="Freeform 45" id="45"/>
            <p:cNvSpPr/>
            <p:nvPr/>
          </p:nvSpPr>
          <p:spPr>
            <a:xfrm flipH="false" flipV="false" rot="0">
              <a:off x="5080" y="5080"/>
              <a:ext cx="22920959" cy="1072896"/>
            </a:xfrm>
            <a:custGeom>
              <a:avLst/>
              <a:gdLst/>
              <a:ahLst/>
              <a:cxnLst/>
              <a:rect r="r" b="b" t="t" l="l"/>
              <a:pathLst>
                <a:path h="1072896" w="22920959">
                  <a:moveTo>
                    <a:pt x="0" y="0"/>
                  </a:moveTo>
                  <a:lnTo>
                    <a:pt x="22920959" y="0"/>
                  </a:lnTo>
                  <a:lnTo>
                    <a:pt x="22920959" y="1072896"/>
                  </a:lnTo>
                  <a:lnTo>
                    <a:pt x="0" y="1072896"/>
                  </a:lnTo>
                  <a:close/>
                </a:path>
              </a:pathLst>
            </a:custGeom>
            <a:solidFill>
              <a:srgbClr val="13132A"/>
            </a:solidFill>
          </p:spPr>
        </p:sp>
        <p:sp>
          <p:nvSpPr>
            <p:cNvPr name="Freeform 46" id="46"/>
            <p:cNvSpPr/>
            <p:nvPr/>
          </p:nvSpPr>
          <p:spPr>
            <a:xfrm flipH="false" flipV="false" rot="0">
              <a:off x="0" y="0"/>
              <a:ext cx="22931120" cy="1083056"/>
            </a:xfrm>
            <a:custGeom>
              <a:avLst/>
              <a:gdLst/>
              <a:ahLst/>
              <a:cxnLst/>
              <a:rect r="r" b="b" t="t" l="l"/>
              <a:pathLst>
                <a:path h="1083056" w="22931120">
                  <a:moveTo>
                    <a:pt x="5080" y="0"/>
                  </a:moveTo>
                  <a:lnTo>
                    <a:pt x="22926039" y="0"/>
                  </a:lnTo>
                  <a:cubicBezTo>
                    <a:pt x="22928833" y="0"/>
                    <a:pt x="22931120" y="2286"/>
                    <a:pt x="22931120" y="5080"/>
                  </a:cubicBezTo>
                  <a:lnTo>
                    <a:pt x="22931120" y="1077976"/>
                  </a:lnTo>
                  <a:cubicBezTo>
                    <a:pt x="22931120" y="1080770"/>
                    <a:pt x="22928833" y="1083056"/>
                    <a:pt x="22926039" y="1083056"/>
                  </a:cubicBezTo>
                  <a:lnTo>
                    <a:pt x="5080" y="1083056"/>
                  </a:lnTo>
                  <a:cubicBezTo>
                    <a:pt x="2286" y="1083056"/>
                    <a:pt x="0" y="1080770"/>
                    <a:pt x="0" y="1077976"/>
                  </a:cubicBezTo>
                  <a:lnTo>
                    <a:pt x="0" y="5080"/>
                  </a:lnTo>
                  <a:cubicBezTo>
                    <a:pt x="0" y="2286"/>
                    <a:pt x="2286" y="0"/>
                    <a:pt x="5080" y="0"/>
                  </a:cubicBezTo>
                  <a:moveTo>
                    <a:pt x="5080" y="10160"/>
                  </a:moveTo>
                  <a:lnTo>
                    <a:pt x="5080" y="5080"/>
                  </a:lnTo>
                  <a:lnTo>
                    <a:pt x="10160" y="5080"/>
                  </a:lnTo>
                  <a:lnTo>
                    <a:pt x="10160" y="1077976"/>
                  </a:lnTo>
                  <a:lnTo>
                    <a:pt x="5080" y="1077976"/>
                  </a:lnTo>
                  <a:lnTo>
                    <a:pt x="5080" y="1072896"/>
                  </a:lnTo>
                  <a:lnTo>
                    <a:pt x="22926039" y="1072896"/>
                  </a:lnTo>
                  <a:lnTo>
                    <a:pt x="22926039" y="1077976"/>
                  </a:lnTo>
                  <a:lnTo>
                    <a:pt x="22920959" y="1077976"/>
                  </a:lnTo>
                  <a:lnTo>
                    <a:pt x="22920959" y="5080"/>
                  </a:lnTo>
                  <a:lnTo>
                    <a:pt x="22926039" y="5080"/>
                  </a:lnTo>
                  <a:lnTo>
                    <a:pt x="22926039" y="10160"/>
                  </a:lnTo>
                  <a:lnTo>
                    <a:pt x="5080" y="10160"/>
                  </a:lnTo>
                  <a:close/>
                </a:path>
              </a:pathLst>
            </a:custGeom>
            <a:solidFill>
              <a:srgbClr val="6AF7C4"/>
            </a:solidFill>
          </p:spPr>
        </p:sp>
      </p:grpSp>
      <p:grpSp>
        <p:nvGrpSpPr>
          <p:cNvPr name="Group 47" id="47"/>
          <p:cNvGrpSpPr/>
          <p:nvPr/>
        </p:nvGrpSpPr>
        <p:grpSpPr>
          <a:xfrm rot="0">
            <a:off x="822960" y="8887968"/>
            <a:ext cx="2743200" cy="804672"/>
            <a:chOff x="0" y="0"/>
            <a:chExt cx="3657600" cy="1072896"/>
          </a:xfrm>
        </p:grpSpPr>
        <p:sp>
          <p:nvSpPr>
            <p:cNvPr name="Freeform 48" id="48"/>
            <p:cNvSpPr/>
            <p:nvPr/>
          </p:nvSpPr>
          <p:spPr>
            <a:xfrm flipH="false" flipV="false" rot="0">
              <a:off x="0" y="0"/>
              <a:ext cx="3657600" cy="1072896"/>
            </a:xfrm>
            <a:custGeom>
              <a:avLst/>
              <a:gdLst/>
              <a:ahLst/>
              <a:cxnLst/>
              <a:rect r="r" b="b" t="t" l="l"/>
              <a:pathLst>
                <a:path h="1072896" w="3657600">
                  <a:moveTo>
                    <a:pt x="0" y="0"/>
                  </a:moveTo>
                  <a:lnTo>
                    <a:pt x="3657600" y="0"/>
                  </a:lnTo>
                  <a:lnTo>
                    <a:pt x="3657600" y="1072896"/>
                  </a:lnTo>
                  <a:lnTo>
                    <a:pt x="0" y="1072896"/>
                  </a:lnTo>
                  <a:close/>
                </a:path>
              </a:pathLst>
            </a:custGeom>
            <a:blipFill>
              <a:blip r:embed="rId2">
                <a:alphaModFix amt="0"/>
              </a:blip>
              <a:stretch>
                <a:fillRect l="0" t="-16426" r="0" b="-16426"/>
              </a:stretch>
            </a:blipFill>
          </p:spPr>
        </p:sp>
        <p:sp>
          <p:nvSpPr>
            <p:cNvPr name="TextBox 49" id="49"/>
            <p:cNvSpPr txBox="true"/>
            <p:nvPr/>
          </p:nvSpPr>
          <p:spPr>
            <a:xfrm>
              <a:off x="0" y="-19050"/>
              <a:ext cx="3657600" cy="1091946"/>
            </a:xfrm>
            <a:prstGeom prst="rect">
              <a:avLst/>
            </a:prstGeom>
          </p:spPr>
          <p:txBody>
            <a:bodyPr anchor="ctr" rtlCol="false" tIns="0" lIns="0" bIns="0" rIns="0"/>
            <a:lstStyle/>
            <a:p>
              <a:pPr algn="l">
                <a:lnSpc>
                  <a:spcPts val="2640"/>
                </a:lnSpc>
              </a:pPr>
              <a:r>
                <a:rPr lang="en-US" sz="2200" b="true">
                  <a:solidFill>
                    <a:srgbClr val="6AF7C4"/>
                  </a:solidFill>
                  <a:latin typeface="Arial Bold"/>
                  <a:ea typeface="Arial Bold"/>
                  <a:cs typeface="Arial Bold"/>
                  <a:sym typeface="Arial Bold"/>
                </a:rPr>
                <a:t>GitHub</a:t>
              </a:r>
            </a:p>
          </p:txBody>
        </p:sp>
      </p:grpSp>
      <p:grpSp>
        <p:nvGrpSpPr>
          <p:cNvPr name="Group 50" id="50"/>
          <p:cNvGrpSpPr/>
          <p:nvPr/>
        </p:nvGrpSpPr>
        <p:grpSpPr>
          <a:xfrm rot="0">
            <a:off x="3657600" y="8887968"/>
            <a:ext cx="13716000" cy="804672"/>
            <a:chOff x="0" y="0"/>
            <a:chExt cx="18288000" cy="1072896"/>
          </a:xfrm>
        </p:grpSpPr>
        <p:sp>
          <p:nvSpPr>
            <p:cNvPr name="Freeform 51" id="51"/>
            <p:cNvSpPr/>
            <p:nvPr/>
          </p:nvSpPr>
          <p:spPr>
            <a:xfrm flipH="false" flipV="false" rot="0">
              <a:off x="0" y="0"/>
              <a:ext cx="18288000" cy="1072896"/>
            </a:xfrm>
            <a:custGeom>
              <a:avLst/>
              <a:gdLst/>
              <a:ahLst/>
              <a:cxnLst/>
              <a:rect r="r" b="b" t="t" l="l"/>
              <a:pathLst>
                <a:path h="1072896" w="18288000">
                  <a:moveTo>
                    <a:pt x="0" y="0"/>
                  </a:moveTo>
                  <a:lnTo>
                    <a:pt x="18288000" y="0"/>
                  </a:lnTo>
                  <a:lnTo>
                    <a:pt x="18288000" y="1072896"/>
                  </a:lnTo>
                  <a:lnTo>
                    <a:pt x="0" y="1072896"/>
                  </a:lnTo>
                  <a:close/>
                </a:path>
              </a:pathLst>
            </a:custGeom>
            <a:blipFill>
              <a:blip r:embed="rId2">
                <a:alphaModFix amt="0"/>
              </a:blip>
              <a:stretch>
                <a:fillRect l="0" t="-282131" r="0" b="-282131"/>
              </a:stretch>
            </a:blipFill>
          </p:spPr>
        </p:sp>
        <p:sp>
          <p:nvSpPr>
            <p:cNvPr name="TextBox 52" id="52"/>
            <p:cNvSpPr txBox="true"/>
            <p:nvPr/>
          </p:nvSpPr>
          <p:spPr>
            <a:xfrm>
              <a:off x="0" y="-47625"/>
              <a:ext cx="18288000" cy="1120521"/>
            </a:xfrm>
            <a:prstGeom prst="rect">
              <a:avLst/>
            </a:prstGeom>
          </p:spPr>
          <p:txBody>
            <a:bodyPr anchor="ctr" rtlCol="false" tIns="0" lIns="0" bIns="0" rIns="0"/>
            <a:lstStyle/>
            <a:p>
              <a:pPr algn="l">
                <a:lnSpc>
                  <a:spcPts val="2640"/>
                </a:lnSpc>
              </a:pPr>
              <a:r>
                <a:rPr lang="en-US" sz="2200">
                  <a:solidFill>
                    <a:srgbClr val="E8E8F0"/>
                  </a:solidFill>
                  <a:latin typeface="Calibri (MS)"/>
                  <a:ea typeface="Calibri (MS)"/>
                  <a:cs typeface="Calibri (MS)"/>
                  <a:sym typeface="Calibri (MS)"/>
                </a:rPr>
                <a:t>github.com/hansikag22-del/TRAKORY-</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132" t="-7062" r="0" b="-7062"/>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128279" cy="10378440"/>
          </a:xfrm>
          <a:custGeom>
            <a:avLst/>
            <a:gdLst/>
            <a:ahLst/>
            <a:cxnLst/>
            <a:rect r="r" b="b" t="t" l="l"/>
            <a:pathLst>
              <a:path h="10378440" w="18128279">
                <a:moveTo>
                  <a:pt x="0" y="0"/>
                </a:moveTo>
                <a:lnTo>
                  <a:pt x="18128279" y="0"/>
                </a:lnTo>
                <a:lnTo>
                  <a:pt x="18128279" y="10378440"/>
                </a:lnTo>
                <a:lnTo>
                  <a:pt x="0" y="10378440"/>
                </a:lnTo>
                <a:lnTo>
                  <a:pt x="0" y="0"/>
                </a:lnTo>
                <a:close/>
              </a:path>
            </a:pathLst>
          </a:custGeom>
          <a:blipFill>
            <a:blip r:embed="rId2"/>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167684" cy="10355580"/>
          </a:xfrm>
          <a:custGeom>
            <a:avLst/>
            <a:gdLst/>
            <a:ahLst/>
            <a:cxnLst/>
            <a:rect r="r" b="b" t="t" l="l"/>
            <a:pathLst>
              <a:path h="10355580" w="18167684">
                <a:moveTo>
                  <a:pt x="0" y="0"/>
                </a:moveTo>
                <a:lnTo>
                  <a:pt x="18167684" y="0"/>
                </a:lnTo>
                <a:lnTo>
                  <a:pt x="18167684" y="10355580"/>
                </a:lnTo>
                <a:lnTo>
                  <a:pt x="0" y="10355580"/>
                </a:lnTo>
                <a:lnTo>
                  <a:pt x="0" y="0"/>
                </a:lnTo>
                <a:close/>
              </a:path>
            </a:pathLst>
          </a:custGeom>
          <a:blipFill>
            <a:blip r:embed="rId2"/>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sp>
        <p:nvSpPr>
          <p:cNvPr name="Freeform 2" id="2"/>
          <p:cNvSpPr/>
          <p:nvPr/>
        </p:nvSpPr>
        <p:spPr>
          <a:xfrm flipH="false" flipV="false" rot="0">
            <a:off x="0" y="-80010"/>
            <a:ext cx="18288000" cy="10447020"/>
          </a:xfrm>
          <a:custGeom>
            <a:avLst/>
            <a:gdLst/>
            <a:ahLst/>
            <a:cxnLst/>
            <a:rect r="r" b="b" t="t" l="l"/>
            <a:pathLst>
              <a:path h="10447020" w="18288000">
                <a:moveTo>
                  <a:pt x="0" y="0"/>
                </a:moveTo>
                <a:lnTo>
                  <a:pt x="18288000" y="0"/>
                </a:lnTo>
                <a:lnTo>
                  <a:pt x="18288000" y="10447020"/>
                </a:lnTo>
                <a:lnTo>
                  <a:pt x="0" y="10447020"/>
                </a:lnTo>
                <a:lnTo>
                  <a:pt x="0" y="0"/>
                </a:lnTo>
                <a:close/>
              </a:path>
            </a:pathLst>
          </a:custGeom>
          <a:blipFill>
            <a:blip r:embed="rId2"/>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07436" cy="10332720"/>
          </a:xfrm>
          <a:custGeom>
            <a:avLst/>
            <a:gdLst/>
            <a:ahLst/>
            <a:cxnLst/>
            <a:rect r="r" b="b" t="t" l="l"/>
            <a:pathLst>
              <a:path h="10332720" w="18207436">
                <a:moveTo>
                  <a:pt x="0" y="0"/>
                </a:moveTo>
                <a:lnTo>
                  <a:pt x="18207436" y="0"/>
                </a:lnTo>
                <a:lnTo>
                  <a:pt x="18207436" y="10332720"/>
                </a:lnTo>
                <a:lnTo>
                  <a:pt x="0" y="10332720"/>
                </a:lnTo>
                <a:lnTo>
                  <a:pt x="0" y="0"/>
                </a:lnTo>
                <a:close/>
              </a:path>
            </a:pathLst>
          </a:custGeom>
          <a:blipFill>
            <a:blip r:embed="rId2"/>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sp>
        <p:nvSpPr>
          <p:cNvPr name="Freeform 2" id="2"/>
          <p:cNvSpPr/>
          <p:nvPr/>
        </p:nvSpPr>
        <p:spPr>
          <a:xfrm flipH="false" flipV="false" rot="0">
            <a:off x="-195975" y="0"/>
            <a:ext cx="18483975" cy="10478000"/>
          </a:xfrm>
          <a:custGeom>
            <a:avLst/>
            <a:gdLst/>
            <a:ahLst/>
            <a:cxnLst/>
            <a:rect r="r" b="b" t="t" l="l"/>
            <a:pathLst>
              <a:path h="10478000" w="18483975">
                <a:moveTo>
                  <a:pt x="0" y="0"/>
                </a:moveTo>
                <a:lnTo>
                  <a:pt x="18483975" y="0"/>
                </a:lnTo>
                <a:lnTo>
                  <a:pt x="18483975" y="10478000"/>
                </a:lnTo>
                <a:lnTo>
                  <a:pt x="0" y="10478000"/>
                </a:lnTo>
                <a:lnTo>
                  <a:pt x="0" y="0"/>
                </a:lnTo>
                <a:close/>
              </a:path>
            </a:pathLst>
          </a:custGeom>
          <a:blipFill>
            <a:blip r:embed="rId2"/>
            <a:stretch>
              <a:fillRect l="0" t="-496" r="0" b="-496"/>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grpSp>
        <p:nvGrpSpPr>
          <p:cNvPr name="Group 2" id="2"/>
          <p:cNvGrpSpPr/>
          <p:nvPr/>
        </p:nvGrpSpPr>
        <p:grpSpPr>
          <a:xfrm rot="0">
            <a:off x="-3670297" y="-3670297"/>
            <a:ext cx="10998203" cy="10998203"/>
            <a:chOff x="0" y="0"/>
            <a:chExt cx="14664271" cy="14664271"/>
          </a:xfrm>
        </p:grpSpPr>
        <p:sp>
          <p:nvSpPr>
            <p:cNvPr name="Freeform 3" id="3"/>
            <p:cNvSpPr/>
            <p:nvPr/>
          </p:nvSpPr>
          <p:spPr>
            <a:xfrm flipH="false" flipV="false" rot="0">
              <a:off x="16891" y="16891"/>
              <a:ext cx="14630399" cy="14630401"/>
            </a:xfrm>
            <a:custGeom>
              <a:avLst/>
              <a:gdLst/>
              <a:ahLst/>
              <a:cxnLst/>
              <a:rect r="r" b="b" t="t" l="l"/>
              <a:pathLst>
                <a:path h="14630401" w="14630399">
                  <a:moveTo>
                    <a:pt x="0" y="7315200"/>
                  </a:moveTo>
                  <a:cubicBezTo>
                    <a:pt x="0" y="3275076"/>
                    <a:pt x="3275076" y="0"/>
                    <a:pt x="7315200" y="0"/>
                  </a:cubicBezTo>
                  <a:cubicBezTo>
                    <a:pt x="11355324" y="0"/>
                    <a:pt x="14630399" y="3275076"/>
                    <a:pt x="14630399" y="7315200"/>
                  </a:cubicBezTo>
                  <a:cubicBezTo>
                    <a:pt x="14630399" y="11355324"/>
                    <a:pt x="11355324" y="14630401"/>
                    <a:pt x="7315200" y="14630401"/>
                  </a:cubicBezTo>
                  <a:cubicBezTo>
                    <a:pt x="3275076" y="14630401"/>
                    <a:pt x="0" y="11355324"/>
                    <a:pt x="0" y="7315200"/>
                  </a:cubicBezTo>
                  <a:close/>
                </a:path>
              </a:pathLst>
            </a:custGeom>
            <a:solidFill>
              <a:srgbClr val="7C6AF7">
                <a:alpha val="1176"/>
              </a:srgbClr>
            </a:solidFill>
          </p:spPr>
        </p:sp>
        <p:sp>
          <p:nvSpPr>
            <p:cNvPr name="Freeform 4" id="4"/>
            <p:cNvSpPr/>
            <p:nvPr/>
          </p:nvSpPr>
          <p:spPr>
            <a:xfrm flipH="false" flipV="false" rot="0">
              <a:off x="0" y="0"/>
              <a:ext cx="14664182" cy="14664182"/>
            </a:xfrm>
            <a:custGeom>
              <a:avLst/>
              <a:gdLst/>
              <a:ahLst/>
              <a:cxnLst/>
              <a:rect r="r" b="b" t="t" l="l"/>
              <a:pathLst>
                <a:path h="14664182" w="14664182">
                  <a:moveTo>
                    <a:pt x="0" y="7332091"/>
                  </a:moveTo>
                  <a:cubicBezTo>
                    <a:pt x="0" y="3282696"/>
                    <a:pt x="3282696" y="0"/>
                    <a:pt x="7332091" y="0"/>
                  </a:cubicBezTo>
                  <a:lnTo>
                    <a:pt x="7332091" y="16891"/>
                  </a:lnTo>
                  <a:lnTo>
                    <a:pt x="7332091" y="0"/>
                  </a:lnTo>
                  <a:cubicBezTo>
                    <a:pt x="11381487" y="0"/>
                    <a:pt x="14664182" y="3282696"/>
                    <a:pt x="14664182" y="7332091"/>
                  </a:cubicBezTo>
                  <a:lnTo>
                    <a:pt x="14647292" y="7332091"/>
                  </a:lnTo>
                  <a:lnTo>
                    <a:pt x="14664182" y="7332091"/>
                  </a:lnTo>
                  <a:cubicBezTo>
                    <a:pt x="14664182" y="11381487"/>
                    <a:pt x="11381487" y="14664182"/>
                    <a:pt x="7332091" y="14664182"/>
                  </a:cubicBezTo>
                  <a:lnTo>
                    <a:pt x="7332091" y="14647292"/>
                  </a:lnTo>
                  <a:lnTo>
                    <a:pt x="7332091" y="14664182"/>
                  </a:lnTo>
                  <a:cubicBezTo>
                    <a:pt x="3282696" y="14664310"/>
                    <a:pt x="0" y="11381613"/>
                    <a:pt x="0" y="7332091"/>
                  </a:cubicBezTo>
                  <a:lnTo>
                    <a:pt x="16891" y="7332091"/>
                  </a:lnTo>
                  <a:lnTo>
                    <a:pt x="31115" y="7341235"/>
                  </a:lnTo>
                  <a:cubicBezTo>
                    <a:pt x="27051" y="7347585"/>
                    <a:pt x="19304" y="7350379"/>
                    <a:pt x="12065" y="7348348"/>
                  </a:cubicBezTo>
                  <a:cubicBezTo>
                    <a:pt x="4826" y="7346315"/>
                    <a:pt x="0" y="7339584"/>
                    <a:pt x="0" y="7332091"/>
                  </a:cubicBezTo>
                  <a:moveTo>
                    <a:pt x="33909" y="7332091"/>
                  </a:moveTo>
                  <a:lnTo>
                    <a:pt x="16891" y="7332091"/>
                  </a:lnTo>
                  <a:lnTo>
                    <a:pt x="2667" y="7322948"/>
                  </a:lnTo>
                  <a:cubicBezTo>
                    <a:pt x="6731" y="7316598"/>
                    <a:pt x="14478" y="7313803"/>
                    <a:pt x="21717" y="7315835"/>
                  </a:cubicBezTo>
                  <a:cubicBezTo>
                    <a:pt x="28956" y="7317867"/>
                    <a:pt x="33909" y="7324598"/>
                    <a:pt x="33909" y="7332091"/>
                  </a:cubicBezTo>
                  <a:cubicBezTo>
                    <a:pt x="33909" y="11362817"/>
                    <a:pt x="3301365" y="14630400"/>
                    <a:pt x="7332091" y="14630400"/>
                  </a:cubicBezTo>
                  <a:cubicBezTo>
                    <a:pt x="11362817" y="14630400"/>
                    <a:pt x="14630400" y="11362817"/>
                    <a:pt x="14630400" y="7332091"/>
                  </a:cubicBezTo>
                  <a:cubicBezTo>
                    <a:pt x="14630400" y="3301365"/>
                    <a:pt x="11362817" y="33909"/>
                    <a:pt x="7332091" y="33909"/>
                  </a:cubicBezTo>
                  <a:lnTo>
                    <a:pt x="7332091" y="16891"/>
                  </a:lnTo>
                  <a:lnTo>
                    <a:pt x="7332091" y="33909"/>
                  </a:lnTo>
                  <a:cubicBezTo>
                    <a:pt x="3301365" y="33909"/>
                    <a:pt x="33909" y="3301365"/>
                    <a:pt x="33909" y="7332091"/>
                  </a:cubicBezTo>
                  <a:close/>
                </a:path>
              </a:pathLst>
            </a:custGeom>
            <a:solidFill>
              <a:srgbClr val="7C6AF7"/>
            </a:solidFill>
          </p:spPr>
        </p:sp>
      </p:grpSp>
      <p:grpSp>
        <p:nvGrpSpPr>
          <p:cNvPr name="Group 5" id="5"/>
          <p:cNvGrpSpPr/>
          <p:nvPr/>
        </p:nvGrpSpPr>
        <p:grpSpPr>
          <a:xfrm rot="0">
            <a:off x="10960103" y="3644903"/>
            <a:ext cx="10998203" cy="10998203"/>
            <a:chOff x="0" y="0"/>
            <a:chExt cx="14664271" cy="14664271"/>
          </a:xfrm>
        </p:grpSpPr>
        <p:sp>
          <p:nvSpPr>
            <p:cNvPr name="Freeform 6" id="6"/>
            <p:cNvSpPr/>
            <p:nvPr/>
          </p:nvSpPr>
          <p:spPr>
            <a:xfrm flipH="false" flipV="false" rot="0">
              <a:off x="16891" y="16891"/>
              <a:ext cx="14630399" cy="14630401"/>
            </a:xfrm>
            <a:custGeom>
              <a:avLst/>
              <a:gdLst/>
              <a:ahLst/>
              <a:cxnLst/>
              <a:rect r="r" b="b" t="t" l="l"/>
              <a:pathLst>
                <a:path h="14630401" w="14630399">
                  <a:moveTo>
                    <a:pt x="0" y="7315200"/>
                  </a:moveTo>
                  <a:cubicBezTo>
                    <a:pt x="0" y="3275076"/>
                    <a:pt x="3275076" y="0"/>
                    <a:pt x="7315200" y="0"/>
                  </a:cubicBezTo>
                  <a:cubicBezTo>
                    <a:pt x="11355324" y="0"/>
                    <a:pt x="14630399" y="3275076"/>
                    <a:pt x="14630399" y="7315200"/>
                  </a:cubicBezTo>
                  <a:cubicBezTo>
                    <a:pt x="14630399" y="11355324"/>
                    <a:pt x="11355324" y="14630401"/>
                    <a:pt x="7315200" y="14630401"/>
                  </a:cubicBezTo>
                  <a:cubicBezTo>
                    <a:pt x="3275076" y="14630401"/>
                    <a:pt x="0" y="11355324"/>
                    <a:pt x="0" y="7315200"/>
                  </a:cubicBezTo>
                  <a:close/>
                </a:path>
              </a:pathLst>
            </a:custGeom>
            <a:solidFill>
              <a:srgbClr val="F76A6A">
                <a:alpha val="784"/>
              </a:srgbClr>
            </a:solidFill>
          </p:spPr>
        </p:sp>
        <p:sp>
          <p:nvSpPr>
            <p:cNvPr name="Freeform 7" id="7"/>
            <p:cNvSpPr/>
            <p:nvPr/>
          </p:nvSpPr>
          <p:spPr>
            <a:xfrm flipH="false" flipV="false" rot="0">
              <a:off x="0" y="0"/>
              <a:ext cx="14664182" cy="14664182"/>
            </a:xfrm>
            <a:custGeom>
              <a:avLst/>
              <a:gdLst/>
              <a:ahLst/>
              <a:cxnLst/>
              <a:rect r="r" b="b" t="t" l="l"/>
              <a:pathLst>
                <a:path h="14664182" w="14664182">
                  <a:moveTo>
                    <a:pt x="0" y="7332091"/>
                  </a:moveTo>
                  <a:cubicBezTo>
                    <a:pt x="0" y="3282696"/>
                    <a:pt x="3282696" y="0"/>
                    <a:pt x="7332091" y="0"/>
                  </a:cubicBezTo>
                  <a:lnTo>
                    <a:pt x="7332091" y="16891"/>
                  </a:lnTo>
                  <a:lnTo>
                    <a:pt x="7332091" y="0"/>
                  </a:lnTo>
                  <a:cubicBezTo>
                    <a:pt x="11381487" y="0"/>
                    <a:pt x="14664182" y="3282696"/>
                    <a:pt x="14664182" y="7332091"/>
                  </a:cubicBezTo>
                  <a:lnTo>
                    <a:pt x="14647292" y="7332091"/>
                  </a:lnTo>
                  <a:lnTo>
                    <a:pt x="14664182" y="7332091"/>
                  </a:lnTo>
                  <a:cubicBezTo>
                    <a:pt x="14664182" y="11381487"/>
                    <a:pt x="11381487" y="14664182"/>
                    <a:pt x="7332091" y="14664182"/>
                  </a:cubicBezTo>
                  <a:lnTo>
                    <a:pt x="7332091" y="14647292"/>
                  </a:lnTo>
                  <a:lnTo>
                    <a:pt x="7332091" y="14664182"/>
                  </a:lnTo>
                  <a:cubicBezTo>
                    <a:pt x="3282696" y="14664310"/>
                    <a:pt x="0" y="11381613"/>
                    <a:pt x="0" y="7332091"/>
                  </a:cubicBezTo>
                  <a:lnTo>
                    <a:pt x="16891" y="7332091"/>
                  </a:lnTo>
                  <a:lnTo>
                    <a:pt x="31115" y="7341235"/>
                  </a:lnTo>
                  <a:cubicBezTo>
                    <a:pt x="27051" y="7347585"/>
                    <a:pt x="19304" y="7350379"/>
                    <a:pt x="12065" y="7348348"/>
                  </a:cubicBezTo>
                  <a:cubicBezTo>
                    <a:pt x="4826" y="7346315"/>
                    <a:pt x="0" y="7339584"/>
                    <a:pt x="0" y="7332091"/>
                  </a:cubicBezTo>
                  <a:moveTo>
                    <a:pt x="33909" y="7332091"/>
                  </a:moveTo>
                  <a:lnTo>
                    <a:pt x="16891" y="7332091"/>
                  </a:lnTo>
                  <a:lnTo>
                    <a:pt x="2667" y="7322948"/>
                  </a:lnTo>
                  <a:cubicBezTo>
                    <a:pt x="6731" y="7316598"/>
                    <a:pt x="14478" y="7313803"/>
                    <a:pt x="21717" y="7315835"/>
                  </a:cubicBezTo>
                  <a:cubicBezTo>
                    <a:pt x="28956" y="7317867"/>
                    <a:pt x="33909" y="7324598"/>
                    <a:pt x="33909" y="7332091"/>
                  </a:cubicBezTo>
                  <a:cubicBezTo>
                    <a:pt x="33909" y="11362817"/>
                    <a:pt x="3301365" y="14630400"/>
                    <a:pt x="7332091" y="14630400"/>
                  </a:cubicBezTo>
                  <a:cubicBezTo>
                    <a:pt x="11362817" y="14630400"/>
                    <a:pt x="14630400" y="11362817"/>
                    <a:pt x="14630400" y="7332091"/>
                  </a:cubicBezTo>
                  <a:cubicBezTo>
                    <a:pt x="14630400" y="3301365"/>
                    <a:pt x="11362817" y="33909"/>
                    <a:pt x="7332091" y="33909"/>
                  </a:cubicBezTo>
                  <a:lnTo>
                    <a:pt x="7332091" y="16891"/>
                  </a:lnTo>
                  <a:lnTo>
                    <a:pt x="7332091" y="33909"/>
                  </a:lnTo>
                  <a:cubicBezTo>
                    <a:pt x="3301365" y="33909"/>
                    <a:pt x="33909" y="3301365"/>
                    <a:pt x="33909" y="7332091"/>
                  </a:cubicBezTo>
                  <a:close/>
                </a:path>
              </a:pathLst>
            </a:custGeom>
            <a:solidFill>
              <a:srgbClr val="F76A6A"/>
            </a:solidFill>
          </p:spPr>
        </p:sp>
      </p:grpSp>
      <p:grpSp>
        <p:nvGrpSpPr>
          <p:cNvPr name="Group 8" id="8"/>
          <p:cNvGrpSpPr/>
          <p:nvPr/>
        </p:nvGrpSpPr>
        <p:grpSpPr>
          <a:xfrm rot="0">
            <a:off x="5473703" y="5473703"/>
            <a:ext cx="7340603" cy="7340603"/>
            <a:chOff x="0" y="0"/>
            <a:chExt cx="9787471" cy="9787471"/>
          </a:xfrm>
        </p:grpSpPr>
        <p:sp>
          <p:nvSpPr>
            <p:cNvPr name="Freeform 9" id="9"/>
            <p:cNvSpPr/>
            <p:nvPr/>
          </p:nvSpPr>
          <p:spPr>
            <a:xfrm flipH="false" flipV="false" rot="0">
              <a:off x="16891" y="16891"/>
              <a:ext cx="9753600" cy="9753600"/>
            </a:xfrm>
            <a:custGeom>
              <a:avLst/>
              <a:gdLst/>
              <a:ahLst/>
              <a:cxnLst/>
              <a:rect r="r" b="b" t="t" l="l"/>
              <a:pathLst>
                <a:path h="9753600" w="9753600">
                  <a:moveTo>
                    <a:pt x="0" y="4876800"/>
                  </a:moveTo>
                  <a:cubicBezTo>
                    <a:pt x="0" y="2183384"/>
                    <a:pt x="2183384" y="0"/>
                    <a:pt x="4876800" y="0"/>
                  </a:cubicBezTo>
                  <a:cubicBezTo>
                    <a:pt x="7570216" y="0"/>
                    <a:pt x="9753600" y="2183384"/>
                    <a:pt x="9753600" y="4876800"/>
                  </a:cubicBezTo>
                  <a:cubicBezTo>
                    <a:pt x="9753600" y="7570216"/>
                    <a:pt x="7570216" y="9753600"/>
                    <a:pt x="4876800" y="9753600"/>
                  </a:cubicBezTo>
                  <a:cubicBezTo>
                    <a:pt x="2183384" y="9753600"/>
                    <a:pt x="0" y="7570216"/>
                    <a:pt x="0" y="4876800"/>
                  </a:cubicBezTo>
                  <a:close/>
                </a:path>
              </a:pathLst>
            </a:custGeom>
            <a:solidFill>
              <a:srgbClr val="6AF7C4">
                <a:alpha val="392"/>
              </a:srgbClr>
            </a:solidFill>
          </p:spPr>
        </p:sp>
        <p:sp>
          <p:nvSpPr>
            <p:cNvPr name="Freeform 10" id="10"/>
            <p:cNvSpPr/>
            <p:nvPr/>
          </p:nvSpPr>
          <p:spPr>
            <a:xfrm flipH="false" flipV="false" rot="0">
              <a:off x="0" y="0"/>
              <a:ext cx="9787509" cy="9787382"/>
            </a:xfrm>
            <a:custGeom>
              <a:avLst/>
              <a:gdLst/>
              <a:ahLst/>
              <a:cxnLst/>
              <a:rect r="r" b="b" t="t" l="l"/>
              <a:pathLst>
                <a:path h="9787382" w="9787509">
                  <a:moveTo>
                    <a:pt x="0" y="4893691"/>
                  </a:moveTo>
                  <a:cubicBezTo>
                    <a:pt x="0" y="2191004"/>
                    <a:pt x="2191004" y="0"/>
                    <a:pt x="4893691" y="0"/>
                  </a:cubicBezTo>
                  <a:lnTo>
                    <a:pt x="4893691" y="16891"/>
                  </a:lnTo>
                  <a:lnTo>
                    <a:pt x="4893691" y="0"/>
                  </a:lnTo>
                  <a:cubicBezTo>
                    <a:pt x="7596505" y="0"/>
                    <a:pt x="9787509" y="2191004"/>
                    <a:pt x="9787509" y="4893691"/>
                  </a:cubicBezTo>
                  <a:lnTo>
                    <a:pt x="9770618" y="4893691"/>
                  </a:lnTo>
                  <a:lnTo>
                    <a:pt x="9787509" y="4893691"/>
                  </a:lnTo>
                  <a:cubicBezTo>
                    <a:pt x="9787509" y="7596378"/>
                    <a:pt x="7596505" y="9787382"/>
                    <a:pt x="4893818" y="9787382"/>
                  </a:cubicBezTo>
                  <a:lnTo>
                    <a:pt x="4893818" y="9770490"/>
                  </a:lnTo>
                  <a:lnTo>
                    <a:pt x="4893818" y="9787382"/>
                  </a:lnTo>
                  <a:cubicBezTo>
                    <a:pt x="2191004" y="9787509"/>
                    <a:pt x="0" y="7596505"/>
                    <a:pt x="0" y="4893691"/>
                  </a:cubicBezTo>
                  <a:lnTo>
                    <a:pt x="16891" y="4893691"/>
                  </a:lnTo>
                  <a:lnTo>
                    <a:pt x="33909" y="4893691"/>
                  </a:lnTo>
                  <a:lnTo>
                    <a:pt x="16891" y="4893691"/>
                  </a:lnTo>
                  <a:lnTo>
                    <a:pt x="0" y="4893691"/>
                  </a:lnTo>
                  <a:moveTo>
                    <a:pt x="33909" y="4893691"/>
                  </a:moveTo>
                  <a:cubicBezTo>
                    <a:pt x="33909" y="4903089"/>
                    <a:pt x="26289" y="4910582"/>
                    <a:pt x="17018" y="4910582"/>
                  </a:cubicBezTo>
                  <a:cubicBezTo>
                    <a:pt x="7747" y="4910582"/>
                    <a:pt x="0" y="4903089"/>
                    <a:pt x="0" y="4893691"/>
                  </a:cubicBezTo>
                  <a:cubicBezTo>
                    <a:pt x="0" y="4884293"/>
                    <a:pt x="7620" y="4876800"/>
                    <a:pt x="16891" y="4876800"/>
                  </a:cubicBezTo>
                  <a:cubicBezTo>
                    <a:pt x="26162" y="4876800"/>
                    <a:pt x="33782" y="4884420"/>
                    <a:pt x="33782" y="4893691"/>
                  </a:cubicBezTo>
                  <a:cubicBezTo>
                    <a:pt x="33909" y="7577709"/>
                    <a:pt x="2209673" y="9753600"/>
                    <a:pt x="4893691" y="9753600"/>
                  </a:cubicBezTo>
                  <a:cubicBezTo>
                    <a:pt x="7577709" y="9753600"/>
                    <a:pt x="9753600" y="7577709"/>
                    <a:pt x="9753600" y="4893691"/>
                  </a:cubicBezTo>
                  <a:cubicBezTo>
                    <a:pt x="9753600" y="2209673"/>
                    <a:pt x="7577709" y="33909"/>
                    <a:pt x="4893691" y="33909"/>
                  </a:cubicBezTo>
                  <a:lnTo>
                    <a:pt x="4893691" y="16891"/>
                  </a:lnTo>
                  <a:lnTo>
                    <a:pt x="4893691" y="33909"/>
                  </a:lnTo>
                  <a:cubicBezTo>
                    <a:pt x="2209673" y="33909"/>
                    <a:pt x="33909" y="2209673"/>
                    <a:pt x="33909" y="4893691"/>
                  </a:cubicBezTo>
                  <a:close/>
                </a:path>
              </a:pathLst>
            </a:custGeom>
            <a:solidFill>
              <a:srgbClr val="6AF7C4"/>
            </a:solidFill>
          </p:spPr>
        </p:sp>
      </p:grpSp>
      <p:grpSp>
        <p:nvGrpSpPr>
          <p:cNvPr name="Group 11" id="11"/>
          <p:cNvGrpSpPr/>
          <p:nvPr/>
        </p:nvGrpSpPr>
        <p:grpSpPr>
          <a:xfrm rot="0">
            <a:off x="914400" y="1645920"/>
            <a:ext cx="16459200" cy="2194560"/>
            <a:chOff x="0" y="0"/>
            <a:chExt cx="21945600" cy="2926080"/>
          </a:xfrm>
        </p:grpSpPr>
        <p:sp>
          <p:nvSpPr>
            <p:cNvPr name="Freeform 12" id="12"/>
            <p:cNvSpPr/>
            <p:nvPr/>
          </p:nvSpPr>
          <p:spPr>
            <a:xfrm flipH="false" flipV="false" rot="0">
              <a:off x="0" y="0"/>
              <a:ext cx="21945600" cy="2926080"/>
            </a:xfrm>
            <a:custGeom>
              <a:avLst/>
              <a:gdLst/>
              <a:ahLst/>
              <a:cxnLst/>
              <a:rect r="r" b="b" t="t" l="l"/>
              <a:pathLst>
                <a:path h="2926080" w="21945600">
                  <a:moveTo>
                    <a:pt x="0" y="0"/>
                  </a:moveTo>
                  <a:lnTo>
                    <a:pt x="21945600" y="0"/>
                  </a:lnTo>
                  <a:lnTo>
                    <a:pt x="21945600" y="2926080"/>
                  </a:lnTo>
                  <a:lnTo>
                    <a:pt x="0" y="2926080"/>
                  </a:lnTo>
                  <a:close/>
                </a:path>
              </a:pathLst>
            </a:custGeom>
            <a:blipFill>
              <a:blip r:embed="rId2">
                <a:alphaModFix amt="0"/>
              </a:blip>
              <a:stretch>
                <a:fillRect l="0" t="-96137" r="0" b="-96137"/>
              </a:stretch>
            </a:blipFill>
          </p:spPr>
        </p:sp>
        <p:sp>
          <p:nvSpPr>
            <p:cNvPr name="TextBox 13" id="13"/>
            <p:cNvSpPr txBox="true"/>
            <p:nvPr/>
          </p:nvSpPr>
          <p:spPr>
            <a:xfrm>
              <a:off x="0" y="-47625"/>
              <a:ext cx="21945600" cy="2973705"/>
            </a:xfrm>
            <a:prstGeom prst="rect">
              <a:avLst/>
            </a:prstGeom>
          </p:spPr>
          <p:txBody>
            <a:bodyPr anchor="ctr" rtlCol="false" tIns="0" lIns="0" bIns="0" rIns="0"/>
            <a:lstStyle/>
            <a:p>
              <a:pPr algn="ctr">
                <a:lnSpc>
                  <a:spcPts val="15360"/>
                </a:lnSpc>
              </a:pPr>
              <a:r>
                <a:rPr lang="en-US" b="true" sz="12800" spc="2000">
                  <a:solidFill>
                    <a:srgbClr val="FFFFFF"/>
                  </a:solidFill>
                  <a:latin typeface="Arial Bold"/>
                  <a:ea typeface="Arial Bold"/>
                  <a:cs typeface="Arial Bold"/>
                  <a:sym typeface="Arial Bold"/>
                </a:rPr>
                <a:t>THANK YOU</a:t>
              </a:r>
            </a:p>
          </p:txBody>
        </p:sp>
      </p:grpSp>
      <p:grpSp>
        <p:nvGrpSpPr>
          <p:cNvPr name="Group 14" id="14"/>
          <p:cNvGrpSpPr/>
          <p:nvPr/>
        </p:nvGrpSpPr>
        <p:grpSpPr>
          <a:xfrm rot="0">
            <a:off x="5473703" y="3827783"/>
            <a:ext cx="2768603" cy="171707"/>
            <a:chOff x="0" y="0"/>
            <a:chExt cx="3691471" cy="228943"/>
          </a:xfrm>
        </p:grpSpPr>
        <p:sp>
          <p:nvSpPr>
            <p:cNvPr name="Freeform 15" id="15"/>
            <p:cNvSpPr/>
            <p:nvPr/>
          </p:nvSpPr>
          <p:spPr>
            <a:xfrm flipH="false" flipV="false" rot="0">
              <a:off x="16891" y="16891"/>
              <a:ext cx="3657600" cy="195072"/>
            </a:xfrm>
            <a:custGeom>
              <a:avLst/>
              <a:gdLst/>
              <a:ahLst/>
              <a:cxnLst/>
              <a:rect r="r" b="b" t="t" l="l"/>
              <a:pathLst>
                <a:path h="195072" w="3657600">
                  <a:moveTo>
                    <a:pt x="0" y="0"/>
                  </a:moveTo>
                  <a:lnTo>
                    <a:pt x="3657600" y="0"/>
                  </a:lnTo>
                  <a:lnTo>
                    <a:pt x="3657600" y="195072"/>
                  </a:lnTo>
                  <a:lnTo>
                    <a:pt x="0" y="195072"/>
                  </a:lnTo>
                  <a:close/>
                </a:path>
              </a:pathLst>
            </a:custGeom>
            <a:solidFill>
              <a:srgbClr val="7C6AF7"/>
            </a:solidFill>
          </p:spPr>
        </p:sp>
        <p:sp>
          <p:nvSpPr>
            <p:cNvPr name="Freeform 16" id="16"/>
            <p:cNvSpPr/>
            <p:nvPr/>
          </p:nvSpPr>
          <p:spPr>
            <a:xfrm flipH="false" flipV="false" rot="0">
              <a:off x="0" y="0"/>
              <a:ext cx="3691382" cy="228856"/>
            </a:xfrm>
            <a:custGeom>
              <a:avLst/>
              <a:gdLst/>
              <a:ahLst/>
              <a:cxnLst/>
              <a:rect r="r" b="b" t="t" l="l"/>
              <a:pathLst>
                <a:path h="228856" w="3691382">
                  <a:moveTo>
                    <a:pt x="16891" y="0"/>
                  </a:moveTo>
                  <a:lnTo>
                    <a:pt x="3674491" y="0"/>
                  </a:lnTo>
                  <a:cubicBezTo>
                    <a:pt x="3683889" y="0"/>
                    <a:pt x="3691382" y="7620"/>
                    <a:pt x="3691382" y="16891"/>
                  </a:cubicBezTo>
                  <a:lnTo>
                    <a:pt x="3691382" y="211963"/>
                  </a:lnTo>
                  <a:cubicBezTo>
                    <a:pt x="3691382" y="221361"/>
                    <a:pt x="3683762" y="228854"/>
                    <a:pt x="36744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3674491" y="195072"/>
                  </a:lnTo>
                  <a:lnTo>
                    <a:pt x="3674491" y="211963"/>
                  </a:lnTo>
                  <a:lnTo>
                    <a:pt x="3657600" y="211963"/>
                  </a:lnTo>
                  <a:lnTo>
                    <a:pt x="3657600" y="16891"/>
                  </a:lnTo>
                  <a:lnTo>
                    <a:pt x="3674491" y="16891"/>
                  </a:lnTo>
                  <a:lnTo>
                    <a:pt x="3674491" y="33909"/>
                  </a:lnTo>
                  <a:lnTo>
                    <a:pt x="16891" y="33909"/>
                  </a:lnTo>
                  <a:close/>
                </a:path>
              </a:pathLst>
            </a:custGeom>
            <a:solidFill>
              <a:srgbClr val="7C6AF7"/>
            </a:solidFill>
          </p:spPr>
        </p:sp>
      </p:grpSp>
      <p:grpSp>
        <p:nvGrpSpPr>
          <p:cNvPr name="Group 17" id="17"/>
          <p:cNvGrpSpPr/>
          <p:nvPr/>
        </p:nvGrpSpPr>
        <p:grpSpPr>
          <a:xfrm rot="0">
            <a:off x="8399783" y="3827783"/>
            <a:ext cx="1488443" cy="171707"/>
            <a:chOff x="0" y="0"/>
            <a:chExt cx="1984591" cy="228943"/>
          </a:xfrm>
        </p:grpSpPr>
        <p:sp>
          <p:nvSpPr>
            <p:cNvPr name="Freeform 18" id="18"/>
            <p:cNvSpPr/>
            <p:nvPr/>
          </p:nvSpPr>
          <p:spPr>
            <a:xfrm flipH="false" flipV="false" rot="0">
              <a:off x="16891" y="16891"/>
              <a:ext cx="1950720" cy="195072"/>
            </a:xfrm>
            <a:custGeom>
              <a:avLst/>
              <a:gdLst/>
              <a:ahLst/>
              <a:cxnLst/>
              <a:rect r="r" b="b" t="t" l="l"/>
              <a:pathLst>
                <a:path h="195072" w="1950720">
                  <a:moveTo>
                    <a:pt x="0" y="0"/>
                  </a:moveTo>
                  <a:lnTo>
                    <a:pt x="1950720" y="0"/>
                  </a:lnTo>
                  <a:lnTo>
                    <a:pt x="1950720" y="195072"/>
                  </a:lnTo>
                  <a:lnTo>
                    <a:pt x="0" y="195072"/>
                  </a:lnTo>
                  <a:close/>
                </a:path>
              </a:pathLst>
            </a:custGeom>
            <a:solidFill>
              <a:srgbClr val="F76A6A"/>
            </a:solidFill>
          </p:spPr>
        </p:sp>
        <p:sp>
          <p:nvSpPr>
            <p:cNvPr name="Freeform 19" id="19"/>
            <p:cNvSpPr/>
            <p:nvPr/>
          </p:nvSpPr>
          <p:spPr>
            <a:xfrm flipH="false" flipV="false" rot="0">
              <a:off x="0" y="0"/>
              <a:ext cx="1984502" cy="228856"/>
            </a:xfrm>
            <a:custGeom>
              <a:avLst/>
              <a:gdLst/>
              <a:ahLst/>
              <a:cxnLst/>
              <a:rect r="r" b="b" t="t" l="l"/>
              <a:pathLst>
                <a:path h="228856" w="1984502">
                  <a:moveTo>
                    <a:pt x="16891" y="0"/>
                  </a:moveTo>
                  <a:lnTo>
                    <a:pt x="1967611" y="0"/>
                  </a:lnTo>
                  <a:cubicBezTo>
                    <a:pt x="1977009" y="0"/>
                    <a:pt x="1984502" y="7620"/>
                    <a:pt x="1984502" y="16891"/>
                  </a:cubicBezTo>
                  <a:lnTo>
                    <a:pt x="1984502" y="211963"/>
                  </a:lnTo>
                  <a:cubicBezTo>
                    <a:pt x="1984502" y="221361"/>
                    <a:pt x="1976882" y="228854"/>
                    <a:pt x="196761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1967611" y="195072"/>
                  </a:lnTo>
                  <a:lnTo>
                    <a:pt x="1967611" y="211963"/>
                  </a:lnTo>
                  <a:lnTo>
                    <a:pt x="1950720" y="211963"/>
                  </a:lnTo>
                  <a:lnTo>
                    <a:pt x="1950720" y="16891"/>
                  </a:lnTo>
                  <a:lnTo>
                    <a:pt x="1967611" y="16891"/>
                  </a:lnTo>
                  <a:lnTo>
                    <a:pt x="1967611" y="33909"/>
                  </a:lnTo>
                  <a:lnTo>
                    <a:pt x="16891" y="33909"/>
                  </a:lnTo>
                  <a:close/>
                </a:path>
              </a:pathLst>
            </a:custGeom>
            <a:solidFill>
              <a:srgbClr val="F76A6A"/>
            </a:solidFill>
          </p:spPr>
        </p:sp>
      </p:grpSp>
      <p:grpSp>
        <p:nvGrpSpPr>
          <p:cNvPr name="Group 20" id="20"/>
          <p:cNvGrpSpPr/>
          <p:nvPr/>
        </p:nvGrpSpPr>
        <p:grpSpPr>
          <a:xfrm rot="0">
            <a:off x="10045703" y="3827783"/>
            <a:ext cx="2768603" cy="171707"/>
            <a:chOff x="0" y="0"/>
            <a:chExt cx="3691471" cy="228943"/>
          </a:xfrm>
        </p:grpSpPr>
        <p:sp>
          <p:nvSpPr>
            <p:cNvPr name="Freeform 21" id="21"/>
            <p:cNvSpPr/>
            <p:nvPr/>
          </p:nvSpPr>
          <p:spPr>
            <a:xfrm flipH="false" flipV="false" rot="0">
              <a:off x="16891" y="16891"/>
              <a:ext cx="3657600" cy="195072"/>
            </a:xfrm>
            <a:custGeom>
              <a:avLst/>
              <a:gdLst/>
              <a:ahLst/>
              <a:cxnLst/>
              <a:rect r="r" b="b" t="t" l="l"/>
              <a:pathLst>
                <a:path h="195072" w="3657600">
                  <a:moveTo>
                    <a:pt x="0" y="0"/>
                  </a:moveTo>
                  <a:lnTo>
                    <a:pt x="3657600" y="0"/>
                  </a:lnTo>
                  <a:lnTo>
                    <a:pt x="3657600" y="195072"/>
                  </a:lnTo>
                  <a:lnTo>
                    <a:pt x="0" y="195072"/>
                  </a:lnTo>
                  <a:close/>
                </a:path>
              </a:pathLst>
            </a:custGeom>
            <a:solidFill>
              <a:srgbClr val="6AF7C4"/>
            </a:solidFill>
          </p:spPr>
        </p:sp>
        <p:sp>
          <p:nvSpPr>
            <p:cNvPr name="Freeform 22" id="22"/>
            <p:cNvSpPr/>
            <p:nvPr/>
          </p:nvSpPr>
          <p:spPr>
            <a:xfrm flipH="false" flipV="false" rot="0">
              <a:off x="0" y="0"/>
              <a:ext cx="3691382" cy="228856"/>
            </a:xfrm>
            <a:custGeom>
              <a:avLst/>
              <a:gdLst/>
              <a:ahLst/>
              <a:cxnLst/>
              <a:rect r="r" b="b" t="t" l="l"/>
              <a:pathLst>
                <a:path h="228856" w="3691382">
                  <a:moveTo>
                    <a:pt x="16891" y="0"/>
                  </a:moveTo>
                  <a:lnTo>
                    <a:pt x="3674491" y="0"/>
                  </a:lnTo>
                  <a:cubicBezTo>
                    <a:pt x="3683889" y="0"/>
                    <a:pt x="3691382" y="7620"/>
                    <a:pt x="3691382" y="16891"/>
                  </a:cubicBezTo>
                  <a:lnTo>
                    <a:pt x="3691382" y="211963"/>
                  </a:lnTo>
                  <a:cubicBezTo>
                    <a:pt x="3691382" y="221361"/>
                    <a:pt x="3683762" y="228854"/>
                    <a:pt x="36744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3674491" y="195072"/>
                  </a:lnTo>
                  <a:lnTo>
                    <a:pt x="3674491" y="211963"/>
                  </a:lnTo>
                  <a:lnTo>
                    <a:pt x="3657600" y="211963"/>
                  </a:lnTo>
                  <a:lnTo>
                    <a:pt x="3657600" y="16891"/>
                  </a:lnTo>
                  <a:lnTo>
                    <a:pt x="3674491" y="16891"/>
                  </a:lnTo>
                  <a:lnTo>
                    <a:pt x="3674491" y="33909"/>
                  </a:lnTo>
                  <a:lnTo>
                    <a:pt x="16891" y="33909"/>
                  </a:lnTo>
                  <a:close/>
                </a:path>
              </a:pathLst>
            </a:custGeom>
            <a:solidFill>
              <a:srgbClr val="6AF7C4"/>
            </a:solidFill>
          </p:spPr>
        </p:sp>
      </p:grpSp>
      <p:grpSp>
        <p:nvGrpSpPr>
          <p:cNvPr name="Group 23" id="23"/>
          <p:cNvGrpSpPr/>
          <p:nvPr/>
        </p:nvGrpSpPr>
        <p:grpSpPr>
          <a:xfrm rot="0">
            <a:off x="914400" y="4297680"/>
            <a:ext cx="16459200" cy="822960"/>
            <a:chOff x="0" y="0"/>
            <a:chExt cx="21945600" cy="1097280"/>
          </a:xfrm>
        </p:grpSpPr>
        <p:sp>
          <p:nvSpPr>
            <p:cNvPr name="Freeform 24" id="24"/>
            <p:cNvSpPr/>
            <p:nvPr/>
          </p:nvSpPr>
          <p:spPr>
            <a:xfrm flipH="false" flipV="false" rot="0">
              <a:off x="0" y="0"/>
              <a:ext cx="21945600" cy="1097280"/>
            </a:xfrm>
            <a:custGeom>
              <a:avLst/>
              <a:gdLst/>
              <a:ahLst/>
              <a:cxnLst/>
              <a:rect r="r" b="b" t="t" l="l"/>
              <a:pathLst>
                <a:path h="1097280" w="21945600">
                  <a:moveTo>
                    <a:pt x="0" y="0"/>
                  </a:moveTo>
                  <a:lnTo>
                    <a:pt x="21945600" y="0"/>
                  </a:lnTo>
                  <a:lnTo>
                    <a:pt x="21945600" y="1097280"/>
                  </a:lnTo>
                  <a:lnTo>
                    <a:pt x="0" y="1097280"/>
                  </a:lnTo>
                  <a:close/>
                </a:path>
              </a:pathLst>
            </a:custGeom>
            <a:blipFill>
              <a:blip r:embed="rId2">
                <a:alphaModFix amt="0"/>
              </a:blip>
              <a:stretch>
                <a:fillRect l="0" t="-339700" r="0" b="-339700"/>
              </a:stretch>
            </a:blipFill>
          </p:spPr>
        </p:sp>
        <p:sp>
          <p:nvSpPr>
            <p:cNvPr name="TextBox 25" id="25"/>
            <p:cNvSpPr txBox="true"/>
            <p:nvPr/>
          </p:nvSpPr>
          <p:spPr>
            <a:xfrm>
              <a:off x="0" y="-57150"/>
              <a:ext cx="21945600" cy="1154430"/>
            </a:xfrm>
            <a:prstGeom prst="rect">
              <a:avLst/>
            </a:prstGeom>
          </p:spPr>
          <p:txBody>
            <a:bodyPr anchor="ctr" rtlCol="false" tIns="0" lIns="0" bIns="0" rIns="0"/>
            <a:lstStyle/>
            <a:p>
              <a:pPr algn="ctr">
                <a:lnSpc>
                  <a:spcPts val="3840"/>
                </a:lnSpc>
              </a:pPr>
              <a:r>
                <a:rPr lang="en-US" sz="3200" spc="600">
                  <a:solidFill>
                    <a:srgbClr val="6AF7C4"/>
                  </a:solidFill>
                  <a:latin typeface="Calibri (MS)"/>
                  <a:ea typeface="Calibri (MS)"/>
                  <a:cs typeface="Calibri (MS)"/>
                  <a:sym typeface="Calibri (MS)"/>
                </a:rPr>
                <a:t>TRAKORY — A Universal Tracking System</a:t>
              </a:r>
            </a:p>
          </p:txBody>
        </p:sp>
      </p:grpSp>
      <p:grpSp>
        <p:nvGrpSpPr>
          <p:cNvPr name="Group 26" id="26"/>
          <p:cNvGrpSpPr/>
          <p:nvPr/>
        </p:nvGrpSpPr>
        <p:grpSpPr>
          <a:xfrm rot="0">
            <a:off x="3644903" y="5656583"/>
            <a:ext cx="10998203" cy="2951483"/>
            <a:chOff x="0" y="0"/>
            <a:chExt cx="14664271" cy="3935311"/>
          </a:xfrm>
        </p:grpSpPr>
        <p:sp>
          <p:nvSpPr>
            <p:cNvPr name="Freeform 27" id="27"/>
            <p:cNvSpPr/>
            <p:nvPr/>
          </p:nvSpPr>
          <p:spPr>
            <a:xfrm flipH="false" flipV="false" rot="0">
              <a:off x="16891" y="16891"/>
              <a:ext cx="14630399" cy="3901440"/>
            </a:xfrm>
            <a:custGeom>
              <a:avLst/>
              <a:gdLst/>
              <a:ahLst/>
              <a:cxnLst/>
              <a:rect r="r" b="b" t="t" l="l"/>
              <a:pathLst>
                <a:path h="3901440" w="14630399">
                  <a:moveTo>
                    <a:pt x="0" y="0"/>
                  </a:moveTo>
                  <a:lnTo>
                    <a:pt x="14630399" y="0"/>
                  </a:lnTo>
                  <a:lnTo>
                    <a:pt x="14630399" y="3901440"/>
                  </a:lnTo>
                  <a:lnTo>
                    <a:pt x="0" y="3901440"/>
                  </a:lnTo>
                  <a:close/>
                </a:path>
              </a:pathLst>
            </a:custGeom>
            <a:solidFill>
              <a:srgbClr val="1A1A35"/>
            </a:solidFill>
          </p:spPr>
        </p:sp>
        <p:sp>
          <p:nvSpPr>
            <p:cNvPr name="Freeform 28" id="28"/>
            <p:cNvSpPr/>
            <p:nvPr/>
          </p:nvSpPr>
          <p:spPr>
            <a:xfrm flipH="false" flipV="false" rot="0">
              <a:off x="0" y="0"/>
              <a:ext cx="14664182" cy="3935222"/>
            </a:xfrm>
            <a:custGeom>
              <a:avLst/>
              <a:gdLst/>
              <a:ahLst/>
              <a:cxnLst/>
              <a:rect r="r" b="b" t="t" l="l"/>
              <a:pathLst>
                <a:path h="3935222" w="14664182">
                  <a:moveTo>
                    <a:pt x="16891" y="0"/>
                  </a:moveTo>
                  <a:lnTo>
                    <a:pt x="14647290" y="0"/>
                  </a:lnTo>
                  <a:cubicBezTo>
                    <a:pt x="14656690" y="0"/>
                    <a:pt x="14664182" y="7620"/>
                    <a:pt x="14664182" y="16891"/>
                  </a:cubicBezTo>
                  <a:lnTo>
                    <a:pt x="14664182" y="3918331"/>
                  </a:lnTo>
                  <a:cubicBezTo>
                    <a:pt x="14664182" y="3927729"/>
                    <a:pt x="14656563" y="3935222"/>
                    <a:pt x="14647290" y="3935222"/>
                  </a:cubicBezTo>
                  <a:lnTo>
                    <a:pt x="16891" y="3935222"/>
                  </a:lnTo>
                  <a:cubicBezTo>
                    <a:pt x="7493" y="3935222"/>
                    <a:pt x="0" y="3927602"/>
                    <a:pt x="0" y="3918331"/>
                  </a:cubicBezTo>
                  <a:lnTo>
                    <a:pt x="0" y="16891"/>
                  </a:lnTo>
                  <a:cubicBezTo>
                    <a:pt x="0" y="7620"/>
                    <a:pt x="7620" y="0"/>
                    <a:pt x="16891" y="0"/>
                  </a:cubicBezTo>
                  <a:moveTo>
                    <a:pt x="16891" y="33909"/>
                  </a:moveTo>
                  <a:lnTo>
                    <a:pt x="16891" y="16891"/>
                  </a:lnTo>
                  <a:lnTo>
                    <a:pt x="33909" y="16891"/>
                  </a:lnTo>
                  <a:lnTo>
                    <a:pt x="33909" y="3918331"/>
                  </a:lnTo>
                  <a:lnTo>
                    <a:pt x="16891" y="3918331"/>
                  </a:lnTo>
                  <a:lnTo>
                    <a:pt x="16891" y="3901440"/>
                  </a:lnTo>
                  <a:lnTo>
                    <a:pt x="14647290" y="3901440"/>
                  </a:lnTo>
                  <a:lnTo>
                    <a:pt x="14647290" y="3918331"/>
                  </a:lnTo>
                  <a:lnTo>
                    <a:pt x="14630400" y="3918331"/>
                  </a:lnTo>
                  <a:lnTo>
                    <a:pt x="14630400" y="16891"/>
                  </a:lnTo>
                  <a:lnTo>
                    <a:pt x="14647290" y="16891"/>
                  </a:lnTo>
                  <a:lnTo>
                    <a:pt x="14647290" y="33909"/>
                  </a:lnTo>
                  <a:lnTo>
                    <a:pt x="16891" y="33909"/>
                  </a:lnTo>
                  <a:close/>
                </a:path>
              </a:pathLst>
            </a:custGeom>
            <a:solidFill>
              <a:srgbClr val="7C6AF7"/>
            </a:solidFill>
          </p:spPr>
        </p:sp>
      </p:grpSp>
      <p:grpSp>
        <p:nvGrpSpPr>
          <p:cNvPr name="Group 29" id="29"/>
          <p:cNvGrpSpPr/>
          <p:nvPr/>
        </p:nvGrpSpPr>
        <p:grpSpPr>
          <a:xfrm rot="0">
            <a:off x="3657600" y="5669280"/>
            <a:ext cx="10972800" cy="2926080"/>
            <a:chOff x="0" y="0"/>
            <a:chExt cx="14630400" cy="3901440"/>
          </a:xfrm>
        </p:grpSpPr>
        <p:sp>
          <p:nvSpPr>
            <p:cNvPr name="Freeform 30" id="30"/>
            <p:cNvSpPr/>
            <p:nvPr/>
          </p:nvSpPr>
          <p:spPr>
            <a:xfrm flipH="false" flipV="false" rot="0">
              <a:off x="0" y="0"/>
              <a:ext cx="14630400" cy="3901440"/>
            </a:xfrm>
            <a:custGeom>
              <a:avLst/>
              <a:gdLst/>
              <a:ahLst/>
              <a:cxnLst/>
              <a:rect r="r" b="b" t="t" l="l"/>
              <a:pathLst>
                <a:path h="3901440" w="14630400">
                  <a:moveTo>
                    <a:pt x="0" y="0"/>
                  </a:moveTo>
                  <a:lnTo>
                    <a:pt x="14630400" y="0"/>
                  </a:lnTo>
                  <a:lnTo>
                    <a:pt x="14630400" y="3901440"/>
                  </a:lnTo>
                  <a:lnTo>
                    <a:pt x="0" y="3901440"/>
                  </a:lnTo>
                  <a:close/>
                </a:path>
              </a:pathLst>
            </a:custGeom>
            <a:blipFill>
              <a:blip r:embed="rId2">
                <a:alphaModFix amt="0"/>
              </a:blip>
              <a:stretch>
                <a:fillRect l="0" t="-23068" r="0" b="-23068"/>
              </a:stretch>
            </a:blipFill>
          </p:spPr>
        </p:sp>
        <p:sp>
          <p:nvSpPr>
            <p:cNvPr name="TextBox 31" id="31"/>
            <p:cNvSpPr txBox="true"/>
            <p:nvPr/>
          </p:nvSpPr>
          <p:spPr>
            <a:xfrm>
              <a:off x="0" y="-57150"/>
              <a:ext cx="14630400" cy="3958590"/>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Hansika Gupta</a:t>
              </a:r>
            </a:p>
            <a:p>
              <a:pPr algn="ctr">
                <a:lnSpc>
                  <a:spcPts val="2879"/>
                </a:lnSpc>
              </a:pPr>
              <a:r>
                <a:rPr lang="en-US" sz="2400">
                  <a:solidFill>
                    <a:srgbClr val="8888A8"/>
                  </a:solidFill>
                  <a:latin typeface="Calibri (MS)"/>
                  <a:ea typeface="Calibri (MS)"/>
                  <a:cs typeface="Calibri (MS)"/>
                  <a:sym typeface="Calibri (MS)"/>
                </a:rPr>
                <a:t>SAP ID: 590023988</a:t>
              </a:r>
            </a:p>
            <a:p>
              <a:pPr algn="ctr">
                <a:lnSpc>
                  <a:spcPts val="2640"/>
                </a:lnSpc>
              </a:pPr>
              <a:r>
                <a:rPr lang="en-US" sz="2200">
                  <a:solidFill>
                    <a:srgbClr val="8888A8"/>
                  </a:solidFill>
                  <a:latin typeface="Calibri (MS)"/>
                  <a:ea typeface="Calibri (MS)"/>
                  <a:cs typeface="Calibri (MS)"/>
                  <a:sym typeface="Calibri (MS)"/>
                </a:rPr>
                <a:t>Under the Guidance of Arti Ma'am</a:t>
              </a:r>
            </a:p>
            <a:p>
              <a:pPr algn="ctr">
                <a:lnSpc>
                  <a:spcPts val="2400"/>
                </a:lnSpc>
              </a:pPr>
              <a:r>
                <a:rPr lang="en-US" sz="2000">
                  <a:solidFill>
                    <a:srgbClr val="6AF7C4"/>
                  </a:solidFill>
                  <a:latin typeface="Calibri (MS)"/>
                  <a:ea typeface="Calibri (MS)"/>
                  <a:cs typeface="Calibri (MS)"/>
                  <a:sym typeface="Calibri (MS)"/>
                </a:rPr>
                <a:t>github.com/hansikag22-del/TRAKORY-</a:t>
              </a:r>
            </a:p>
          </p:txBody>
        </p:sp>
      </p:grpSp>
      <p:grpSp>
        <p:nvGrpSpPr>
          <p:cNvPr name="Group 32" id="32"/>
          <p:cNvGrpSpPr/>
          <p:nvPr/>
        </p:nvGrpSpPr>
        <p:grpSpPr>
          <a:xfrm rot="0">
            <a:off x="914400" y="8961120"/>
            <a:ext cx="16459200" cy="731520"/>
            <a:chOff x="0" y="0"/>
            <a:chExt cx="21945600" cy="975360"/>
          </a:xfrm>
        </p:grpSpPr>
        <p:sp>
          <p:nvSpPr>
            <p:cNvPr name="Freeform 33" id="33"/>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2">
                <a:alphaModFix amt="0"/>
              </a:blip>
              <a:stretch>
                <a:fillRect l="0" t="-388413" r="0" b="-388413"/>
              </a:stretch>
            </a:blipFill>
          </p:spPr>
        </p:sp>
        <p:sp>
          <p:nvSpPr>
            <p:cNvPr name="TextBox 34" id="34"/>
            <p:cNvSpPr txBox="true"/>
            <p:nvPr/>
          </p:nvSpPr>
          <p:spPr>
            <a:xfrm>
              <a:off x="0" y="-38100"/>
              <a:ext cx="21945600" cy="1013460"/>
            </a:xfrm>
            <a:prstGeom prst="rect">
              <a:avLst/>
            </a:prstGeom>
          </p:spPr>
          <p:txBody>
            <a:bodyPr anchor="ctr" rtlCol="false" tIns="0" lIns="0" bIns="0" rIns="0"/>
            <a:lstStyle/>
            <a:p>
              <a:pPr algn="ctr">
                <a:lnSpc>
                  <a:spcPts val="2879"/>
                </a:lnSpc>
              </a:pPr>
              <a:r>
                <a:rPr lang="en-US" sz="2400" i="true">
                  <a:solidFill>
                    <a:srgbClr val="8888A8"/>
                  </a:solidFill>
                  <a:latin typeface="Calibri (MS) Italics"/>
                  <a:ea typeface="Calibri (MS) Italics"/>
                  <a:cs typeface="Calibri (MS) Italics"/>
                  <a:sym typeface="Calibri (MS) Italics"/>
                </a:rPr>
                <a:t>Questions &amp; Discussion Welcome</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DAHHrsgKitU</dc:identifier>
  <dcterms:modified xsi:type="dcterms:W3CDTF">2011-08-01T06:04:30Z</dcterms:modified>
  <cp:revision>1</cp:revision>
  <dc:title>TRAKORY</dc:title>
</cp:coreProperties>
</file>